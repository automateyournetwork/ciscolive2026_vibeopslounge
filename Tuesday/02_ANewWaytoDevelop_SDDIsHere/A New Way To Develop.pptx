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40" r:id="rId1"/>
  </p:sldMasterIdLst>
  <p:notesMasterIdLst>
    <p:notesMasterId r:id="rId36"/>
  </p:notesMasterIdLst>
  <p:sldIdLst>
    <p:sldId id="256" r:id="rId2"/>
    <p:sldId id="257" r:id="rId3"/>
    <p:sldId id="2147473402" r:id="rId4"/>
    <p:sldId id="2147473403" r:id="rId5"/>
    <p:sldId id="2147473404" r:id="rId6"/>
    <p:sldId id="2147473405" r:id="rId7"/>
    <p:sldId id="2147473406" r:id="rId8"/>
    <p:sldId id="2147473407" r:id="rId9"/>
    <p:sldId id="2147473409" r:id="rId10"/>
    <p:sldId id="2147473410" r:id="rId11"/>
    <p:sldId id="2147473411" r:id="rId12"/>
    <p:sldId id="2147473412" r:id="rId13"/>
    <p:sldId id="2147473413" r:id="rId14"/>
    <p:sldId id="2147473414" r:id="rId15"/>
    <p:sldId id="2147473408" r:id="rId16"/>
    <p:sldId id="2147473415" r:id="rId17"/>
    <p:sldId id="2147473416" r:id="rId18"/>
    <p:sldId id="2147473417" r:id="rId19"/>
    <p:sldId id="2147473419" r:id="rId20"/>
    <p:sldId id="2147473418" r:id="rId21"/>
    <p:sldId id="2147473421" r:id="rId22"/>
    <p:sldId id="2147473422" r:id="rId23"/>
    <p:sldId id="2147473420" r:id="rId24"/>
    <p:sldId id="2147473423" r:id="rId25"/>
    <p:sldId id="2147473424" r:id="rId26"/>
    <p:sldId id="2147473425" r:id="rId27"/>
    <p:sldId id="2147473426" r:id="rId28"/>
    <p:sldId id="2147473427" r:id="rId29"/>
    <p:sldId id="2147473428" r:id="rId30"/>
    <p:sldId id="2147473429" r:id="rId31"/>
    <p:sldId id="2147473431" r:id="rId32"/>
    <p:sldId id="2147473441" r:id="rId33"/>
    <p:sldId id="2147473445" r:id="rId34"/>
    <p:sldId id="2147473443" r:id="rId35"/>
  </p:sldIdLst>
  <p:sldSz cx="12192000" cy="6858000"/>
  <p:notesSz cx="6858000" cy="9144000"/>
  <p:embeddedFontLst>
    <p:embeddedFont>
      <p:font typeface="Bebas Neue" panose="020B0606020202050201" pitchFamily="34" charset="77"/>
      <p:regular r:id="rId37"/>
    </p:embeddedFont>
    <p:embeddedFont>
      <p:font typeface="Consolas" panose="020B0609020204030204" pitchFamily="49" charset="0"/>
      <p:regular r:id="rId38"/>
      <p:bold r:id="rId39"/>
      <p:italic r:id="rId40"/>
      <p:boldItalic r:id="rId41"/>
    </p:embeddedFont>
    <p:embeddedFont>
      <p:font typeface="DM Sans" pitchFamily="2" charset="77"/>
      <p:regular r:id="rId42"/>
      <p:bold r:id="rId43"/>
      <p:italic r:id="rId44"/>
      <p:boldItalic r:id="rId45"/>
    </p:embeddedFont>
    <p:embeddedFont>
      <p:font typeface="DM Sans 14pt" pitchFamily="2" charset="77"/>
      <p:regular r:id="rId46"/>
      <p:bold r:id="rId47"/>
      <p:italic r:id="rId48"/>
      <p:boldItalic r:id="rId49"/>
    </p:embeddedFont>
    <p:embeddedFont>
      <p:font typeface="DM Sans 14pt SemiBold" pitchFamily="2" charset="77"/>
      <p:regular r:id="rId50"/>
      <p:bold r:id="rId51"/>
      <p:italic r:id="rId52"/>
      <p:boldItalic r:id="rId53"/>
    </p:embeddedFont>
    <p:embeddedFont>
      <p:font typeface="Inter" panose="02000503000000020004" pitchFamily="2" charset="0"/>
      <p:regular r:id="rId54"/>
      <p:bold r:id="rId55"/>
      <p:italic r:id="rId56"/>
      <p:boldItalic r:id="rId57"/>
    </p:embeddedFont>
    <p:embeddedFont>
      <p:font typeface="Inter Medium" panose="020F0502020204030204" pitchFamily="34" charset="0"/>
      <p:regular r:id="rId58"/>
      <p:bold r:id="rId59"/>
      <p:italic r:id="rId60"/>
      <p:boldItalic r:id="rId61"/>
    </p:embeddedFont>
    <p:embeddedFont>
      <p:font typeface="Inter SemiBold" panose="020F0502020204030204" pitchFamily="34" charset="0"/>
      <p:regular r:id="rId62"/>
      <p:bold r:id="rId63"/>
      <p:italic r:id="rId64"/>
      <p:boldItalic r:id="rId65"/>
    </p:embeddedFont>
    <p:embeddedFont>
      <p:font typeface="JetBrains Mono" panose="02000009000000000000" pitchFamily="49" charset="0"/>
      <p:regular r:id="rId66"/>
      <p:bold r:id="rId67"/>
      <p:italic r:id="rId68"/>
      <p:boldItalic r:id="rId69"/>
    </p:embeddedFont>
    <p:embeddedFont>
      <p:font typeface="JetBrains Mono ExtraBold" panose="020F0502020204030204" pitchFamily="34" charset="0"/>
      <p:bold r:id="rId70"/>
      <p:italic r:id="rId71"/>
      <p:boldItalic r:id="rId72"/>
    </p:embeddedFont>
    <p:embeddedFont>
      <p:font typeface="JetBrains Mono Medium" panose="020F0502020204030204" pitchFamily="34" charset="0"/>
      <p:regular r:id="rId73"/>
      <p:bold r:id="rId74"/>
      <p:italic r:id="rId75"/>
      <p:boldItalic r:id="rId76"/>
    </p:embeddedFont>
    <p:embeddedFont>
      <p:font typeface="JetBrains Mono SemiBold" panose="020F0502020204030204" pitchFamily="34" charset="0"/>
      <p:regular r:id="rId77"/>
      <p:bold r:id="rId78"/>
      <p:italic r:id="rId79"/>
      <p:boldItalic r:id="rId80"/>
    </p:embeddedFont>
    <p:embeddedFont>
      <p:font typeface="Open Sans" panose="020B0606030504020204" pitchFamily="34" charset="0"/>
      <p:regular r:id="rId81"/>
      <p:bold r:id="rId82"/>
      <p:italic r:id="rId83"/>
      <p:boldItalic r:id="rId84"/>
    </p:embeddedFont>
    <p:embeddedFont>
      <p:font typeface="Open Sans Extrabold" panose="020B0606030504020204" pitchFamily="34" charset="0"/>
      <p:bold r:id="rId85"/>
      <p:italic r:id="rId86"/>
      <p:boldItalic r:id="rId87"/>
    </p:embeddedFont>
    <p:embeddedFont>
      <p:font typeface="Open Sans Light" panose="020B0306030504020204" pitchFamily="34" charset="0"/>
      <p:regular r:id="rId88"/>
      <p:italic r:id="rId8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21EC180-500D-4391-9AB7-3260FDF59E6C}">
  <a:tblStyle styleId="{C21EC180-500D-4391-9AB7-3260FDF59E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49"/>
    <p:restoredTop sz="96301"/>
  </p:normalViewPr>
  <p:slideViewPr>
    <p:cSldViewPr snapToGrid="0">
      <p:cViewPr varScale="1">
        <p:scale>
          <a:sx n="137" d="100"/>
          <a:sy n="137" d="100"/>
        </p:scale>
        <p:origin x="17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63" Type="http://schemas.openxmlformats.org/officeDocument/2006/relationships/font" Target="fonts/font27.fntdata"/><Relationship Id="rId68" Type="http://schemas.openxmlformats.org/officeDocument/2006/relationships/font" Target="fonts/font32.fntdata"/><Relationship Id="rId84" Type="http://schemas.openxmlformats.org/officeDocument/2006/relationships/font" Target="fonts/font48.fntdata"/><Relationship Id="rId89" Type="http://schemas.openxmlformats.org/officeDocument/2006/relationships/font" Target="fonts/font53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53" Type="http://schemas.openxmlformats.org/officeDocument/2006/relationships/font" Target="fonts/font17.fntdata"/><Relationship Id="rId58" Type="http://schemas.openxmlformats.org/officeDocument/2006/relationships/font" Target="fonts/font22.fntdata"/><Relationship Id="rId74" Type="http://schemas.openxmlformats.org/officeDocument/2006/relationships/font" Target="fonts/font38.fntdata"/><Relationship Id="rId79" Type="http://schemas.openxmlformats.org/officeDocument/2006/relationships/font" Target="fonts/font43.fntdata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64" Type="http://schemas.openxmlformats.org/officeDocument/2006/relationships/font" Target="fonts/font28.fntdata"/><Relationship Id="rId69" Type="http://schemas.openxmlformats.org/officeDocument/2006/relationships/font" Target="fonts/font33.fntdata"/><Relationship Id="rId8" Type="http://schemas.openxmlformats.org/officeDocument/2006/relationships/slide" Target="slides/slide7.xml"/><Relationship Id="rId51" Type="http://schemas.openxmlformats.org/officeDocument/2006/relationships/font" Target="fonts/font15.fntdata"/><Relationship Id="rId72" Type="http://schemas.openxmlformats.org/officeDocument/2006/relationships/font" Target="fonts/font36.fntdata"/><Relationship Id="rId80" Type="http://schemas.openxmlformats.org/officeDocument/2006/relationships/font" Target="fonts/font44.fntdata"/><Relationship Id="rId85" Type="http://schemas.openxmlformats.org/officeDocument/2006/relationships/font" Target="fonts/font49.fntdata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59" Type="http://schemas.openxmlformats.org/officeDocument/2006/relationships/font" Target="fonts/font23.fntdata"/><Relationship Id="rId67" Type="http://schemas.openxmlformats.org/officeDocument/2006/relationships/font" Target="fonts/font31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font" Target="fonts/font18.fntdata"/><Relationship Id="rId62" Type="http://schemas.openxmlformats.org/officeDocument/2006/relationships/font" Target="fonts/font26.fntdata"/><Relationship Id="rId70" Type="http://schemas.openxmlformats.org/officeDocument/2006/relationships/font" Target="fonts/font34.fntdata"/><Relationship Id="rId75" Type="http://schemas.openxmlformats.org/officeDocument/2006/relationships/font" Target="fonts/font39.fntdata"/><Relationship Id="rId83" Type="http://schemas.openxmlformats.org/officeDocument/2006/relationships/font" Target="fonts/font47.fntdata"/><Relationship Id="rId88" Type="http://schemas.openxmlformats.org/officeDocument/2006/relationships/font" Target="fonts/font52.fntdata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57" Type="http://schemas.openxmlformats.org/officeDocument/2006/relationships/font" Target="fonts/font2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font" Target="fonts/font16.fntdata"/><Relationship Id="rId60" Type="http://schemas.openxmlformats.org/officeDocument/2006/relationships/font" Target="fonts/font24.fntdata"/><Relationship Id="rId65" Type="http://schemas.openxmlformats.org/officeDocument/2006/relationships/font" Target="fonts/font29.fntdata"/><Relationship Id="rId73" Type="http://schemas.openxmlformats.org/officeDocument/2006/relationships/font" Target="fonts/font37.fntdata"/><Relationship Id="rId78" Type="http://schemas.openxmlformats.org/officeDocument/2006/relationships/font" Target="fonts/font42.fntdata"/><Relationship Id="rId81" Type="http://schemas.openxmlformats.org/officeDocument/2006/relationships/font" Target="fonts/font45.fntdata"/><Relationship Id="rId86" Type="http://schemas.openxmlformats.org/officeDocument/2006/relationships/font" Target="fonts/font5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font" Target="fonts/font3.fntdata"/><Relationship Id="rId34" Type="http://schemas.openxmlformats.org/officeDocument/2006/relationships/slide" Target="slides/slide33.xml"/><Relationship Id="rId50" Type="http://schemas.openxmlformats.org/officeDocument/2006/relationships/font" Target="fonts/font14.fntdata"/><Relationship Id="rId55" Type="http://schemas.openxmlformats.org/officeDocument/2006/relationships/font" Target="fonts/font19.fntdata"/><Relationship Id="rId76" Type="http://schemas.openxmlformats.org/officeDocument/2006/relationships/font" Target="fonts/font40.fntdata"/><Relationship Id="rId7" Type="http://schemas.openxmlformats.org/officeDocument/2006/relationships/slide" Target="slides/slide6.xml"/><Relationship Id="rId71" Type="http://schemas.openxmlformats.org/officeDocument/2006/relationships/font" Target="fonts/font35.fntdata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66" Type="http://schemas.openxmlformats.org/officeDocument/2006/relationships/font" Target="fonts/font30.fntdata"/><Relationship Id="rId87" Type="http://schemas.openxmlformats.org/officeDocument/2006/relationships/font" Target="fonts/font51.fntdata"/><Relationship Id="rId61" Type="http://schemas.openxmlformats.org/officeDocument/2006/relationships/font" Target="fonts/font25.fntdata"/><Relationship Id="rId82" Type="http://schemas.openxmlformats.org/officeDocument/2006/relationships/font" Target="fonts/font4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font" Target="fonts/font20.fntdata"/><Relationship Id="rId77" Type="http://schemas.openxmlformats.org/officeDocument/2006/relationships/font" Target="fonts/font4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10331470e32_0_9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10331470e32_0_9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>
          <a:extLst>
            <a:ext uri="{FF2B5EF4-FFF2-40B4-BE49-F238E27FC236}">
              <a16:creationId xmlns:a16="http://schemas.microsoft.com/office/drawing/2014/main" id="{03F3E683-E811-FD10-FE7F-761869AD6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10331470e32_0_901:notes">
            <a:extLst>
              <a:ext uri="{FF2B5EF4-FFF2-40B4-BE49-F238E27FC236}">
                <a16:creationId xmlns:a16="http://schemas.microsoft.com/office/drawing/2014/main" id="{49F8FB37-A52B-907D-941C-0165B667CC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10331470e32_0_901:notes">
            <a:extLst>
              <a:ext uri="{FF2B5EF4-FFF2-40B4-BE49-F238E27FC236}">
                <a16:creationId xmlns:a16="http://schemas.microsoft.com/office/drawing/2014/main" id="{D91BCFA2-908B-8D3D-8939-127E356017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382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ue" preserve="1">
  <p:cSld name="01_TitleSlide_Navy">
    <p:bg>
      <p:bgPr>
        <a:solidFill>
          <a:schemeClr val="tx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>
            <a:spLocks noGrp="1"/>
          </p:cNvSpPr>
          <p:nvPr>
            <p:ph type="subTitle" idx="1"/>
          </p:nvPr>
        </p:nvSpPr>
        <p:spPr>
          <a:xfrm>
            <a:off x="638500" y="1160233"/>
            <a:ext cx="4542400" cy="2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JetBrains Mono"/>
              <a:buNone/>
              <a:defRPr sz="1733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8" name="Google Shape;8;p2"/>
          <p:cNvSpPr txBox="1">
            <a:spLocks noGrp="1"/>
          </p:cNvSpPr>
          <p:nvPr>
            <p:ph type="title"/>
          </p:nvPr>
        </p:nvSpPr>
        <p:spPr>
          <a:xfrm>
            <a:off x="638500" y="1803333"/>
            <a:ext cx="7152000" cy="29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Inter"/>
              <a:buNone/>
              <a:defRPr sz="72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58AA2F5-FD4F-95AE-6AC7-A881A1E355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501" y="5697767"/>
            <a:ext cx="1841009" cy="54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6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ack 1" preserve="1">
  <p:cSld name="01_TitleSlide_Navy-Grid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638500" y="845600"/>
            <a:ext cx="4568800" cy="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638500" y="1312133"/>
            <a:ext cx="10801600" cy="20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Inter"/>
              <a:buNone/>
              <a:defRPr sz="6667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36CD7C8-327E-5F0A-F7F0-227A7769A8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501" y="4160016"/>
            <a:ext cx="1841009" cy="549987"/>
          </a:xfrm>
          <a:prstGeom prst="rect">
            <a:avLst/>
          </a:prstGeom>
        </p:spPr>
      </p:pic>
      <p:pic>
        <p:nvPicPr>
          <p:cNvPr id="6" name="Picture 5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2E0592F6-6538-A264-2200-99E1F1B590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117" r="5354" b="84382"/>
          <a:stretch>
            <a:fillRect/>
          </a:stretch>
        </p:blipFill>
        <p:spPr>
          <a:xfrm>
            <a:off x="1" y="5116182"/>
            <a:ext cx="12192000" cy="179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623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ue2" preserve="1">
  <p:cSld name="01_TitleSlide_Navy Grid Pink">
    <p:bg>
      <p:bgPr>
        <a:solidFill>
          <a:schemeClr val="tx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02237" y="1638367"/>
            <a:ext cx="7152000" cy="2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558636" y="3891704"/>
            <a:ext cx="7142800" cy="16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5858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ack2" preserve="1" userDrawn="1">
  <p:cSld name="01_TitleSlide_Navy-BottomGrid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602237" y="1638367"/>
            <a:ext cx="7152000" cy="2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" name="Google Shape;27;p6">
            <a:extLst>
              <a:ext uri="{FF2B5EF4-FFF2-40B4-BE49-F238E27FC236}">
                <a16:creationId xmlns:a16="http://schemas.microsoft.com/office/drawing/2014/main" id="{9234CE04-3F00-9581-BBED-882ADF136F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8636" y="3891704"/>
            <a:ext cx="7142800" cy="16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4" name="Picture 3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148E2C95-8F92-25CF-FC6D-2520B3C576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117" r="5354" b="84382"/>
          <a:stretch>
            <a:fillRect/>
          </a:stretch>
        </p:blipFill>
        <p:spPr>
          <a:xfrm>
            <a:off x="1" y="5116182"/>
            <a:ext cx="12192000" cy="179243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E235D16-DA19-F83B-7FDF-DD7F21151A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238" y="670092"/>
            <a:ext cx="1891956" cy="56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27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Blue" preserve="1">
  <p:cSld name="05_SpeakerSlide01">
    <p:bg>
      <p:bgPr>
        <a:solidFill>
          <a:schemeClr val="tx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38867" y="963500"/>
            <a:ext cx="5770400" cy="19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1"/>
          </p:nvPr>
        </p:nvSpPr>
        <p:spPr>
          <a:xfrm>
            <a:off x="438871" y="457200"/>
            <a:ext cx="5152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2"/>
          </p:nvPr>
        </p:nvSpPr>
        <p:spPr>
          <a:xfrm>
            <a:off x="8094433" y="2431933"/>
            <a:ext cx="2656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39" name="Google Shape;39;p8"/>
          <p:cNvSpPr txBox="1">
            <a:spLocks noGrp="1"/>
          </p:cNvSpPr>
          <p:nvPr>
            <p:ph type="subTitle" idx="3"/>
          </p:nvPr>
        </p:nvSpPr>
        <p:spPr>
          <a:xfrm>
            <a:off x="8094445" y="27971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0" name="Google Shape;40;p8"/>
          <p:cNvSpPr>
            <a:spLocks noGrp="1"/>
          </p:cNvSpPr>
          <p:nvPr>
            <p:ph type="pic" idx="4"/>
          </p:nvPr>
        </p:nvSpPr>
        <p:spPr>
          <a:xfrm>
            <a:off x="8094437" y="963487"/>
            <a:ext cx="1168000" cy="11680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Google Shape;41;p8"/>
          <p:cNvSpPr txBox="1">
            <a:spLocks noGrp="1"/>
          </p:cNvSpPr>
          <p:nvPr>
            <p:ph type="subTitle" idx="5"/>
          </p:nvPr>
        </p:nvSpPr>
        <p:spPr>
          <a:xfrm>
            <a:off x="8094433" y="5227033"/>
            <a:ext cx="2706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ubTitle" idx="6"/>
          </p:nvPr>
        </p:nvSpPr>
        <p:spPr>
          <a:xfrm>
            <a:off x="8094445" y="55922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3" name="Google Shape;43;p8"/>
          <p:cNvSpPr>
            <a:spLocks noGrp="1"/>
          </p:cNvSpPr>
          <p:nvPr>
            <p:ph type="pic" idx="7"/>
          </p:nvPr>
        </p:nvSpPr>
        <p:spPr>
          <a:xfrm>
            <a:off x="8094437" y="3758587"/>
            <a:ext cx="1168000" cy="11680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5B95795-7C29-F017-9AC2-8F4E8BBD287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17280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6FABB7-CE29-173E-772F-E7CDAEB51B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632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>
  <p:cSld name="SpeakerSlide02">
    <p:bg>
      <p:bgPr>
        <a:solidFill>
          <a:schemeClr val="tx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>
            <a:spLocks noGrp="1"/>
          </p:cNvSpPr>
          <p:nvPr>
            <p:ph type="pic" idx="2"/>
          </p:nvPr>
        </p:nvSpPr>
        <p:spPr>
          <a:xfrm>
            <a:off x="7730104" y="3071753"/>
            <a:ext cx="1168000" cy="11680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7" name="Google Shape;47;p9"/>
          <p:cNvSpPr>
            <a:spLocks noGrp="1"/>
          </p:cNvSpPr>
          <p:nvPr>
            <p:ph type="pic" idx="3"/>
          </p:nvPr>
        </p:nvSpPr>
        <p:spPr>
          <a:xfrm>
            <a:off x="4118904" y="3071753"/>
            <a:ext cx="1168000" cy="11680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438871" y="963512"/>
            <a:ext cx="7152000" cy="19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438871" y="457200"/>
            <a:ext cx="5152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JetBrains Mono"/>
              <a:buNone/>
              <a:defRPr sz="1733" b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9pPr>
          </a:lstStyle>
          <a:p>
            <a:endParaRPr dirty="0"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4"/>
          </p:nvPr>
        </p:nvSpPr>
        <p:spPr>
          <a:xfrm>
            <a:off x="507700" y="4438600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5"/>
          </p:nvPr>
        </p:nvSpPr>
        <p:spPr>
          <a:xfrm>
            <a:off x="507712" y="5191079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>
            <a:spLocks noGrp="1"/>
          </p:cNvSpPr>
          <p:nvPr>
            <p:ph type="pic" idx="6"/>
          </p:nvPr>
        </p:nvSpPr>
        <p:spPr>
          <a:xfrm>
            <a:off x="507704" y="3071753"/>
            <a:ext cx="1168000" cy="11680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Google Shape;53;p9"/>
          <p:cNvSpPr txBox="1">
            <a:spLocks noGrp="1"/>
          </p:cNvSpPr>
          <p:nvPr>
            <p:ph type="subTitle" idx="7"/>
          </p:nvPr>
        </p:nvSpPr>
        <p:spPr>
          <a:xfrm>
            <a:off x="4118900" y="4438600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ubTitle" idx="8"/>
          </p:nvPr>
        </p:nvSpPr>
        <p:spPr>
          <a:xfrm>
            <a:off x="4118912" y="5191079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9"/>
          </p:nvPr>
        </p:nvSpPr>
        <p:spPr>
          <a:xfrm>
            <a:off x="7730100" y="4438600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ubTitle" idx="13"/>
          </p:nvPr>
        </p:nvSpPr>
        <p:spPr>
          <a:xfrm>
            <a:off x="7730112" y="5191079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A4A4E1-6468-5D96-0072-9FA802E7017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EF75230-4955-CCC9-BE15-069A33AC63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764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Gray" preserve="1">
  <p:cSld name="SpeakerSlide03">
    <p:bg>
      <p:bgPr>
        <a:solidFill>
          <a:schemeClr val="tx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subTitle" idx="1"/>
          </p:nvPr>
        </p:nvSpPr>
        <p:spPr>
          <a:xfrm>
            <a:off x="507700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438871" y="947563"/>
            <a:ext cx="7152000" cy="1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subTitle" idx="2"/>
          </p:nvPr>
        </p:nvSpPr>
        <p:spPr>
          <a:xfrm>
            <a:off x="507712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ubTitle" idx="3"/>
          </p:nvPr>
        </p:nvSpPr>
        <p:spPr>
          <a:xfrm>
            <a:off x="438871" y="457200"/>
            <a:ext cx="5152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9pPr>
          </a:lstStyle>
          <a:p>
            <a:endParaRPr dirty="0"/>
          </a:p>
        </p:txBody>
      </p:sp>
      <p:sp>
        <p:nvSpPr>
          <p:cNvPr id="64" name="Google Shape;64;p10"/>
          <p:cNvSpPr>
            <a:spLocks noGrp="1"/>
          </p:cNvSpPr>
          <p:nvPr>
            <p:ph type="pic" idx="4"/>
          </p:nvPr>
        </p:nvSpPr>
        <p:spPr>
          <a:xfrm>
            <a:off x="507684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Google Shape;65;p10"/>
          <p:cNvSpPr txBox="1">
            <a:spLocks noGrp="1"/>
          </p:cNvSpPr>
          <p:nvPr>
            <p:ph type="subTitle" idx="5"/>
          </p:nvPr>
        </p:nvSpPr>
        <p:spPr>
          <a:xfrm>
            <a:off x="2806633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6"/>
          </p:nvPr>
        </p:nvSpPr>
        <p:spPr>
          <a:xfrm>
            <a:off x="2806645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7"/>
          </p:nvPr>
        </p:nvSpPr>
        <p:spPr>
          <a:xfrm>
            <a:off x="2806617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10"/>
          <p:cNvSpPr txBox="1">
            <a:spLocks noGrp="1"/>
          </p:cNvSpPr>
          <p:nvPr>
            <p:ph type="subTitle" idx="8"/>
          </p:nvPr>
        </p:nvSpPr>
        <p:spPr>
          <a:xfrm>
            <a:off x="5165567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ubTitle" idx="9"/>
          </p:nvPr>
        </p:nvSpPr>
        <p:spPr>
          <a:xfrm>
            <a:off x="5165579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13"/>
          </p:nvPr>
        </p:nvSpPr>
        <p:spPr>
          <a:xfrm>
            <a:off x="5165551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Google Shape;71;p10"/>
          <p:cNvSpPr txBox="1">
            <a:spLocks noGrp="1"/>
          </p:cNvSpPr>
          <p:nvPr>
            <p:ph type="subTitle" idx="14"/>
          </p:nvPr>
        </p:nvSpPr>
        <p:spPr>
          <a:xfrm>
            <a:off x="7524500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ubTitle" idx="15"/>
          </p:nvPr>
        </p:nvSpPr>
        <p:spPr>
          <a:xfrm>
            <a:off x="7524512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16"/>
          </p:nvPr>
        </p:nvSpPr>
        <p:spPr>
          <a:xfrm>
            <a:off x="7524484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Google Shape;74;p10"/>
          <p:cNvSpPr txBox="1">
            <a:spLocks noGrp="1"/>
          </p:cNvSpPr>
          <p:nvPr>
            <p:ph type="subTitle" idx="17"/>
          </p:nvPr>
        </p:nvSpPr>
        <p:spPr>
          <a:xfrm>
            <a:off x="9883433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subTitle" idx="18"/>
          </p:nvPr>
        </p:nvSpPr>
        <p:spPr>
          <a:xfrm>
            <a:off x="9883445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6" name="Google Shape;76;p10"/>
          <p:cNvSpPr>
            <a:spLocks noGrp="1"/>
          </p:cNvSpPr>
          <p:nvPr>
            <p:ph type="pic" idx="19"/>
          </p:nvPr>
        </p:nvSpPr>
        <p:spPr>
          <a:xfrm>
            <a:off x="9883417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0CDC17-0E4F-3FC2-ED8A-A367509C724E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4C69F84-6907-EB6A-28AB-48B490963A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660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4Speakers" preserve="1">
  <p:cSld name="SpeakerSlide04">
    <p:bg>
      <p:bgPr>
        <a:solidFill>
          <a:schemeClr val="tx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>
            <a:spLocks noGrp="1"/>
          </p:cNvSpPr>
          <p:nvPr>
            <p:ph type="pic" idx="2"/>
          </p:nvPr>
        </p:nvSpPr>
        <p:spPr>
          <a:xfrm>
            <a:off x="440367" y="2276033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1"/>
          </p:nvPr>
        </p:nvSpPr>
        <p:spPr>
          <a:xfrm>
            <a:off x="2122689" y="2490712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82" name="Google Shape;82;p11"/>
          <p:cNvSpPr txBox="1">
            <a:spLocks noGrp="1"/>
          </p:cNvSpPr>
          <p:nvPr>
            <p:ph type="subTitle" idx="3"/>
          </p:nvPr>
        </p:nvSpPr>
        <p:spPr>
          <a:xfrm>
            <a:off x="2122689" y="2957512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84" name="Google Shape;84;p11"/>
          <p:cNvSpPr txBox="1">
            <a:spLocks noGrp="1"/>
          </p:cNvSpPr>
          <p:nvPr>
            <p:ph type="subTitle" idx="4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85" name="Google Shape;85;p11"/>
          <p:cNvSpPr>
            <a:spLocks noGrp="1"/>
          </p:cNvSpPr>
          <p:nvPr>
            <p:ph type="pic" idx="5"/>
          </p:nvPr>
        </p:nvSpPr>
        <p:spPr>
          <a:xfrm>
            <a:off x="440367" y="4171967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6"/>
          </p:nvPr>
        </p:nvSpPr>
        <p:spPr>
          <a:xfrm>
            <a:off x="2122689" y="4386645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87" name="Google Shape;87;p11"/>
          <p:cNvSpPr txBox="1">
            <a:spLocks noGrp="1"/>
          </p:cNvSpPr>
          <p:nvPr>
            <p:ph type="subTitle" idx="7"/>
          </p:nvPr>
        </p:nvSpPr>
        <p:spPr>
          <a:xfrm>
            <a:off x="2122689" y="4853445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>
            <a:spLocks noGrp="1"/>
          </p:cNvSpPr>
          <p:nvPr>
            <p:ph type="pic" idx="8"/>
          </p:nvPr>
        </p:nvSpPr>
        <p:spPr>
          <a:xfrm>
            <a:off x="6096000" y="2276033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9" name="Google Shape;89;p11"/>
          <p:cNvSpPr txBox="1">
            <a:spLocks noGrp="1"/>
          </p:cNvSpPr>
          <p:nvPr>
            <p:ph type="subTitle" idx="9"/>
          </p:nvPr>
        </p:nvSpPr>
        <p:spPr>
          <a:xfrm>
            <a:off x="7778323" y="2490712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3"/>
          </p:nvPr>
        </p:nvSpPr>
        <p:spPr>
          <a:xfrm>
            <a:off x="7778323" y="2957512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1" name="Google Shape;91;p11"/>
          <p:cNvSpPr>
            <a:spLocks noGrp="1"/>
          </p:cNvSpPr>
          <p:nvPr>
            <p:ph type="pic" idx="14"/>
          </p:nvPr>
        </p:nvSpPr>
        <p:spPr>
          <a:xfrm>
            <a:off x="6096000" y="4171967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92" name="Google Shape;92;p11"/>
          <p:cNvSpPr txBox="1">
            <a:spLocks noGrp="1"/>
          </p:cNvSpPr>
          <p:nvPr>
            <p:ph type="subTitle" idx="15"/>
          </p:nvPr>
        </p:nvSpPr>
        <p:spPr>
          <a:xfrm>
            <a:off x="7778323" y="4386645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ubTitle" idx="16"/>
          </p:nvPr>
        </p:nvSpPr>
        <p:spPr>
          <a:xfrm>
            <a:off x="7778323" y="4853445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EE2A1F-3830-A5CB-E1F6-27CBACECC52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3A70757-D141-ED17-1765-6C3A06590E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33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6Speakers" preserve="1">
  <p:cSld name="SpeakerSlide05">
    <p:bg>
      <p:bgPr>
        <a:solidFill>
          <a:schemeClr val="tx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subTitle" idx="1"/>
          </p:nvPr>
        </p:nvSpPr>
        <p:spPr>
          <a:xfrm>
            <a:off x="9587163" y="26411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subTitle" idx="2"/>
          </p:nvPr>
        </p:nvSpPr>
        <p:spPr>
          <a:xfrm>
            <a:off x="9587163" y="31079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subTitle" idx="3"/>
          </p:nvPr>
        </p:nvSpPr>
        <p:spPr>
          <a:xfrm>
            <a:off x="9587163" y="4471111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subTitle" idx="4"/>
          </p:nvPr>
        </p:nvSpPr>
        <p:spPr>
          <a:xfrm>
            <a:off x="9587163" y="4937907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subTitle" idx="5"/>
          </p:nvPr>
        </p:nvSpPr>
        <p:spPr>
          <a:xfrm>
            <a:off x="5720160" y="26411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subTitle" idx="6"/>
          </p:nvPr>
        </p:nvSpPr>
        <p:spPr>
          <a:xfrm>
            <a:off x="5720160" y="31079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subTitle" idx="7"/>
          </p:nvPr>
        </p:nvSpPr>
        <p:spPr>
          <a:xfrm>
            <a:off x="5720160" y="4471111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subTitle" idx="8"/>
          </p:nvPr>
        </p:nvSpPr>
        <p:spPr>
          <a:xfrm>
            <a:off x="5720160" y="4937907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subTitle" idx="9"/>
          </p:nvPr>
        </p:nvSpPr>
        <p:spPr>
          <a:xfrm>
            <a:off x="1853156" y="26411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6" name="Google Shape;106;p12"/>
          <p:cNvSpPr txBox="1">
            <a:spLocks noGrp="1"/>
          </p:cNvSpPr>
          <p:nvPr>
            <p:ph type="subTitle" idx="13"/>
          </p:nvPr>
        </p:nvSpPr>
        <p:spPr>
          <a:xfrm>
            <a:off x="1853156" y="31079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7" name="Google Shape;107;p12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8" name="Google Shape;108;p12"/>
          <p:cNvSpPr txBox="1">
            <a:spLocks noGrp="1"/>
          </p:cNvSpPr>
          <p:nvPr>
            <p:ph type="subTitle" idx="14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9" name="Google Shape;109;p12"/>
          <p:cNvSpPr txBox="1">
            <a:spLocks noGrp="1"/>
          </p:cNvSpPr>
          <p:nvPr>
            <p:ph type="subTitle" idx="15"/>
          </p:nvPr>
        </p:nvSpPr>
        <p:spPr>
          <a:xfrm>
            <a:off x="1853156" y="4471111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110" name="Google Shape;110;p12"/>
          <p:cNvSpPr txBox="1">
            <a:spLocks noGrp="1"/>
          </p:cNvSpPr>
          <p:nvPr>
            <p:ph type="subTitle" idx="16"/>
          </p:nvPr>
        </p:nvSpPr>
        <p:spPr>
          <a:xfrm>
            <a:off x="1853156" y="4937907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1" name="Google Shape;111;p12"/>
          <p:cNvSpPr>
            <a:spLocks noGrp="1"/>
          </p:cNvSpPr>
          <p:nvPr>
            <p:ph type="pic" idx="17"/>
          </p:nvPr>
        </p:nvSpPr>
        <p:spPr>
          <a:xfrm>
            <a:off x="431515" y="2340263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2" name="Google Shape;112;p12"/>
          <p:cNvSpPr>
            <a:spLocks noGrp="1"/>
          </p:cNvSpPr>
          <p:nvPr>
            <p:ph type="pic" idx="18"/>
          </p:nvPr>
        </p:nvSpPr>
        <p:spPr>
          <a:xfrm>
            <a:off x="431515" y="4246929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3" name="Google Shape;113;p12"/>
          <p:cNvSpPr>
            <a:spLocks noGrp="1"/>
          </p:cNvSpPr>
          <p:nvPr>
            <p:ph type="pic" idx="19"/>
          </p:nvPr>
        </p:nvSpPr>
        <p:spPr>
          <a:xfrm>
            <a:off x="4351881" y="2340263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4" name="Google Shape;114;p12"/>
          <p:cNvSpPr>
            <a:spLocks noGrp="1"/>
          </p:cNvSpPr>
          <p:nvPr>
            <p:ph type="pic" idx="20"/>
          </p:nvPr>
        </p:nvSpPr>
        <p:spPr>
          <a:xfrm>
            <a:off x="4351881" y="4246929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5" name="Google Shape;115;p12"/>
          <p:cNvSpPr>
            <a:spLocks noGrp="1"/>
          </p:cNvSpPr>
          <p:nvPr>
            <p:ph type="pic" idx="21"/>
          </p:nvPr>
        </p:nvSpPr>
        <p:spPr>
          <a:xfrm>
            <a:off x="8218881" y="2340263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6" name="Google Shape;116;p12"/>
          <p:cNvSpPr>
            <a:spLocks noGrp="1"/>
          </p:cNvSpPr>
          <p:nvPr>
            <p:ph type="pic" idx="22"/>
          </p:nvPr>
        </p:nvSpPr>
        <p:spPr>
          <a:xfrm>
            <a:off x="8218881" y="4246929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7933D-EFC4-3BD7-44B9-335DA6A4AC2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8EEE5E6-A727-0F66-9DDA-E4112CFC0C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43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LightBlue" preserve="1">
  <p:cSld name="01_InnerTitleSlide_Navy">
    <p:bg>
      <p:bgPr>
        <a:solidFill>
          <a:schemeClr val="tx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>
            <a:spLocks noGrp="1"/>
          </p:cNvSpPr>
          <p:nvPr>
            <p:ph type="title"/>
          </p:nvPr>
        </p:nvSpPr>
        <p:spPr>
          <a:xfrm>
            <a:off x="438867" y="2316467"/>
            <a:ext cx="9563600" cy="1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Font typeface="Inter"/>
              <a:buNone/>
              <a:defRPr sz="50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22" name="Google Shape;122;p13"/>
          <p:cNvSpPr txBox="1">
            <a:spLocks noGrp="1"/>
          </p:cNvSpPr>
          <p:nvPr>
            <p:ph type="body" idx="1"/>
          </p:nvPr>
        </p:nvSpPr>
        <p:spPr>
          <a:xfrm>
            <a:off x="438867" y="3527667"/>
            <a:ext cx="7142800" cy="16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5" name="Picture 4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847B5073-C644-4CC3-5893-95EF9CBD07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20775" r="5059" b="65696"/>
          <a:stretch>
            <a:fillRect/>
          </a:stretch>
        </p:blipFill>
        <p:spPr>
          <a:xfrm>
            <a:off x="-1" y="-16"/>
            <a:ext cx="12192001" cy="1553768"/>
          </a:xfrm>
          <a:prstGeom prst="rect">
            <a:avLst/>
          </a:prstGeom>
        </p:spPr>
      </p:pic>
      <p:pic>
        <p:nvPicPr>
          <p:cNvPr id="6" name="Picture 5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477B06A8-919E-DF26-AD96-2E43767EA7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10616" r="5059" b="75855"/>
          <a:stretch>
            <a:fillRect/>
          </a:stretch>
        </p:blipFill>
        <p:spPr>
          <a:xfrm>
            <a:off x="-1" y="5361843"/>
            <a:ext cx="12192001" cy="15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LightBlue" preserve="1">
  <p:cSld name="2_InnerTitleSlide_White">
    <p:bg>
      <p:bgPr>
        <a:solidFill>
          <a:schemeClr val="tx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>
            <a:spLocks noGrp="1"/>
          </p:cNvSpPr>
          <p:nvPr>
            <p:ph type="title"/>
          </p:nvPr>
        </p:nvSpPr>
        <p:spPr>
          <a:xfrm>
            <a:off x="438867" y="2316467"/>
            <a:ext cx="9563600" cy="1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Font typeface="Inter"/>
              <a:buNone/>
              <a:defRPr sz="50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22" name="Google Shape;122;p13"/>
          <p:cNvSpPr txBox="1">
            <a:spLocks noGrp="1"/>
          </p:cNvSpPr>
          <p:nvPr>
            <p:ph type="body" idx="1"/>
          </p:nvPr>
        </p:nvSpPr>
        <p:spPr>
          <a:xfrm>
            <a:off x="438867" y="3527667"/>
            <a:ext cx="7142800" cy="16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4" name="Picture 3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DB653F79-5381-8107-6BFB-B0D18A53ED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20775" r="5059" b="65696"/>
          <a:stretch>
            <a:fillRect/>
          </a:stretch>
        </p:blipFill>
        <p:spPr>
          <a:xfrm>
            <a:off x="-1" y="-16"/>
            <a:ext cx="12192001" cy="1553768"/>
          </a:xfrm>
          <a:prstGeom prst="rect">
            <a:avLst/>
          </a:prstGeom>
        </p:spPr>
      </p:pic>
      <p:pic>
        <p:nvPicPr>
          <p:cNvPr id="5" name="Picture 4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D40EAC56-B67D-35DA-0CC7-17532D7DB9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10616" r="5059" b="75855"/>
          <a:stretch>
            <a:fillRect/>
          </a:stretch>
        </p:blipFill>
        <p:spPr>
          <a:xfrm>
            <a:off x="-1" y="5361843"/>
            <a:ext cx="12192001" cy="15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759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Split" preserve="1" userDrawn="1">
  <p:cSld name="03_Text-heavy Split-Navy">
    <p:bg>
      <p:bgPr>
        <a:solidFill>
          <a:schemeClr val="tx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6096000" y="0"/>
            <a:ext cx="60956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3224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Google Shape;128;p14">
            <a:extLst>
              <a:ext uri="{FF2B5EF4-FFF2-40B4-BE49-F238E27FC236}">
                <a16:creationId xmlns:a16="http://schemas.microsoft.com/office/drawing/2014/main" id="{36DB734E-4CE8-DE4D-ACA0-D428C85E9E9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09343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" name="Google Shape;128;p14">
            <a:extLst>
              <a:ext uri="{FF2B5EF4-FFF2-40B4-BE49-F238E27FC236}">
                <a16:creationId xmlns:a16="http://schemas.microsoft.com/office/drawing/2014/main" id="{94FB350F-6CF0-CB81-8DAF-37C927AE2949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6846193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C101B06-5940-D2DE-E578-DAA4C200593A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9DE3563-D4BC-BEDC-A82D-EE3DD9186D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317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Split" preserve="1" userDrawn="1">
  <p:cSld name="4_Text-heavy QuarterSplit-Whit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400" y="0"/>
            <a:ext cx="358404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2770677" cy="566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2800" b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28" name="Google Shape;128;p14"/>
          <p:cNvSpPr txBox="1">
            <a:spLocks noGrp="1"/>
          </p:cNvSpPr>
          <p:nvPr>
            <p:ph type="body" idx="2"/>
          </p:nvPr>
        </p:nvSpPr>
        <p:spPr>
          <a:xfrm>
            <a:off x="4035954" y="458509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" name="Google Shape;128;p14">
            <a:extLst>
              <a:ext uri="{FF2B5EF4-FFF2-40B4-BE49-F238E27FC236}">
                <a16:creationId xmlns:a16="http://schemas.microsoft.com/office/drawing/2014/main" id="{36DB734E-4CE8-DE4D-ACA0-D428C85E9E9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09343" y="1266444"/>
            <a:ext cx="2800201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09971A5-B971-DCED-B9DA-744C1C3553D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E5ECB3B-6850-139F-D91A-96E6225D91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807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Split" preserve="1" userDrawn="1">
  <p:cSld name="4_Text-heavy HalfSplit-Whit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6096000" y="0"/>
            <a:ext cx="6095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3224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28" name="Google Shape;128;p14"/>
          <p:cNvSpPr txBox="1">
            <a:spLocks noGrp="1"/>
          </p:cNvSpPr>
          <p:nvPr>
            <p:ph type="body" idx="2"/>
          </p:nvPr>
        </p:nvSpPr>
        <p:spPr>
          <a:xfrm>
            <a:off x="6859304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" name="Google Shape;128;p14">
            <a:extLst>
              <a:ext uri="{FF2B5EF4-FFF2-40B4-BE49-F238E27FC236}">
                <a16:creationId xmlns:a16="http://schemas.microsoft.com/office/drawing/2014/main" id="{36DB734E-4CE8-DE4D-ACA0-D428C85E9E9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09343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09971A5-B971-DCED-B9DA-744C1C3553D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E5ECB3B-6850-139F-D91A-96E6225D91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633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1" preserve="1">
  <p:cSld name="05_SpeakerSlide1-Navy">
    <p:bg>
      <p:bgPr>
        <a:solidFill>
          <a:schemeClr val="tx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>
            <a:spLocks noGrp="1"/>
          </p:cNvSpPr>
          <p:nvPr>
            <p:ph type="title"/>
          </p:nvPr>
        </p:nvSpPr>
        <p:spPr>
          <a:xfrm>
            <a:off x="5334900" y="1245434"/>
            <a:ext cx="5046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33" name="Google Shape;133;p15"/>
          <p:cNvSpPr txBox="1">
            <a:spLocks noGrp="1"/>
          </p:cNvSpPr>
          <p:nvPr>
            <p:ph type="body" idx="1"/>
          </p:nvPr>
        </p:nvSpPr>
        <p:spPr>
          <a:xfrm>
            <a:off x="5334895" y="4914900"/>
            <a:ext cx="35896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None/>
              <a:tabLst/>
              <a:defRPr sz="2267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4" name="Google Shape;134;p15"/>
          <p:cNvSpPr>
            <a:spLocks noGrp="1"/>
          </p:cNvSpPr>
          <p:nvPr>
            <p:ph type="pic" idx="2"/>
          </p:nvPr>
        </p:nvSpPr>
        <p:spPr>
          <a:xfrm>
            <a:off x="125" y="0"/>
            <a:ext cx="46772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Google Shape;135;p15"/>
          <p:cNvSpPr txBox="1">
            <a:spLocks noGrp="1"/>
          </p:cNvSpPr>
          <p:nvPr>
            <p:ph type="subTitle" idx="3"/>
          </p:nvPr>
        </p:nvSpPr>
        <p:spPr>
          <a:xfrm>
            <a:off x="5334900" y="717933"/>
            <a:ext cx="4757600" cy="2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body" idx="4"/>
          </p:nvPr>
        </p:nvSpPr>
        <p:spPr>
          <a:xfrm>
            <a:off x="5334895" y="5514975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7" name="Google Shape;137;p15"/>
          <p:cNvSpPr txBox="1">
            <a:spLocks noGrp="1"/>
          </p:cNvSpPr>
          <p:nvPr>
            <p:ph type="subTitle" idx="5"/>
          </p:nvPr>
        </p:nvSpPr>
        <p:spPr>
          <a:xfrm>
            <a:off x="5334895" y="2697000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78BD8C-DBF7-7B4F-FEEE-E15B35A4BBA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18D02B2-FE57-8646-28F5-30AB6E28C7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924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1" preserve="1">
  <p:cSld name="6_SpeakerSlide1-White">
    <p:bg>
      <p:bgPr>
        <a:solidFill>
          <a:schemeClr val="bg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>
            <a:spLocks noGrp="1"/>
          </p:cNvSpPr>
          <p:nvPr>
            <p:ph type="title"/>
          </p:nvPr>
        </p:nvSpPr>
        <p:spPr>
          <a:xfrm>
            <a:off x="5334900" y="1245434"/>
            <a:ext cx="5046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3" name="Google Shape;133;p15"/>
          <p:cNvSpPr txBox="1">
            <a:spLocks noGrp="1"/>
          </p:cNvSpPr>
          <p:nvPr>
            <p:ph type="body" idx="1"/>
          </p:nvPr>
        </p:nvSpPr>
        <p:spPr>
          <a:xfrm>
            <a:off x="5334895" y="4914900"/>
            <a:ext cx="35896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267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4" name="Google Shape;134;p15"/>
          <p:cNvSpPr>
            <a:spLocks noGrp="1"/>
          </p:cNvSpPr>
          <p:nvPr>
            <p:ph type="pic" idx="2"/>
          </p:nvPr>
        </p:nvSpPr>
        <p:spPr>
          <a:xfrm>
            <a:off x="125" y="0"/>
            <a:ext cx="46772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Google Shape;135;p15"/>
          <p:cNvSpPr txBox="1">
            <a:spLocks noGrp="1"/>
          </p:cNvSpPr>
          <p:nvPr>
            <p:ph type="subTitle" idx="3"/>
          </p:nvPr>
        </p:nvSpPr>
        <p:spPr>
          <a:xfrm>
            <a:off x="5334900" y="717933"/>
            <a:ext cx="4757600" cy="2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body" idx="4"/>
          </p:nvPr>
        </p:nvSpPr>
        <p:spPr>
          <a:xfrm>
            <a:off x="5334895" y="5514975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7" name="Google Shape;137;p15"/>
          <p:cNvSpPr txBox="1">
            <a:spLocks noGrp="1"/>
          </p:cNvSpPr>
          <p:nvPr>
            <p:ph type="subTitle" idx="5"/>
          </p:nvPr>
        </p:nvSpPr>
        <p:spPr>
          <a:xfrm>
            <a:off x="5334895" y="2697000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3DBA5-08F6-B16B-930C-50CD5175249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91CD24E-765A-60F7-1878-3719FA3FFD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304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2" preserve="1">
  <p:cSld name="05_SpeakerSlide-Alt-Navy">
    <p:bg>
      <p:bgPr>
        <a:solidFill>
          <a:schemeClr val="tx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>
            <a:spLocks noGrp="1"/>
          </p:cNvSpPr>
          <p:nvPr>
            <p:ph type="pic" idx="2"/>
          </p:nvPr>
        </p:nvSpPr>
        <p:spPr>
          <a:xfrm>
            <a:off x="888433" y="688800"/>
            <a:ext cx="3579200" cy="3403600"/>
          </a:xfrm>
          <a:prstGeom prst="roundRect">
            <a:avLst>
              <a:gd name="adj" fmla="val 352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Google Shape;142;p16"/>
          <p:cNvSpPr txBox="1">
            <a:spLocks noGrp="1"/>
          </p:cNvSpPr>
          <p:nvPr>
            <p:ph type="title"/>
          </p:nvPr>
        </p:nvSpPr>
        <p:spPr>
          <a:xfrm>
            <a:off x="5334895" y="1245434"/>
            <a:ext cx="5046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43" name="Google Shape;143;p16"/>
          <p:cNvSpPr txBox="1">
            <a:spLocks noGrp="1"/>
          </p:cNvSpPr>
          <p:nvPr>
            <p:ph type="subTitle" idx="1"/>
          </p:nvPr>
        </p:nvSpPr>
        <p:spPr>
          <a:xfrm>
            <a:off x="5334900" y="717933"/>
            <a:ext cx="4418000" cy="2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0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144" name="Google Shape;144;p16"/>
          <p:cNvSpPr txBox="1">
            <a:spLocks noGrp="1"/>
          </p:cNvSpPr>
          <p:nvPr>
            <p:ph type="subTitle" idx="3"/>
          </p:nvPr>
        </p:nvSpPr>
        <p:spPr>
          <a:xfrm>
            <a:off x="5334895" y="2697000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45" name="Google Shape;145;p16"/>
          <p:cNvSpPr txBox="1">
            <a:spLocks noGrp="1"/>
          </p:cNvSpPr>
          <p:nvPr>
            <p:ph type="body" idx="4"/>
          </p:nvPr>
        </p:nvSpPr>
        <p:spPr>
          <a:xfrm>
            <a:off x="877828" y="4575467"/>
            <a:ext cx="35896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267" b="1">
                <a:solidFill>
                  <a:srgbClr val="0099FF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○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■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●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○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■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●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○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■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46" name="Google Shape;146;p16"/>
          <p:cNvSpPr txBox="1">
            <a:spLocks noGrp="1"/>
          </p:cNvSpPr>
          <p:nvPr>
            <p:ph type="body" idx="5"/>
          </p:nvPr>
        </p:nvSpPr>
        <p:spPr>
          <a:xfrm>
            <a:off x="877828" y="5075741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B337281-1A85-1251-8C68-062FE93F9A4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9707AE-136D-EB51-B779-A5FEE6F820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1842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4 + Photos" preserve="1">
  <p:cSld name="05_Speaker4 + Photos">
    <p:bg>
      <p:bgPr>
        <a:solidFill>
          <a:schemeClr val="tx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>
            <a:spLocks noGrp="1"/>
          </p:cNvSpPr>
          <p:nvPr>
            <p:ph type="title"/>
          </p:nvPr>
        </p:nvSpPr>
        <p:spPr>
          <a:xfrm>
            <a:off x="438871" y="457201"/>
            <a:ext cx="76572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1" name="Google Shape;151;p17"/>
          <p:cNvSpPr txBox="1">
            <a:spLocks noGrp="1"/>
          </p:cNvSpPr>
          <p:nvPr>
            <p:ph type="body" idx="1"/>
          </p:nvPr>
        </p:nvSpPr>
        <p:spPr>
          <a:xfrm>
            <a:off x="438868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2" name="Google Shape;152;p17"/>
          <p:cNvSpPr txBox="1">
            <a:spLocks noGrp="1"/>
          </p:cNvSpPr>
          <p:nvPr>
            <p:ph type="body" idx="2"/>
          </p:nvPr>
        </p:nvSpPr>
        <p:spPr>
          <a:xfrm>
            <a:off x="438867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3" name="Google Shape;153;p17"/>
          <p:cNvSpPr>
            <a:spLocks noGrp="1"/>
          </p:cNvSpPr>
          <p:nvPr>
            <p:ph type="pic" idx="3"/>
          </p:nvPr>
        </p:nvSpPr>
        <p:spPr>
          <a:xfrm>
            <a:off x="438800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4" name="Google Shape;154;p17"/>
          <p:cNvSpPr>
            <a:spLocks noGrp="1"/>
          </p:cNvSpPr>
          <p:nvPr>
            <p:ph type="pic" idx="4"/>
          </p:nvPr>
        </p:nvSpPr>
        <p:spPr>
          <a:xfrm>
            <a:off x="3485133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5" name="Google Shape;155;p17"/>
          <p:cNvSpPr>
            <a:spLocks noGrp="1"/>
          </p:cNvSpPr>
          <p:nvPr>
            <p:ph type="pic" idx="5"/>
          </p:nvPr>
        </p:nvSpPr>
        <p:spPr>
          <a:xfrm>
            <a:off x="6531467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6" name="Google Shape;156;p17"/>
          <p:cNvSpPr>
            <a:spLocks noGrp="1"/>
          </p:cNvSpPr>
          <p:nvPr>
            <p:ph type="pic" idx="6"/>
          </p:nvPr>
        </p:nvSpPr>
        <p:spPr>
          <a:xfrm>
            <a:off x="9577800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7"/>
          </p:nvPr>
        </p:nvSpPr>
        <p:spPr>
          <a:xfrm>
            <a:off x="3485135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8" name="Google Shape;158;p17"/>
          <p:cNvSpPr txBox="1">
            <a:spLocks noGrp="1"/>
          </p:cNvSpPr>
          <p:nvPr>
            <p:ph type="body" idx="8"/>
          </p:nvPr>
        </p:nvSpPr>
        <p:spPr>
          <a:xfrm>
            <a:off x="3485133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9"/>
          </p:nvPr>
        </p:nvSpPr>
        <p:spPr>
          <a:xfrm>
            <a:off x="6531401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60" name="Google Shape;160;p17"/>
          <p:cNvSpPr txBox="1">
            <a:spLocks noGrp="1"/>
          </p:cNvSpPr>
          <p:nvPr>
            <p:ph type="body" idx="13"/>
          </p:nvPr>
        </p:nvSpPr>
        <p:spPr>
          <a:xfrm>
            <a:off x="6531400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61" name="Google Shape;161;p17"/>
          <p:cNvSpPr txBox="1">
            <a:spLocks noGrp="1"/>
          </p:cNvSpPr>
          <p:nvPr>
            <p:ph type="body" idx="14"/>
          </p:nvPr>
        </p:nvSpPr>
        <p:spPr>
          <a:xfrm>
            <a:off x="9577668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62" name="Google Shape;162;p17"/>
          <p:cNvSpPr txBox="1">
            <a:spLocks noGrp="1"/>
          </p:cNvSpPr>
          <p:nvPr>
            <p:ph type="body" idx="15"/>
          </p:nvPr>
        </p:nvSpPr>
        <p:spPr>
          <a:xfrm>
            <a:off x="9577667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7B55B22-7B15-8EB6-42D5-384C7184378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68E1AB4-BF66-E566-C3F4-24D67F875E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15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GraphSlide" preserve="1">
  <p:cSld name="TitleOnly-NavyWhite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/>
          <p:nvPr/>
        </p:nvSpPr>
        <p:spPr>
          <a:xfrm>
            <a:off x="33" y="0"/>
            <a:ext cx="12192000" cy="6159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67" name="Google Shape;167;p18"/>
          <p:cNvSpPr txBox="1">
            <a:spLocks noGrp="1"/>
          </p:cNvSpPr>
          <p:nvPr>
            <p:ph type="title"/>
          </p:nvPr>
        </p:nvSpPr>
        <p:spPr>
          <a:xfrm>
            <a:off x="2600763" y="395412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000" b="0">
                <a:solidFill>
                  <a:schemeClr val="bg1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2E19C42-3C71-BE21-7F6E-A72328F89F0A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FB51793-C2A8-115D-0718-80F8D63B93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797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GraphSlide2" preserve="1">
  <p:cSld name="Text Heavy-2Col-White">
    <p:bg>
      <p:bgPr>
        <a:solidFill>
          <a:schemeClr val="bg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4571600" cy="57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438867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2"/>
          </p:nvPr>
        </p:nvSpPr>
        <p:spPr>
          <a:xfrm>
            <a:off x="6096000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EEBDF09-5706-9221-9A10-3AA8F44C011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0862B4-7E47-4B48-2873-C13ADABA5B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509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GraphSlide2" preserve="1">
  <p:cSld name="Text Heavy-2Col-Navy">
    <p:bg>
      <p:bgPr>
        <a:solidFill>
          <a:schemeClr val="tx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4571600" cy="57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438867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2"/>
          </p:nvPr>
        </p:nvSpPr>
        <p:spPr>
          <a:xfrm>
            <a:off x="6096000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A3B5DCC-88D1-8D3D-5B4F-B547E1F2B47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E105C49-8291-F386-6BB5-C5DFA2B496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305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DesktopScreen" preserve="1">
  <p:cSld name="11_DesktopScreen">
    <p:bg>
      <p:bgPr>
        <a:gradFill>
          <a:gsLst>
            <a:gs pos="0">
              <a:schemeClr val="tx1"/>
            </a:gs>
            <a:gs pos="100000">
              <a:schemeClr val="bg2"/>
            </a:gs>
          </a:gsLst>
          <a:lin ang="18900000" scaled="1"/>
        </a:gra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blue and black background with dots&#10;&#10;AI-generated content may be incorrect.">
            <a:extLst>
              <a:ext uri="{FF2B5EF4-FFF2-40B4-BE49-F238E27FC236}">
                <a16:creationId xmlns:a16="http://schemas.microsoft.com/office/drawing/2014/main" id="{FC368743-3F87-5CDF-FBFD-2E95E4D496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9828"/>
          <a:stretch>
            <a:fillRect/>
          </a:stretch>
        </p:blipFill>
        <p:spPr>
          <a:xfrm>
            <a:off x="4474581" y="0"/>
            <a:ext cx="7717420" cy="6858000"/>
          </a:xfrm>
          <a:prstGeom prst="rect">
            <a:avLst/>
          </a:prstGeom>
        </p:spPr>
      </p:pic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0382" y="793604"/>
            <a:ext cx="6909473" cy="50032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8" name="Google Shape;178;p20"/>
          <p:cNvSpPr txBox="1">
            <a:spLocks noGrp="1"/>
          </p:cNvSpPr>
          <p:nvPr>
            <p:ph type="title"/>
          </p:nvPr>
        </p:nvSpPr>
        <p:spPr>
          <a:xfrm>
            <a:off x="438871" y="499001"/>
            <a:ext cx="34836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9" name="Google Shape;179;p20"/>
          <p:cNvSpPr txBox="1">
            <a:spLocks noGrp="1"/>
          </p:cNvSpPr>
          <p:nvPr>
            <p:ph type="body" idx="1"/>
          </p:nvPr>
        </p:nvSpPr>
        <p:spPr>
          <a:xfrm>
            <a:off x="438871" y="2369912"/>
            <a:ext cx="3483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80" name="Google Shape;180;p20"/>
          <p:cNvSpPr>
            <a:spLocks noGrp="1"/>
          </p:cNvSpPr>
          <p:nvPr>
            <p:ph type="pic" idx="2"/>
          </p:nvPr>
        </p:nvSpPr>
        <p:spPr>
          <a:xfrm>
            <a:off x="4946152" y="1061111"/>
            <a:ext cx="6697931" cy="4631855"/>
          </a:xfrm>
          <a:prstGeom prst="roundRect">
            <a:avLst>
              <a:gd name="adj" fmla="val 858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7555FC-3DC6-CA4A-30FC-D9624A2EA212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74075CA-7B6C-A4F8-9295-7B1130EE55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428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oding Screen Slide" preserve="1">
  <p:cSld name="11_Coding Screen Slide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black background with dots&#10;&#10;AI-generated content may be incorrect.">
            <a:extLst>
              <a:ext uri="{FF2B5EF4-FFF2-40B4-BE49-F238E27FC236}">
                <a16:creationId xmlns:a16="http://schemas.microsoft.com/office/drawing/2014/main" id="{F9300C3C-AAB9-475C-1634-432139CF37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775"/>
          <a:stretch>
            <a:fillRect/>
          </a:stretch>
        </p:blipFill>
        <p:spPr>
          <a:xfrm>
            <a:off x="6096001" y="0"/>
            <a:ext cx="6095900" cy="6858000"/>
          </a:xfrm>
          <a:prstGeom prst="rect">
            <a:avLst/>
          </a:prstGeom>
        </p:spPr>
      </p:pic>
      <p:sp>
        <p:nvSpPr>
          <p:cNvPr id="185" name="Google Shape;185;p21"/>
          <p:cNvSpPr txBox="1">
            <a:spLocks noGrp="1"/>
          </p:cNvSpPr>
          <p:nvPr>
            <p:ph type="title"/>
          </p:nvPr>
        </p:nvSpPr>
        <p:spPr>
          <a:xfrm>
            <a:off x="438871" y="457201"/>
            <a:ext cx="45716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86" name="Google Shape;186;p21"/>
          <p:cNvSpPr txBox="1">
            <a:spLocks noGrp="1"/>
          </p:cNvSpPr>
          <p:nvPr>
            <p:ph type="body" idx="1"/>
          </p:nvPr>
        </p:nvSpPr>
        <p:spPr>
          <a:xfrm>
            <a:off x="438871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187" name="Google Shape;187;p21"/>
          <p:cNvPicPr preferRelativeResize="0"/>
          <p:nvPr/>
        </p:nvPicPr>
        <p:blipFill rotWithShape="1">
          <a:blip r:embed="rId3">
            <a:alphaModFix/>
          </a:blip>
          <a:srcRect r="18267"/>
          <a:stretch/>
        </p:blipFill>
        <p:spPr>
          <a:xfrm>
            <a:off x="6823597" y="763538"/>
            <a:ext cx="5368440" cy="475686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>
            <a:spLocks noGrp="1"/>
          </p:cNvSpPr>
          <p:nvPr>
            <p:ph type="body" idx="2"/>
          </p:nvPr>
        </p:nvSpPr>
        <p:spPr>
          <a:xfrm>
            <a:off x="7222109" y="13335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defRPr sz="1467">
                <a:solidFill>
                  <a:schemeClr val="bg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○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■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●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○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■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●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○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■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61BF3EB-878E-A61B-F70B-4FDC802D597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DA8105E-AE7C-10C6-C3F1-CDA2A8A9F6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686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2Split" preserve="1">
  <p:cSld name="10_StatsHalfSplit-White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/>
          <p:nvPr/>
        </p:nvSpPr>
        <p:spPr>
          <a:xfrm>
            <a:off x="6098300" y="0"/>
            <a:ext cx="6093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3" name="Google Shape;193;p22"/>
          <p:cNvSpPr txBox="1">
            <a:spLocks noGrp="1"/>
          </p:cNvSpPr>
          <p:nvPr>
            <p:ph type="title"/>
          </p:nvPr>
        </p:nvSpPr>
        <p:spPr>
          <a:xfrm>
            <a:off x="6861704" y="1190649"/>
            <a:ext cx="451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9600" b="0">
                <a:solidFill>
                  <a:schemeClr val="tx1"/>
                </a:solidFill>
                <a:latin typeface="Bebas Neue" panose="020B0606020202050201" pitchFamily="34" charset="77"/>
                <a:ea typeface="Bebas Neue" panose="020B0606020202050201" pitchFamily="34" charset="77"/>
                <a:cs typeface="Bebas Neue" panose="020B0606020202050201" pitchFamily="34" charset="77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94" name="Google Shape;194;p22"/>
          <p:cNvSpPr txBox="1">
            <a:spLocks noGrp="1"/>
          </p:cNvSpPr>
          <p:nvPr>
            <p:ph type="subTitle" idx="1"/>
          </p:nvPr>
        </p:nvSpPr>
        <p:spPr>
          <a:xfrm>
            <a:off x="6879203" y="4388312"/>
            <a:ext cx="451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800" spc="-150">
                <a:solidFill>
                  <a:schemeClr val="accen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95" name="Google Shape;195;p22"/>
          <p:cNvSpPr txBox="1">
            <a:spLocks noGrp="1"/>
          </p:cNvSpPr>
          <p:nvPr>
            <p:ph type="title" idx="2"/>
          </p:nvPr>
        </p:nvSpPr>
        <p:spPr>
          <a:xfrm>
            <a:off x="780903" y="1190649"/>
            <a:ext cx="45540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9600" b="0">
                <a:solidFill>
                  <a:schemeClr val="tx1"/>
                </a:solidFill>
                <a:latin typeface="Bebas Neue" panose="020B0606020202050201" pitchFamily="34" charset="77"/>
                <a:ea typeface="Bebas Neue" panose="020B0606020202050201" pitchFamily="34" charset="77"/>
                <a:cs typeface="Bebas Neue" panose="020B0606020202050201" pitchFamily="34" charset="77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196" name="Google Shape;196;p22"/>
          <p:cNvSpPr txBox="1">
            <a:spLocks noGrp="1"/>
          </p:cNvSpPr>
          <p:nvPr>
            <p:ph type="subTitle" idx="3"/>
          </p:nvPr>
        </p:nvSpPr>
        <p:spPr>
          <a:xfrm>
            <a:off x="763429" y="4388312"/>
            <a:ext cx="455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800" spc="-150">
                <a:solidFill>
                  <a:schemeClr val="accen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38AB5-74A5-48FE-24A0-DEDE8810E0C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D8C7DFC-5643-36E4-CB26-E851435201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420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5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  <p15:guide id="3" pos="721" userDrawn="1">
          <p15:clr>
            <a:schemeClr val="accent6"/>
          </p15:clr>
        </p15:guide>
        <p15:guide id="4" pos="6959" userDrawn="1">
          <p15:clr>
            <a:schemeClr val="accent6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2 columns" preserve="1">
  <p:cSld name="03_Text-heavy 2 columns-NavyWhite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/>
          <p:nvPr/>
        </p:nvSpPr>
        <p:spPr>
          <a:xfrm>
            <a:off x="6096000" y="1342267"/>
            <a:ext cx="6093600" cy="4846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2267" y="1342267"/>
            <a:ext cx="6093600" cy="484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2" name="Google Shape;202;p23"/>
          <p:cNvSpPr txBox="1">
            <a:spLocks noGrp="1"/>
          </p:cNvSpPr>
          <p:nvPr>
            <p:ph type="title"/>
          </p:nvPr>
        </p:nvSpPr>
        <p:spPr>
          <a:xfrm>
            <a:off x="2691800" y="457201"/>
            <a:ext cx="68084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5" name="Google Shape;205;p23"/>
          <p:cNvSpPr txBox="1">
            <a:spLocks noGrp="1"/>
          </p:cNvSpPr>
          <p:nvPr>
            <p:ph type="body" idx="1"/>
          </p:nvPr>
        </p:nvSpPr>
        <p:spPr>
          <a:xfrm>
            <a:off x="518700" y="2203779"/>
            <a:ext cx="3244800" cy="29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6" name="Google Shape;206;p23"/>
          <p:cNvSpPr txBox="1">
            <a:spLocks noGrp="1"/>
          </p:cNvSpPr>
          <p:nvPr>
            <p:ph type="body" idx="2"/>
          </p:nvPr>
        </p:nvSpPr>
        <p:spPr>
          <a:xfrm>
            <a:off x="518700" y="1793233"/>
            <a:ext cx="3244800" cy="4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7" name="Google Shape;207;p23"/>
          <p:cNvSpPr txBox="1">
            <a:spLocks noGrp="1"/>
          </p:cNvSpPr>
          <p:nvPr>
            <p:ph type="body" idx="3"/>
          </p:nvPr>
        </p:nvSpPr>
        <p:spPr>
          <a:xfrm>
            <a:off x="6667933" y="2203779"/>
            <a:ext cx="3244800" cy="29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8" name="Google Shape;208;p23"/>
          <p:cNvSpPr txBox="1">
            <a:spLocks noGrp="1"/>
          </p:cNvSpPr>
          <p:nvPr>
            <p:ph type="body" idx="4"/>
          </p:nvPr>
        </p:nvSpPr>
        <p:spPr>
          <a:xfrm>
            <a:off x="6667933" y="1793233"/>
            <a:ext cx="3244800" cy="4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217E901-D256-287A-40FA-AD1A653A2196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CB0478E-EDBD-CCC8-E5FD-C714EA4A38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20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5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  <p15:guide id="3" pos="721" userDrawn="1">
          <p15:clr>
            <a:schemeClr val="accent6"/>
          </p15:clr>
        </p15:guide>
        <p15:guide id="4" pos="6959" userDrawn="1">
          <p15:clr>
            <a:schemeClr val="accent6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" preserve="1">
  <p:cSld name="Blank-Navy Bar">
    <p:bg>
      <p:bgPr>
        <a:solidFill>
          <a:schemeClr val="tx2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7109C73-59D3-5EAA-D3FB-6BD559DC4FB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8129B1-0339-6D65-E6BE-4896A03DE8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  <p:sp>
        <p:nvSpPr>
          <p:cNvPr id="2" name="Google Shape;785;p88">
            <a:extLst>
              <a:ext uri="{FF2B5EF4-FFF2-40B4-BE49-F238E27FC236}">
                <a16:creationId xmlns:a16="http://schemas.microsoft.com/office/drawing/2014/main" id="{CCEF1BEA-FA12-A68C-3D50-B981DBE40FD4}"/>
              </a:ext>
            </a:extLst>
          </p:cNvPr>
          <p:cNvSpPr/>
          <p:nvPr userDrawn="1"/>
        </p:nvSpPr>
        <p:spPr>
          <a:xfrm>
            <a:off x="9567" y="9567"/>
            <a:ext cx="12182400" cy="17212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</p:spTree>
    <p:extLst>
      <p:ext uri="{BB962C8B-B14F-4D97-AF65-F5344CB8AC3E}">
        <p14:creationId xmlns:p14="http://schemas.microsoft.com/office/powerpoint/2010/main" val="1456146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" preserve="1">
  <p:cSld name="Blank-White">
    <p:bg>
      <p:bgPr>
        <a:solidFill>
          <a:schemeClr val="tx2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7109C73-59D3-5EAA-D3FB-6BD559DC4FB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8129B1-0339-6D65-E6BE-4896A03DE8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941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" preserve="1">
  <p:cSld name="Blank-Navy">
    <p:bg>
      <p:bgPr>
        <a:solidFill>
          <a:schemeClr val="tx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BF00F8E-0C3D-E1DF-D1B6-47CF6C7E915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FF05D5D-4558-86E1-EAAA-950EBDDFE5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3566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" preserve="1">
  <p:cSld name="09_List4-White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>
            <a:spLocks noGrp="1"/>
          </p:cNvSpPr>
          <p:nvPr>
            <p:ph type="body" idx="1"/>
          </p:nvPr>
        </p:nvSpPr>
        <p:spPr>
          <a:xfrm>
            <a:off x="4681727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4" name="Google Shape;214;p25"/>
          <p:cNvSpPr txBox="1">
            <a:spLocks noGrp="1"/>
          </p:cNvSpPr>
          <p:nvPr>
            <p:ph type="body" idx="2"/>
          </p:nvPr>
        </p:nvSpPr>
        <p:spPr>
          <a:xfrm>
            <a:off x="8420535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5" name="Google Shape;215;p25"/>
          <p:cNvSpPr txBox="1">
            <a:spLocks noGrp="1"/>
          </p:cNvSpPr>
          <p:nvPr>
            <p:ph type="body" idx="3"/>
          </p:nvPr>
        </p:nvSpPr>
        <p:spPr>
          <a:xfrm>
            <a:off x="4681727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6" name="Google Shape;216;p25"/>
          <p:cNvSpPr txBox="1">
            <a:spLocks noGrp="1"/>
          </p:cNvSpPr>
          <p:nvPr>
            <p:ph type="body" idx="4"/>
          </p:nvPr>
        </p:nvSpPr>
        <p:spPr>
          <a:xfrm>
            <a:off x="8420535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7" name="Google Shape;217;p25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8" name="Google Shape;218;p25"/>
          <p:cNvSpPr txBox="1">
            <a:spLocks noGrp="1"/>
          </p:cNvSpPr>
          <p:nvPr>
            <p:ph type="subTitle" idx="5"/>
          </p:nvPr>
        </p:nvSpPr>
        <p:spPr>
          <a:xfrm>
            <a:off x="4689725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9" name="Google Shape;219;p25"/>
          <p:cNvSpPr txBox="1">
            <a:spLocks noGrp="1"/>
          </p:cNvSpPr>
          <p:nvPr>
            <p:ph type="subTitle" idx="6"/>
          </p:nvPr>
        </p:nvSpPr>
        <p:spPr>
          <a:xfrm>
            <a:off x="8420547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0" name="Google Shape;220;p25"/>
          <p:cNvSpPr txBox="1">
            <a:spLocks noGrp="1"/>
          </p:cNvSpPr>
          <p:nvPr>
            <p:ph type="subTitle" idx="7"/>
          </p:nvPr>
        </p:nvSpPr>
        <p:spPr>
          <a:xfrm>
            <a:off x="4689725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1" name="Google Shape;221;p25"/>
          <p:cNvSpPr txBox="1">
            <a:spLocks noGrp="1"/>
          </p:cNvSpPr>
          <p:nvPr>
            <p:ph type="subTitle" idx="8"/>
          </p:nvPr>
        </p:nvSpPr>
        <p:spPr>
          <a:xfrm>
            <a:off x="8420547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C87023C-99FC-892F-45C7-8BED48A86C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9F14C4F-70C5-339A-E79C-84A96C658D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125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" preserve="1">
  <p:cSld name="10_List4-Navy">
    <p:bg>
      <p:bgPr>
        <a:solidFill>
          <a:schemeClr val="tx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>
            <a:spLocks noGrp="1"/>
          </p:cNvSpPr>
          <p:nvPr>
            <p:ph type="body" idx="1"/>
          </p:nvPr>
        </p:nvSpPr>
        <p:spPr>
          <a:xfrm>
            <a:off x="4681727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4" name="Google Shape;214;p25"/>
          <p:cNvSpPr txBox="1">
            <a:spLocks noGrp="1"/>
          </p:cNvSpPr>
          <p:nvPr>
            <p:ph type="body" idx="2"/>
          </p:nvPr>
        </p:nvSpPr>
        <p:spPr>
          <a:xfrm>
            <a:off x="8420535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5" name="Google Shape;215;p25"/>
          <p:cNvSpPr txBox="1">
            <a:spLocks noGrp="1"/>
          </p:cNvSpPr>
          <p:nvPr>
            <p:ph type="body" idx="3"/>
          </p:nvPr>
        </p:nvSpPr>
        <p:spPr>
          <a:xfrm>
            <a:off x="4681727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6" name="Google Shape;216;p25"/>
          <p:cNvSpPr txBox="1">
            <a:spLocks noGrp="1"/>
          </p:cNvSpPr>
          <p:nvPr>
            <p:ph type="body" idx="4"/>
          </p:nvPr>
        </p:nvSpPr>
        <p:spPr>
          <a:xfrm>
            <a:off x="8420535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7" name="Google Shape;217;p25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8" name="Google Shape;218;p25"/>
          <p:cNvSpPr txBox="1">
            <a:spLocks noGrp="1"/>
          </p:cNvSpPr>
          <p:nvPr>
            <p:ph type="subTitle" idx="5"/>
          </p:nvPr>
        </p:nvSpPr>
        <p:spPr>
          <a:xfrm>
            <a:off x="4689725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9" name="Google Shape;219;p25"/>
          <p:cNvSpPr txBox="1">
            <a:spLocks noGrp="1"/>
          </p:cNvSpPr>
          <p:nvPr>
            <p:ph type="subTitle" idx="6"/>
          </p:nvPr>
        </p:nvSpPr>
        <p:spPr>
          <a:xfrm>
            <a:off x="8420547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0" name="Google Shape;220;p25"/>
          <p:cNvSpPr txBox="1">
            <a:spLocks noGrp="1"/>
          </p:cNvSpPr>
          <p:nvPr>
            <p:ph type="subTitle" idx="7"/>
          </p:nvPr>
        </p:nvSpPr>
        <p:spPr>
          <a:xfrm>
            <a:off x="4689725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1" name="Google Shape;221;p25"/>
          <p:cNvSpPr txBox="1">
            <a:spLocks noGrp="1"/>
          </p:cNvSpPr>
          <p:nvPr>
            <p:ph type="subTitle" idx="8"/>
          </p:nvPr>
        </p:nvSpPr>
        <p:spPr>
          <a:xfrm>
            <a:off x="8420547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93CCEE9-6BC0-373E-D29B-EC1E05C2C692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D4A3717-ACEF-B62B-E158-907BF9114E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854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Icons" preserve="1">
  <p:cSld name="09_List4 + Icons-White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>
            <a:spLocks noGrp="1"/>
          </p:cNvSpPr>
          <p:nvPr>
            <p:ph type="body" idx="1"/>
          </p:nvPr>
        </p:nvSpPr>
        <p:spPr>
          <a:xfrm>
            <a:off x="468172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6" name="Google Shape;226;p26"/>
          <p:cNvSpPr txBox="1">
            <a:spLocks noGrp="1"/>
          </p:cNvSpPr>
          <p:nvPr>
            <p:ph type="body" idx="2"/>
          </p:nvPr>
        </p:nvSpPr>
        <p:spPr>
          <a:xfrm>
            <a:off x="833885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7" name="Google Shape;227;p26"/>
          <p:cNvSpPr txBox="1">
            <a:spLocks noGrp="1"/>
          </p:cNvSpPr>
          <p:nvPr>
            <p:ph type="body" idx="3"/>
          </p:nvPr>
        </p:nvSpPr>
        <p:spPr>
          <a:xfrm>
            <a:off x="468172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8" name="Google Shape;228;p26"/>
          <p:cNvSpPr txBox="1">
            <a:spLocks noGrp="1"/>
          </p:cNvSpPr>
          <p:nvPr>
            <p:ph type="body" idx="4"/>
          </p:nvPr>
        </p:nvSpPr>
        <p:spPr>
          <a:xfrm>
            <a:off x="833885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9" name="Google Shape;229;p26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12E61FC-EE78-658A-E879-EAB7E3B3A871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7D83C27-81A8-96BE-4A69-B9E703C35C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836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Icons" preserve="1">
  <p:cSld name="10_List4 + Icons-Navy">
    <p:bg>
      <p:bgPr>
        <a:solidFill>
          <a:schemeClr val="tx1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>
            <a:spLocks noGrp="1"/>
          </p:cNvSpPr>
          <p:nvPr>
            <p:ph type="body" idx="1"/>
          </p:nvPr>
        </p:nvSpPr>
        <p:spPr>
          <a:xfrm>
            <a:off x="468172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6" name="Google Shape;226;p26"/>
          <p:cNvSpPr txBox="1">
            <a:spLocks noGrp="1"/>
          </p:cNvSpPr>
          <p:nvPr>
            <p:ph type="body" idx="2"/>
          </p:nvPr>
        </p:nvSpPr>
        <p:spPr>
          <a:xfrm>
            <a:off x="833885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7" name="Google Shape;227;p26"/>
          <p:cNvSpPr txBox="1">
            <a:spLocks noGrp="1"/>
          </p:cNvSpPr>
          <p:nvPr>
            <p:ph type="body" idx="3"/>
          </p:nvPr>
        </p:nvSpPr>
        <p:spPr>
          <a:xfrm>
            <a:off x="468172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8" name="Google Shape;228;p26"/>
          <p:cNvSpPr txBox="1">
            <a:spLocks noGrp="1"/>
          </p:cNvSpPr>
          <p:nvPr>
            <p:ph type="body" idx="4"/>
          </p:nvPr>
        </p:nvSpPr>
        <p:spPr>
          <a:xfrm>
            <a:off x="833885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9" name="Google Shape;229;p26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7105F97-9F8D-5AE1-1867-D0206D1EBE3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0BDC92E-5F9F-A49A-D636-6C77288BDF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408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6" preserve="1">
  <p:cSld name="09_List6-White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4" name="Google Shape;234;p2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5" name="Google Shape;235;p27"/>
          <p:cNvSpPr txBox="1">
            <a:spLocks noGrp="1"/>
          </p:cNvSpPr>
          <p:nvPr>
            <p:ph type="subTitle" idx="2"/>
          </p:nvPr>
        </p:nvSpPr>
        <p:spPr>
          <a:xfrm>
            <a:off x="440351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36" name="Google Shape;236;p27"/>
          <p:cNvSpPr txBox="1">
            <a:spLocks noGrp="1"/>
          </p:cNvSpPr>
          <p:nvPr>
            <p:ph type="subTitle" idx="3"/>
          </p:nvPr>
        </p:nvSpPr>
        <p:spPr>
          <a:xfrm>
            <a:off x="440351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7" name="Google Shape;237;p27"/>
          <p:cNvSpPr txBox="1">
            <a:spLocks noGrp="1"/>
          </p:cNvSpPr>
          <p:nvPr>
            <p:ph type="subTitle" idx="4"/>
          </p:nvPr>
        </p:nvSpPr>
        <p:spPr>
          <a:xfrm>
            <a:off x="4330940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38" name="Google Shape;238;p27"/>
          <p:cNvSpPr txBox="1">
            <a:spLocks noGrp="1"/>
          </p:cNvSpPr>
          <p:nvPr>
            <p:ph type="subTitle" idx="5"/>
          </p:nvPr>
        </p:nvSpPr>
        <p:spPr>
          <a:xfrm>
            <a:off x="4330940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9" name="Google Shape;239;p27"/>
          <p:cNvSpPr txBox="1">
            <a:spLocks noGrp="1"/>
          </p:cNvSpPr>
          <p:nvPr>
            <p:ph type="subTitle" idx="6"/>
          </p:nvPr>
        </p:nvSpPr>
        <p:spPr>
          <a:xfrm>
            <a:off x="8221528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40" name="Google Shape;240;p27"/>
          <p:cNvSpPr txBox="1">
            <a:spLocks noGrp="1"/>
          </p:cNvSpPr>
          <p:nvPr>
            <p:ph type="subTitle" idx="7"/>
          </p:nvPr>
        </p:nvSpPr>
        <p:spPr>
          <a:xfrm>
            <a:off x="8221528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41" name="Google Shape;241;p27"/>
          <p:cNvSpPr txBox="1">
            <a:spLocks noGrp="1"/>
          </p:cNvSpPr>
          <p:nvPr>
            <p:ph type="subTitle" idx="8"/>
          </p:nvPr>
        </p:nvSpPr>
        <p:spPr>
          <a:xfrm>
            <a:off x="440351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2" name="Google Shape;242;p27"/>
          <p:cNvSpPr txBox="1">
            <a:spLocks noGrp="1"/>
          </p:cNvSpPr>
          <p:nvPr>
            <p:ph type="subTitle" idx="9"/>
          </p:nvPr>
        </p:nvSpPr>
        <p:spPr>
          <a:xfrm>
            <a:off x="440351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3" name="Google Shape;243;p27"/>
          <p:cNvSpPr txBox="1">
            <a:spLocks noGrp="1"/>
          </p:cNvSpPr>
          <p:nvPr>
            <p:ph type="subTitle" idx="13"/>
          </p:nvPr>
        </p:nvSpPr>
        <p:spPr>
          <a:xfrm>
            <a:off x="4330940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4" name="Google Shape;244;p27"/>
          <p:cNvSpPr txBox="1">
            <a:spLocks noGrp="1"/>
          </p:cNvSpPr>
          <p:nvPr>
            <p:ph type="subTitle" idx="14"/>
          </p:nvPr>
        </p:nvSpPr>
        <p:spPr>
          <a:xfrm>
            <a:off x="4330940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5" name="Google Shape;245;p27"/>
          <p:cNvSpPr txBox="1">
            <a:spLocks noGrp="1"/>
          </p:cNvSpPr>
          <p:nvPr>
            <p:ph type="subTitle" idx="15"/>
          </p:nvPr>
        </p:nvSpPr>
        <p:spPr>
          <a:xfrm>
            <a:off x="8221528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6" name="Google Shape;246;p27"/>
          <p:cNvSpPr txBox="1">
            <a:spLocks noGrp="1"/>
          </p:cNvSpPr>
          <p:nvPr>
            <p:ph type="subTitle" idx="16"/>
          </p:nvPr>
        </p:nvSpPr>
        <p:spPr>
          <a:xfrm>
            <a:off x="8221528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1BD36F5-CF25-24F4-6212-DAFC8641D2F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BC59A85-5150-87E9-5D1B-2602D0CD1A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8037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6" preserve="1">
  <p:cSld name="10_List6-Navy">
    <p:bg>
      <p:bgPr>
        <a:solidFill>
          <a:schemeClr val="tx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4" name="Google Shape;234;p2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5" name="Google Shape;235;p27"/>
          <p:cNvSpPr txBox="1">
            <a:spLocks noGrp="1"/>
          </p:cNvSpPr>
          <p:nvPr>
            <p:ph type="subTitle" idx="2"/>
          </p:nvPr>
        </p:nvSpPr>
        <p:spPr>
          <a:xfrm>
            <a:off x="440351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36" name="Google Shape;236;p27"/>
          <p:cNvSpPr txBox="1">
            <a:spLocks noGrp="1"/>
          </p:cNvSpPr>
          <p:nvPr>
            <p:ph type="subTitle" idx="3"/>
          </p:nvPr>
        </p:nvSpPr>
        <p:spPr>
          <a:xfrm>
            <a:off x="440351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7" name="Google Shape;237;p27"/>
          <p:cNvSpPr txBox="1">
            <a:spLocks noGrp="1"/>
          </p:cNvSpPr>
          <p:nvPr>
            <p:ph type="subTitle" idx="4"/>
          </p:nvPr>
        </p:nvSpPr>
        <p:spPr>
          <a:xfrm>
            <a:off x="4330940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8" name="Google Shape;238;p27"/>
          <p:cNvSpPr txBox="1">
            <a:spLocks noGrp="1"/>
          </p:cNvSpPr>
          <p:nvPr>
            <p:ph type="subTitle" idx="5"/>
          </p:nvPr>
        </p:nvSpPr>
        <p:spPr>
          <a:xfrm>
            <a:off x="4330940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9" name="Google Shape;239;p27"/>
          <p:cNvSpPr txBox="1">
            <a:spLocks noGrp="1"/>
          </p:cNvSpPr>
          <p:nvPr>
            <p:ph type="subTitle" idx="6"/>
          </p:nvPr>
        </p:nvSpPr>
        <p:spPr>
          <a:xfrm>
            <a:off x="8221528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0" name="Google Shape;240;p27"/>
          <p:cNvSpPr txBox="1">
            <a:spLocks noGrp="1"/>
          </p:cNvSpPr>
          <p:nvPr>
            <p:ph type="subTitle" idx="7"/>
          </p:nvPr>
        </p:nvSpPr>
        <p:spPr>
          <a:xfrm>
            <a:off x="8221528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1" name="Google Shape;241;p27"/>
          <p:cNvSpPr txBox="1">
            <a:spLocks noGrp="1"/>
          </p:cNvSpPr>
          <p:nvPr>
            <p:ph type="subTitle" idx="8"/>
          </p:nvPr>
        </p:nvSpPr>
        <p:spPr>
          <a:xfrm>
            <a:off x="440351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2" name="Google Shape;242;p27"/>
          <p:cNvSpPr txBox="1">
            <a:spLocks noGrp="1"/>
          </p:cNvSpPr>
          <p:nvPr>
            <p:ph type="subTitle" idx="9"/>
          </p:nvPr>
        </p:nvSpPr>
        <p:spPr>
          <a:xfrm>
            <a:off x="440351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3" name="Google Shape;243;p27"/>
          <p:cNvSpPr txBox="1">
            <a:spLocks noGrp="1"/>
          </p:cNvSpPr>
          <p:nvPr>
            <p:ph type="subTitle" idx="13"/>
          </p:nvPr>
        </p:nvSpPr>
        <p:spPr>
          <a:xfrm>
            <a:off x="4330940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4" name="Google Shape;244;p27"/>
          <p:cNvSpPr txBox="1">
            <a:spLocks noGrp="1"/>
          </p:cNvSpPr>
          <p:nvPr>
            <p:ph type="subTitle" idx="14"/>
          </p:nvPr>
        </p:nvSpPr>
        <p:spPr>
          <a:xfrm>
            <a:off x="4330940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5" name="Google Shape;245;p27"/>
          <p:cNvSpPr txBox="1">
            <a:spLocks noGrp="1"/>
          </p:cNvSpPr>
          <p:nvPr>
            <p:ph type="subTitle" idx="15"/>
          </p:nvPr>
        </p:nvSpPr>
        <p:spPr>
          <a:xfrm>
            <a:off x="8221528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6" name="Google Shape;246;p27"/>
          <p:cNvSpPr txBox="1">
            <a:spLocks noGrp="1"/>
          </p:cNvSpPr>
          <p:nvPr>
            <p:ph type="subTitle" idx="16"/>
          </p:nvPr>
        </p:nvSpPr>
        <p:spPr>
          <a:xfrm>
            <a:off x="8221528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81565C1-2B3E-E1D2-2EF7-FCFE93B84F8C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215BD2A-427F-8B92-90BB-A6CA66B4FA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6136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" preserve="1">
  <p:cSld name="09_List3-White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1" name="Google Shape;251;p28"/>
          <p:cNvSpPr txBox="1">
            <a:spLocks noGrp="1"/>
          </p:cNvSpPr>
          <p:nvPr>
            <p:ph type="subTitle" idx="1"/>
          </p:nvPr>
        </p:nvSpPr>
        <p:spPr>
          <a:xfrm>
            <a:off x="760017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2" name="Google Shape;252;p28"/>
          <p:cNvSpPr txBox="1">
            <a:spLocks noGrp="1"/>
          </p:cNvSpPr>
          <p:nvPr>
            <p:ph type="subTitle" idx="2"/>
          </p:nvPr>
        </p:nvSpPr>
        <p:spPr>
          <a:xfrm>
            <a:off x="760017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53" name="Google Shape;253;p28"/>
          <p:cNvSpPr txBox="1">
            <a:spLocks noGrp="1"/>
          </p:cNvSpPr>
          <p:nvPr>
            <p:ph type="subTitle" idx="3"/>
          </p:nvPr>
        </p:nvSpPr>
        <p:spPr>
          <a:xfrm>
            <a:off x="4418860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subTitle" idx="4"/>
          </p:nvPr>
        </p:nvSpPr>
        <p:spPr>
          <a:xfrm>
            <a:off x="4418860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5" name="Google Shape;255;p28"/>
          <p:cNvSpPr txBox="1">
            <a:spLocks noGrp="1"/>
          </p:cNvSpPr>
          <p:nvPr>
            <p:ph type="subTitle" idx="5"/>
          </p:nvPr>
        </p:nvSpPr>
        <p:spPr>
          <a:xfrm>
            <a:off x="8077703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6" name="Google Shape;256;p28"/>
          <p:cNvSpPr txBox="1">
            <a:spLocks noGrp="1"/>
          </p:cNvSpPr>
          <p:nvPr>
            <p:ph type="subTitle" idx="6"/>
          </p:nvPr>
        </p:nvSpPr>
        <p:spPr>
          <a:xfrm>
            <a:off x="8077703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8E06CA1-6CA0-086A-BDB3-B62AE9AAE9D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BBD9587-62FD-2397-D758-BA626C67DF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3750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" preserve="1">
  <p:cSld name="10_List3-Navy">
    <p:bg>
      <p:bgPr>
        <a:solidFill>
          <a:schemeClr val="tx1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1" name="Google Shape;251;p28"/>
          <p:cNvSpPr txBox="1">
            <a:spLocks noGrp="1"/>
          </p:cNvSpPr>
          <p:nvPr>
            <p:ph type="subTitle" idx="1"/>
          </p:nvPr>
        </p:nvSpPr>
        <p:spPr>
          <a:xfrm>
            <a:off x="760017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52" name="Google Shape;252;p28"/>
          <p:cNvSpPr txBox="1">
            <a:spLocks noGrp="1"/>
          </p:cNvSpPr>
          <p:nvPr>
            <p:ph type="subTitle" idx="2"/>
          </p:nvPr>
        </p:nvSpPr>
        <p:spPr>
          <a:xfrm>
            <a:off x="760017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53" name="Google Shape;253;p28"/>
          <p:cNvSpPr txBox="1">
            <a:spLocks noGrp="1"/>
          </p:cNvSpPr>
          <p:nvPr>
            <p:ph type="subTitle" idx="3"/>
          </p:nvPr>
        </p:nvSpPr>
        <p:spPr>
          <a:xfrm>
            <a:off x="4418860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subTitle" idx="4"/>
          </p:nvPr>
        </p:nvSpPr>
        <p:spPr>
          <a:xfrm>
            <a:off x="4418860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5" name="Google Shape;255;p28"/>
          <p:cNvSpPr txBox="1">
            <a:spLocks noGrp="1"/>
          </p:cNvSpPr>
          <p:nvPr>
            <p:ph type="subTitle" idx="5"/>
          </p:nvPr>
        </p:nvSpPr>
        <p:spPr>
          <a:xfrm>
            <a:off x="8077703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6" name="Google Shape;256;p28"/>
          <p:cNvSpPr txBox="1">
            <a:spLocks noGrp="1"/>
          </p:cNvSpPr>
          <p:nvPr>
            <p:ph type="subTitle" idx="6"/>
          </p:nvPr>
        </p:nvSpPr>
        <p:spPr>
          <a:xfrm>
            <a:off x="8077703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E99580A-F042-9F68-D73C-C34C338F88A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957770E-D43E-8541-F562-CFFF096B22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9131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Checkilst" preserve="1">
  <p:cSld name="08_Checkilst-Navy">
    <p:bg>
      <p:bgPr>
        <a:solidFill>
          <a:schemeClr val="tx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/>
          <p:nvPr/>
        </p:nvSpPr>
        <p:spPr>
          <a:xfrm>
            <a:off x="466315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466315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4780515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3" name="Google Shape;263;p29"/>
          <p:cNvSpPr/>
          <p:nvPr/>
        </p:nvSpPr>
        <p:spPr>
          <a:xfrm>
            <a:off x="818752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818752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5" name="Google Shape;265;p29"/>
          <p:cNvSpPr txBox="1">
            <a:spLocks noGrp="1"/>
          </p:cNvSpPr>
          <p:nvPr>
            <p:ph type="title" idx="2"/>
          </p:nvPr>
        </p:nvSpPr>
        <p:spPr>
          <a:xfrm>
            <a:off x="8304887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6" name="Google Shape;266;p29"/>
          <p:cNvSpPr/>
          <p:nvPr/>
        </p:nvSpPr>
        <p:spPr>
          <a:xfrm>
            <a:off x="1138783" y="2457663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1138783" y="1843563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8" name="Google Shape;268;p29"/>
          <p:cNvSpPr txBox="1">
            <a:spLocks noGrp="1"/>
          </p:cNvSpPr>
          <p:nvPr>
            <p:ph type="title" idx="3"/>
          </p:nvPr>
        </p:nvSpPr>
        <p:spPr>
          <a:xfrm>
            <a:off x="1256143" y="18934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69" name="Google Shape;269;p29"/>
          <p:cNvSpPr txBox="1">
            <a:spLocks noGrp="1"/>
          </p:cNvSpPr>
          <p:nvPr>
            <p:ph type="body" idx="1"/>
          </p:nvPr>
        </p:nvSpPr>
        <p:spPr>
          <a:xfrm>
            <a:off x="1365092" y="2666525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0" name="Google Shape;270;p29"/>
          <p:cNvSpPr txBox="1">
            <a:spLocks noGrp="1"/>
          </p:cNvSpPr>
          <p:nvPr>
            <p:ph type="body" idx="4"/>
          </p:nvPr>
        </p:nvSpPr>
        <p:spPr>
          <a:xfrm>
            <a:off x="4883177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1" name="Google Shape;271;p29"/>
          <p:cNvSpPr txBox="1">
            <a:spLocks noGrp="1"/>
          </p:cNvSpPr>
          <p:nvPr>
            <p:ph type="body" idx="5"/>
          </p:nvPr>
        </p:nvSpPr>
        <p:spPr>
          <a:xfrm>
            <a:off x="8401261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2" name="Google Shape;272;p29"/>
          <p:cNvSpPr txBox="1">
            <a:spLocks noGrp="1"/>
          </p:cNvSpPr>
          <p:nvPr>
            <p:ph type="title" idx="6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3" name="Google Shape;273;p29"/>
          <p:cNvSpPr/>
          <p:nvPr/>
        </p:nvSpPr>
        <p:spPr>
          <a:xfrm>
            <a:off x="466315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4" name="Google Shape;274;p29"/>
          <p:cNvSpPr txBox="1">
            <a:spLocks noGrp="1"/>
          </p:cNvSpPr>
          <p:nvPr>
            <p:ph type="title" idx="7"/>
          </p:nvPr>
        </p:nvSpPr>
        <p:spPr>
          <a:xfrm>
            <a:off x="4780515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818752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6" name="Google Shape;276;p29"/>
          <p:cNvSpPr txBox="1">
            <a:spLocks noGrp="1"/>
          </p:cNvSpPr>
          <p:nvPr>
            <p:ph type="title" idx="8"/>
          </p:nvPr>
        </p:nvSpPr>
        <p:spPr>
          <a:xfrm>
            <a:off x="8304887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1138783" y="5045137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8" name="Google Shape;278;p29"/>
          <p:cNvSpPr txBox="1">
            <a:spLocks noGrp="1"/>
          </p:cNvSpPr>
          <p:nvPr>
            <p:ph type="title" idx="9"/>
          </p:nvPr>
        </p:nvSpPr>
        <p:spPr>
          <a:xfrm>
            <a:off x="1256143" y="50950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BB4D756-AC95-D3F0-E1AD-5C551D26F07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956C609-6BDE-7505-BB18-40CC6B5C18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1614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Checkilst" preserve="1">
  <p:cSld name="9_Checkilst-White">
    <p:bg>
      <p:bgPr>
        <a:solidFill>
          <a:schemeClr val="bg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/>
          <p:nvPr/>
        </p:nvSpPr>
        <p:spPr>
          <a:xfrm>
            <a:off x="466315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466315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4780515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3" name="Google Shape;263;p29"/>
          <p:cNvSpPr/>
          <p:nvPr/>
        </p:nvSpPr>
        <p:spPr>
          <a:xfrm>
            <a:off x="818752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818752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5" name="Google Shape;265;p29"/>
          <p:cNvSpPr txBox="1">
            <a:spLocks noGrp="1"/>
          </p:cNvSpPr>
          <p:nvPr>
            <p:ph type="title" idx="2"/>
          </p:nvPr>
        </p:nvSpPr>
        <p:spPr>
          <a:xfrm>
            <a:off x="8304887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6" name="Google Shape;266;p29"/>
          <p:cNvSpPr/>
          <p:nvPr/>
        </p:nvSpPr>
        <p:spPr>
          <a:xfrm>
            <a:off x="1138783" y="2457663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1138783" y="1843563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8" name="Google Shape;268;p29"/>
          <p:cNvSpPr txBox="1">
            <a:spLocks noGrp="1"/>
          </p:cNvSpPr>
          <p:nvPr>
            <p:ph type="title" idx="3"/>
          </p:nvPr>
        </p:nvSpPr>
        <p:spPr>
          <a:xfrm>
            <a:off x="1256143" y="18934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69" name="Google Shape;269;p29"/>
          <p:cNvSpPr txBox="1">
            <a:spLocks noGrp="1"/>
          </p:cNvSpPr>
          <p:nvPr>
            <p:ph type="body" idx="1"/>
          </p:nvPr>
        </p:nvSpPr>
        <p:spPr>
          <a:xfrm>
            <a:off x="1365092" y="2666525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0" name="Google Shape;270;p29"/>
          <p:cNvSpPr txBox="1">
            <a:spLocks noGrp="1"/>
          </p:cNvSpPr>
          <p:nvPr>
            <p:ph type="body" idx="4"/>
          </p:nvPr>
        </p:nvSpPr>
        <p:spPr>
          <a:xfrm>
            <a:off x="4883177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1" name="Google Shape;271;p29"/>
          <p:cNvSpPr txBox="1">
            <a:spLocks noGrp="1"/>
          </p:cNvSpPr>
          <p:nvPr>
            <p:ph type="body" idx="5"/>
          </p:nvPr>
        </p:nvSpPr>
        <p:spPr>
          <a:xfrm>
            <a:off x="8401261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2" name="Google Shape;272;p29"/>
          <p:cNvSpPr txBox="1">
            <a:spLocks noGrp="1"/>
          </p:cNvSpPr>
          <p:nvPr>
            <p:ph type="title" idx="6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3" name="Google Shape;273;p29"/>
          <p:cNvSpPr/>
          <p:nvPr/>
        </p:nvSpPr>
        <p:spPr>
          <a:xfrm>
            <a:off x="466315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4" name="Google Shape;274;p29"/>
          <p:cNvSpPr txBox="1">
            <a:spLocks noGrp="1"/>
          </p:cNvSpPr>
          <p:nvPr>
            <p:ph type="title" idx="7"/>
          </p:nvPr>
        </p:nvSpPr>
        <p:spPr>
          <a:xfrm>
            <a:off x="4780515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818752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6" name="Google Shape;276;p29"/>
          <p:cNvSpPr txBox="1">
            <a:spLocks noGrp="1"/>
          </p:cNvSpPr>
          <p:nvPr>
            <p:ph type="title" idx="8"/>
          </p:nvPr>
        </p:nvSpPr>
        <p:spPr>
          <a:xfrm>
            <a:off x="8304887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1138783" y="5045137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8" name="Google Shape;278;p29"/>
          <p:cNvSpPr txBox="1">
            <a:spLocks noGrp="1"/>
          </p:cNvSpPr>
          <p:nvPr>
            <p:ph type="title" idx="9"/>
          </p:nvPr>
        </p:nvSpPr>
        <p:spPr>
          <a:xfrm>
            <a:off x="1256143" y="50950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221616A-7662-EE72-B6DE-0DD9CDF23357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5DC35BD-A221-7112-5D6A-BB00418266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403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Split" preserve="1">
  <p:cSld name="09_List3 HalfSplit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/>
          <p:nvPr/>
        </p:nvSpPr>
        <p:spPr>
          <a:xfrm>
            <a:off x="0" y="0"/>
            <a:ext cx="6093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83" name="Google Shape;283;p30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4571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84" name="Google Shape;284;p30"/>
          <p:cNvSpPr txBox="1">
            <a:spLocks noGrp="1"/>
          </p:cNvSpPr>
          <p:nvPr>
            <p:ph type="body" idx="1"/>
          </p:nvPr>
        </p:nvSpPr>
        <p:spPr>
          <a:xfrm>
            <a:off x="438871" y="2686051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5" name="Google Shape;285;p30"/>
          <p:cNvSpPr txBox="1">
            <a:spLocks noGrp="1"/>
          </p:cNvSpPr>
          <p:nvPr>
            <p:ph type="subTitle" idx="2"/>
          </p:nvPr>
        </p:nvSpPr>
        <p:spPr>
          <a:xfrm>
            <a:off x="438871" y="1661988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6" name="Google Shape;286;p30"/>
          <p:cNvSpPr txBox="1">
            <a:spLocks noGrp="1"/>
          </p:cNvSpPr>
          <p:nvPr>
            <p:ph type="subTitle" idx="3"/>
          </p:nvPr>
        </p:nvSpPr>
        <p:spPr>
          <a:xfrm>
            <a:off x="7751617" y="988213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7" name="Google Shape;287;p30"/>
          <p:cNvSpPr txBox="1">
            <a:spLocks noGrp="1"/>
          </p:cNvSpPr>
          <p:nvPr>
            <p:ph type="subTitle" idx="4"/>
          </p:nvPr>
        </p:nvSpPr>
        <p:spPr>
          <a:xfrm>
            <a:off x="7751617" y="13726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8" name="Google Shape;288;p30"/>
          <p:cNvSpPr txBox="1">
            <a:spLocks noGrp="1"/>
          </p:cNvSpPr>
          <p:nvPr>
            <p:ph type="subTitle" idx="5"/>
          </p:nvPr>
        </p:nvSpPr>
        <p:spPr>
          <a:xfrm>
            <a:off x="7751617" y="2765388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9" name="Google Shape;289;p30"/>
          <p:cNvSpPr txBox="1">
            <a:spLocks noGrp="1"/>
          </p:cNvSpPr>
          <p:nvPr>
            <p:ph type="subTitle" idx="6"/>
          </p:nvPr>
        </p:nvSpPr>
        <p:spPr>
          <a:xfrm>
            <a:off x="7751617" y="31497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0" name="Google Shape;290;p30"/>
          <p:cNvSpPr txBox="1">
            <a:spLocks noGrp="1"/>
          </p:cNvSpPr>
          <p:nvPr>
            <p:ph type="subTitle" idx="7"/>
          </p:nvPr>
        </p:nvSpPr>
        <p:spPr>
          <a:xfrm>
            <a:off x="7751617" y="4542563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91" name="Google Shape;291;p30"/>
          <p:cNvSpPr txBox="1">
            <a:spLocks noGrp="1"/>
          </p:cNvSpPr>
          <p:nvPr>
            <p:ph type="subTitle" idx="8"/>
          </p:nvPr>
        </p:nvSpPr>
        <p:spPr>
          <a:xfrm>
            <a:off x="7751617" y="4926951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53A2F63-3861-856B-4CB7-B72FBD9520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1A84EAE-2866-153B-4B19-D4299B5AA8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0620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Split Top" preserve="1">
  <p:cSld name="09_List3 Split Top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"/>
          <p:cNvSpPr/>
          <p:nvPr/>
        </p:nvSpPr>
        <p:spPr>
          <a:xfrm>
            <a:off x="-3475" y="0"/>
            <a:ext cx="12192000" cy="268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96" name="Google Shape;296;p31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855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7" name="Google Shape;297;p31"/>
          <p:cNvSpPr txBox="1">
            <a:spLocks noGrp="1"/>
          </p:cNvSpPr>
          <p:nvPr>
            <p:ph type="subTitle" idx="1"/>
          </p:nvPr>
        </p:nvSpPr>
        <p:spPr>
          <a:xfrm>
            <a:off x="438871" y="1661988"/>
            <a:ext cx="7788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8" name="Google Shape;298;p31"/>
          <p:cNvSpPr txBox="1">
            <a:spLocks noGrp="1"/>
          </p:cNvSpPr>
          <p:nvPr>
            <p:ph type="subTitle" idx="2"/>
          </p:nvPr>
        </p:nvSpPr>
        <p:spPr>
          <a:xfrm>
            <a:off x="438871" y="4247912"/>
            <a:ext cx="287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99" name="Google Shape;299;p31"/>
          <p:cNvSpPr txBox="1">
            <a:spLocks noGrp="1"/>
          </p:cNvSpPr>
          <p:nvPr>
            <p:ph type="subTitle" idx="3"/>
          </p:nvPr>
        </p:nvSpPr>
        <p:spPr>
          <a:xfrm>
            <a:off x="438871" y="4583588"/>
            <a:ext cx="287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00" name="Google Shape;300;p31"/>
          <p:cNvSpPr txBox="1">
            <a:spLocks noGrp="1"/>
          </p:cNvSpPr>
          <p:nvPr>
            <p:ph type="subTitle" idx="4"/>
          </p:nvPr>
        </p:nvSpPr>
        <p:spPr>
          <a:xfrm>
            <a:off x="4256317" y="4247912"/>
            <a:ext cx="287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01" name="Google Shape;301;p31"/>
          <p:cNvSpPr txBox="1">
            <a:spLocks noGrp="1"/>
          </p:cNvSpPr>
          <p:nvPr>
            <p:ph type="subTitle" idx="5"/>
          </p:nvPr>
        </p:nvSpPr>
        <p:spPr>
          <a:xfrm>
            <a:off x="4256317" y="4583588"/>
            <a:ext cx="287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02" name="Google Shape;302;p31"/>
          <p:cNvSpPr txBox="1">
            <a:spLocks noGrp="1"/>
          </p:cNvSpPr>
          <p:nvPr>
            <p:ph type="subTitle" idx="6"/>
          </p:nvPr>
        </p:nvSpPr>
        <p:spPr>
          <a:xfrm>
            <a:off x="8073765" y="4247912"/>
            <a:ext cx="287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03" name="Google Shape;303;p31"/>
          <p:cNvSpPr txBox="1">
            <a:spLocks noGrp="1"/>
          </p:cNvSpPr>
          <p:nvPr>
            <p:ph type="subTitle" idx="7"/>
          </p:nvPr>
        </p:nvSpPr>
        <p:spPr>
          <a:xfrm>
            <a:off x="8073765" y="4583588"/>
            <a:ext cx="287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0630B8-10B8-F782-8E4B-019E5063F52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AA969CF-658B-F4CE-EC3A-9E95133596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516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+ Box" preserve="1">
  <p:cSld name="09_List3 + Box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2"/>
          <p:cNvSpPr/>
          <p:nvPr/>
        </p:nvSpPr>
        <p:spPr>
          <a:xfrm>
            <a:off x="1065200" y="2308367"/>
            <a:ext cx="3053600" cy="33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08" name="Google Shape;308;p32"/>
          <p:cNvSpPr/>
          <p:nvPr/>
        </p:nvSpPr>
        <p:spPr>
          <a:xfrm>
            <a:off x="4598000" y="2308371"/>
            <a:ext cx="2996000" cy="33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09" name="Google Shape;309;p32"/>
          <p:cNvSpPr/>
          <p:nvPr/>
        </p:nvSpPr>
        <p:spPr>
          <a:xfrm>
            <a:off x="8130825" y="2308371"/>
            <a:ext cx="2996000" cy="33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10" name="Google Shape;310;p32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1" name="Google Shape;311;p32"/>
          <p:cNvSpPr txBox="1">
            <a:spLocks noGrp="1"/>
          </p:cNvSpPr>
          <p:nvPr>
            <p:ph type="subTitle" idx="1"/>
          </p:nvPr>
        </p:nvSpPr>
        <p:spPr>
          <a:xfrm>
            <a:off x="1331633" y="330227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12" name="Google Shape;312;p32"/>
          <p:cNvSpPr txBox="1">
            <a:spLocks noGrp="1"/>
          </p:cNvSpPr>
          <p:nvPr>
            <p:ph type="subTitle" idx="2"/>
          </p:nvPr>
        </p:nvSpPr>
        <p:spPr>
          <a:xfrm>
            <a:off x="1331633" y="3946837"/>
            <a:ext cx="25360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13" name="Google Shape;313;p32"/>
          <p:cNvSpPr txBox="1">
            <a:spLocks noGrp="1"/>
          </p:cNvSpPr>
          <p:nvPr>
            <p:ph type="subTitle" idx="3"/>
          </p:nvPr>
        </p:nvSpPr>
        <p:spPr>
          <a:xfrm>
            <a:off x="4856811" y="330227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4" name="Google Shape;314;p32"/>
          <p:cNvSpPr txBox="1">
            <a:spLocks noGrp="1"/>
          </p:cNvSpPr>
          <p:nvPr>
            <p:ph type="subTitle" idx="4"/>
          </p:nvPr>
        </p:nvSpPr>
        <p:spPr>
          <a:xfrm>
            <a:off x="4856811" y="3946837"/>
            <a:ext cx="25360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5" name="Google Shape;315;p32"/>
          <p:cNvSpPr txBox="1">
            <a:spLocks noGrp="1"/>
          </p:cNvSpPr>
          <p:nvPr>
            <p:ph type="subTitle" idx="5"/>
          </p:nvPr>
        </p:nvSpPr>
        <p:spPr>
          <a:xfrm>
            <a:off x="8381996" y="330227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6" name="Google Shape;316;p32"/>
          <p:cNvSpPr txBox="1">
            <a:spLocks noGrp="1"/>
          </p:cNvSpPr>
          <p:nvPr>
            <p:ph type="subTitle" idx="6"/>
          </p:nvPr>
        </p:nvSpPr>
        <p:spPr>
          <a:xfrm>
            <a:off x="8381996" y="3946837"/>
            <a:ext cx="25360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D0DF87F-21F4-5C11-7E9A-22621D41128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FF770EB-E5DA-0386-E45F-A179D72110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2246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box" preserve="1">
  <p:cSld name="09_List4 + box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3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5333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21" name="Google Shape;321;p33"/>
          <p:cNvSpPr/>
          <p:nvPr/>
        </p:nvSpPr>
        <p:spPr>
          <a:xfrm>
            <a:off x="71298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2" name="Google Shape;322;p33"/>
          <p:cNvSpPr/>
          <p:nvPr/>
        </p:nvSpPr>
        <p:spPr>
          <a:xfrm>
            <a:off x="347086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3" name="Google Shape;323;p33"/>
          <p:cNvSpPr/>
          <p:nvPr/>
        </p:nvSpPr>
        <p:spPr>
          <a:xfrm>
            <a:off x="622874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4" name="Google Shape;324;p33"/>
          <p:cNvSpPr/>
          <p:nvPr/>
        </p:nvSpPr>
        <p:spPr>
          <a:xfrm>
            <a:off x="898662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5" name="Google Shape;325;p33"/>
          <p:cNvSpPr/>
          <p:nvPr/>
        </p:nvSpPr>
        <p:spPr>
          <a:xfrm rot="10800000" flipH="1">
            <a:off x="71298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6" name="Google Shape;326;p33"/>
          <p:cNvSpPr/>
          <p:nvPr/>
        </p:nvSpPr>
        <p:spPr>
          <a:xfrm rot="10800000" flipH="1">
            <a:off x="347086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7" name="Google Shape;327;p33"/>
          <p:cNvSpPr/>
          <p:nvPr/>
        </p:nvSpPr>
        <p:spPr>
          <a:xfrm rot="10800000" flipH="1">
            <a:off x="622874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8" name="Google Shape;328;p33"/>
          <p:cNvSpPr/>
          <p:nvPr/>
        </p:nvSpPr>
        <p:spPr>
          <a:xfrm rot="10800000" flipH="1">
            <a:off x="898662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9" name="Google Shape;329;p33"/>
          <p:cNvSpPr txBox="1">
            <a:spLocks noGrp="1"/>
          </p:cNvSpPr>
          <p:nvPr>
            <p:ph type="title" idx="2"/>
          </p:nvPr>
        </p:nvSpPr>
        <p:spPr>
          <a:xfrm>
            <a:off x="712985" y="2276475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30" name="Google Shape;330;p33"/>
          <p:cNvSpPr txBox="1">
            <a:spLocks noGrp="1"/>
          </p:cNvSpPr>
          <p:nvPr>
            <p:ph type="subTitle" idx="1"/>
          </p:nvPr>
        </p:nvSpPr>
        <p:spPr>
          <a:xfrm>
            <a:off x="904661" y="32218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31" name="Google Shape;331;p33"/>
          <p:cNvSpPr txBox="1">
            <a:spLocks noGrp="1"/>
          </p:cNvSpPr>
          <p:nvPr>
            <p:ph type="title" idx="3"/>
          </p:nvPr>
        </p:nvSpPr>
        <p:spPr>
          <a:xfrm>
            <a:off x="3470865" y="2285763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title" idx="4"/>
          </p:nvPr>
        </p:nvSpPr>
        <p:spPr>
          <a:xfrm>
            <a:off x="6228745" y="2285763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title" idx="5"/>
          </p:nvPr>
        </p:nvSpPr>
        <p:spPr>
          <a:xfrm>
            <a:off x="8986625" y="2285763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>
            <a:spLocks noGrp="1"/>
          </p:cNvSpPr>
          <p:nvPr>
            <p:ph type="subTitle" idx="6"/>
          </p:nvPr>
        </p:nvSpPr>
        <p:spPr>
          <a:xfrm>
            <a:off x="3662541" y="32218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5" name="Google Shape;335;p33"/>
          <p:cNvSpPr txBox="1">
            <a:spLocks noGrp="1"/>
          </p:cNvSpPr>
          <p:nvPr>
            <p:ph type="subTitle" idx="7"/>
          </p:nvPr>
        </p:nvSpPr>
        <p:spPr>
          <a:xfrm>
            <a:off x="6420421" y="31714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6" name="Google Shape;336;p33"/>
          <p:cNvSpPr txBox="1">
            <a:spLocks noGrp="1"/>
          </p:cNvSpPr>
          <p:nvPr>
            <p:ph type="subTitle" idx="8"/>
          </p:nvPr>
        </p:nvSpPr>
        <p:spPr>
          <a:xfrm>
            <a:off x="9178301" y="31714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920D7F8-7542-7153-5A5E-6B39F4F15EA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269CAD3-D292-6F3C-89DD-6310BFE687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226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Box + Icon" preserve="1">
  <p:cSld name="09_List4 + Box + Icon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41" name="Google Shape;341;p34"/>
          <p:cNvSpPr/>
          <p:nvPr/>
        </p:nvSpPr>
        <p:spPr>
          <a:xfrm>
            <a:off x="71298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2" name="Google Shape;342;p34"/>
          <p:cNvSpPr/>
          <p:nvPr/>
        </p:nvSpPr>
        <p:spPr>
          <a:xfrm>
            <a:off x="347086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3" name="Google Shape;343;p34"/>
          <p:cNvSpPr/>
          <p:nvPr/>
        </p:nvSpPr>
        <p:spPr>
          <a:xfrm>
            <a:off x="622874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4" name="Google Shape;344;p34"/>
          <p:cNvSpPr/>
          <p:nvPr/>
        </p:nvSpPr>
        <p:spPr>
          <a:xfrm>
            <a:off x="898662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34"/>
          <p:cNvSpPr/>
          <p:nvPr/>
        </p:nvSpPr>
        <p:spPr>
          <a:xfrm rot="10800000" flipH="1">
            <a:off x="71298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6" name="Google Shape;346;p34"/>
          <p:cNvSpPr/>
          <p:nvPr/>
        </p:nvSpPr>
        <p:spPr>
          <a:xfrm rot="10800000" flipH="1">
            <a:off x="347086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7" name="Google Shape;347;p34"/>
          <p:cNvSpPr/>
          <p:nvPr/>
        </p:nvSpPr>
        <p:spPr>
          <a:xfrm rot="10800000" flipH="1">
            <a:off x="622874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Google Shape;348;p34"/>
          <p:cNvSpPr/>
          <p:nvPr/>
        </p:nvSpPr>
        <p:spPr>
          <a:xfrm rot="10800000" flipH="1">
            <a:off x="898662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34"/>
          <p:cNvSpPr txBox="1">
            <a:spLocks noGrp="1"/>
          </p:cNvSpPr>
          <p:nvPr>
            <p:ph type="subTitle" idx="1"/>
          </p:nvPr>
        </p:nvSpPr>
        <p:spPr>
          <a:xfrm>
            <a:off x="91493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50" name="Google Shape;350;p34"/>
          <p:cNvSpPr txBox="1">
            <a:spLocks noGrp="1"/>
          </p:cNvSpPr>
          <p:nvPr>
            <p:ph type="subTitle" idx="2"/>
          </p:nvPr>
        </p:nvSpPr>
        <p:spPr>
          <a:xfrm>
            <a:off x="91493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51" name="Google Shape;351;p34"/>
          <p:cNvSpPr txBox="1">
            <a:spLocks noGrp="1"/>
          </p:cNvSpPr>
          <p:nvPr>
            <p:ph type="subTitle" idx="3"/>
          </p:nvPr>
        </p:nvSpPr>
        <p:spPr>
          <a:xfrm>
            <a:off x="367281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subTitle" idx="4"/>
          </p:nvPr>
        </p:nvSpPr>
        <p:spPr>
          <a:xfrm>
            <a:off x="367281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5"/>
          </p:nvPr>
        </p:nvSpPr>
        <p:spPr>
          <a:xfrm>
            <a:off x="643069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4" name="Google Shape;354;p34"/>
          <p:cNvSpPr txBox="1">
            <a:spLocks noGrp="1"/>
          </p:cNvSpPr>
          <p:nvPr>
            <p:ph type="subTitle" idx="6"/>
          </p:nvPr>
        </p:nvSpPr>
        <p:spPr>
          <a:xfrm>
            <a:off x="643069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5" name="Google Shape;355;p34"/>
          <p:cNvSpPr txBox="1">
            <a:spLocks noGrp="1"/>
          </p:cNvSpPr>
          <p:nvPr>
            <p:ph type="subTitle" idx="7"/>
          </p:nvPr>
        </p:nvSpPr>
        <p:spPr>
          <a:xfrm>
            <a:off x="918857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6" name="Google Shape;356;p34"/>
          <p:cNvSpPr txBox="1">
            <a:spLocks noGrp="1"/>
          </p:cNvSpPr>
          <p:nvPr>
            <p:ph type="subTitle" idx="8"/>
          </p:nvPr>
        </p:nvSpPr>
        <p:spPr>
          <a:xfrm>
            <a:off x="918857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2BE7A4B-26E0-26F2-2323-7D626208E8B7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7906F2C-735F-0B76-B204-0B9DF9258E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540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2" preserve="1">
  <p:cSld name="09_List2-White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1" name="Google Shape;361;p35"/>
          <p:cNvSpPr txBox="1">
            <a:spLocks noGrp="1"/>
          </p:cNvSpPr>
          <p:nvPr>
            <p:ph type="subTitle" idx="1"/>
          </p:nvPr>
        </p:nvSpPr>
        <p:spPr>
          <a:xfrm>
            <a:off x="1331633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2" name="Google Shape;362;p35"/>
          <p:cNvSpPr txBox="1">
            <a:spLocks noGrp="1"/>
          </p:cNvSpPr>
          <p:nvPr>
            <p:ph type="subTitle" idx="2"/>
          </p:nvPr>
        </p:nvSpPr>
        <p:spPr>
          <a:xfrm>
            <a:off x="1331633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3" name="Google Shape;363;p35"/>
          <p:cNvSpPr txBox="1">
            <a:spLocks noGrp="1"/>
          </p:cNvSpPr>
          <p:nvPr>
            <p:ph type="subTitle" idx="3"/>
          </p:nvPr>
        </p:nvSpPr>
        <p:spPr>
          <a:xfrm>
            <a:off x="7119835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4" name="Google Shape;364;p35"/>
          <p:cNvSpPr txBox="1">
            <a:spLocks noGrp="1"/>
          </p:cNvSpPr>
          <p:nvPr>
            <p:ph type="subTitle" idx="4"/>
          </p:nvPr>
        </p:nvSpPr>
        <p:spPr>
          <a:xfrm>
            <a:off x="7119835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279096-11BB-53AB-CEFE-950A21309C7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E7C89A0-FA15-77D8-2F0A-158D70457D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808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2" preserve="1">
  <p:cSld name="10_List2-Navy">
    <p:bg>
      <p:bgPr>
        <a:solidFill>
          <a:schemeClr val="tx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1" name="Google Shape;361;p35"/>
          <p:cNvSpPr txBox="1">
            <a:spLocks noGrp="1"/>
          </p:cNvSpPr>
          <p:nvPr>
            <p:ph type="subTitle" idx="1"/>
          </p:nvPr>
        </p:nvSpPr>
        <p:spPr>
          <a:xfrm>
            <a:off x="1331633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2" name="Google Shape;362;p35"/>
          <p:cNvSpPr txBox="1">
            <a:spLocks noGrp="1"/>
          </p:cNvSpPr>
          <p:nvPr>
            <p:ph type="subTitle" idx="2"/>
          </p:nvPr>
        </p:nvSpPr>
        <p:spPr>
          <a:xfrm>
            <a:off x="1331633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3" name="Google Shape;363;p35"/>
          <p:cNvSpPr txBox="1">
            <a:spLocks noGrp="1"/>
          </p:cNvSpPr>
          <p:nvPr>
            <p:ph type="subTitle" idx="3"/>
          </p:nvPr>
        </p:nvSpPr>
        <p:spPr>
          <a:xfrm>
            <a:off x="7119835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4" name="Google Shape;364;p35"/>
          <p:cNvSpPr txBox="1">
            <a:spLocks noGrp="1"/>
          </p:cNvSpPr>
          <p:nvPr>
            <p:ph type="subTitle" idx="4"/>
          </p:nvPr>
        </p:nvSpPr>
        <p:spPr>
          <a:xfrm>
            <a:off x="7119835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7206F51-A649-7186-838A-A3EBEE86944A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312E949-C64A-7DE8-A8C9-A9504040E8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46854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Split" preserve="1">
  <p:cSld name="10_List3 Split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6"/>
          <p:cNvSpPr/>
          <p:nvPr/>
        </p:nvSpPr>
        <p:spPr>
          <a:xfrm>
            <a:off x="6098300" y="0"/>
            <a:ext cx="6093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9" name="Google Shape;369;p36"/>
          <p:cNvSpPr txBox="1">
            <a:spLocks noGrp="1"/>
          </p:cNvSpPr>
          <p:nvPr>
            <p:ph type="body" idx="1"/>
          </p:nvPr>
        </p:nvSpPr>
        <p:spPr>
          <a:xfrm>
            <a:off x="438871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70" name="Google Shape;370;p36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4571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1" name="Google Shape;371;p36"/>
          <p:cNvSpPr txBox="1">
            <a:spLocks noGrp="1"/>
          </p:cNvSpPr>
          <p:nvPr>
            <p:ph type="subTitle" idx="2"/>
          </p:nvPr>
        </p:nvSpPr>
        <p:spPr>
          <a:xfrm>
            <a:off x="7466080" y="1450312"/>
            <a:ext cx="38692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72" name="Google Shape;372;p36"/>
          <p:cNvSpPr txBox="1">
            <a:spLocks noGrp="1"/>
          </p:cNvSpPr>
          <p:nvPr>
            <p:ph type="subTitle" idx="3"/>
          </p:nvPr>
        </p:nvSpPr>
        <p:spPr>
          <a:xfrm>
            <a:off x="7459643" y="876725"/>
            <a:ext cx="38692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73" name="Google Shape;373;p36"/>
          <p:cNvSpPr txBox="1">
            <a:spLocks noGrp="1"/>
          </p:cNvSpPr>
          <p:nvPr>
            <p:ph type="subTitle" idx="4"/>
          </p:nvPr>
        </p:nvSpPr>
        <p:spPr>
          <a:xfrm>
            <a:off x="7466080" y="3440619"/>
            <a:ext cx="38692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4" name="Google Shape;374;p36"/>
          <p:cNvSpPr txBox="1">
            <a:spLocks noGrp="1"/>
          </p:cNvSpPr>
          <p:nvPr>
            <p:ph type="subTitle" idx="5"/>
          </p:nvPr>
        </p:nvSpPr>
        <p:spPr>
          <a:xfrm>
            <a:off x="7459643" y="2867031"/>
            <a:ext cx="38692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5" name="Google Shape;375;p36"/>
          <p:cNvSpPr txBox="1">
            <a:spLocks noGrp="1"/>
          </p:cNvSpPr>
          <p:nvPr>
            <p:ph type="subTitle" idx="6"/>
          </p:nvPr>
        </p:nvSpPr>
        <p:spPr>
          <a:xfrm>
            <a:off x="7466080" y="5430931"/>
            <a:ext cx="38692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6" name="Google Shape;376;p36"/>
          <p:cNvSpPr txBox="1">
            <a:spLocks noGrp="1"/>
          </p:cNvSpPr>
          <p:nvPr>
            <p:ph type="subTitle" idx="7"/>
          </p:nvPr>
        </p:nvSpPr>
        <p:spPr>
          <a:xfrm>
            <a:off x="7459643" y="4857344"/>
            <a:ext cx="38692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A7042B-CE2D-3D64-F2A2-07CF5F574D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FB93419-3C4D-38F0-0002-CCE80BC91D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0432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Split" preserve="1">
  <p:cSld name="09_List4 Split-White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-3467" y="0"/>
            <a:ext cx="12192000" cy="2103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37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801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2" name="Google Shape;382;p37"/>
          <p:cNvSpPr txBox="1">
            <a:spLocks noGrp="1"/>
          </p:cNvSpPr>
          <p:nvPr>
            <p:ph type="subTitle" idx="1"/>
          </p:nvPr>
        </p:nvSpPr>
        <p:spPr>
          <a:xfrm>
            <a:off x="438871" y="1259425"/>
            <a:ext cx="7296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3" name="Google Shape;383;p37"/>
          <p:cNvSpPr txBox="1">
            <a:spLocks noGrp="1"/>
          </p:cNvSpPr>
          <p:nvPr>
            <p:ph type="subTitle" idx="2"/>
          </p:nvPr>
        </p:nvSpPr>
        <p:spPr>
          <a:xfrm>
            <a:off x="65384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4" name="Google Shape;384;p37"/>
          <p:cNvSpPr txBox="1">
            <a:spLocks noGrp="1"/>
          </p:cNvSpPr>
          <p:nvPr>
            <p:ph type="subTitle" idx="3"/>
          </p:nvPr>
        </p:nvSpPr>
        <p:spPr>
          <a:xfrm>
            <a:off x="65384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5" name="Google Shape;385;p37"/>
          <p:cNvSpPr txBox="1">
            <a:spLocks noGrp="1"/>
          </p:cNvSpPr>
          <p:nvPr>
            <p:ph type="subTitle" idx="4"/>
          </p:nvPr>
        </p:nvSpPr>
        <p:spPr>
          <a:xfrm>
            <a:off x="3510305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6" name="Google Shape;386;p37"/>
          <p:cNvSpPr txBox="1">
            <a:spLocks noGrp="1"/>
          </p:cNvSpPr>
          <p:nvPr>
            <p:ph type="subTitle" idx="5"/>
          </p:nvPr>
        </p:nvSpPr>
        <p:spPr>
          <a:xfrm>
            <a:off x="3510305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7" name="Google Shape;387;p37"/>
          <p:cNvSpPr txBox="1">
            <a:spLocks noGrp="1"/>
          </p:cNvSpPr>
          <p:nvPr>
            <p:ph type="subTitle" idx="6"/>
          </p:nvPr>
        </p:nvSpPr>
        <p:spPr>
          <a:xfrm>
            <a:off x="6352787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8" name="Google Shape;388;p37"/>
          <p:cNvSpPr txBox="1">
            <a:spLocks noGrp="1"/>
          </p:cNvSpPr>
          <p:nvPr>
            <p:ph type="subTitle" idx="7"/>
          </p:nvPr>
        </p:nvSpPr>
        <p:spPr>
          <a:xfrm>
            <a:off x="6352787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9" name="Google Shape;389;p37"/>
          <p:cNvSpPr txBox="1">
            <a:spLocks noGrp="1"/>
          </p:cNvSpPr>
          <p:nvPr>
            <p:ph type="subTitle" idx="8"/>
          </p:nvPr>
        </p:nvSpPr>
        <p:spPr>
          <a:xfrm>
            <a:off x="921945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0" name="Google Shape;390;p37"/>
          <p:cNvSpPr txBox="1">
            <a:spLocks noGrp="1"/>
          </p:cNvSpPr>
          <p:nvPr>
            <p:ph type="subTitle" idx="9"/>
          </p:nvPr>
        </p:nvSpPr>
        <p:spPr>
          <a:xfrm>
            <a:off x="921945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440AF62-D211-A905-5DB8-FE1C87B372DC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85101EC-B79A-1178-9DDF-E80233C893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2141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Split" preserve="1">
  <p:cSld name="10_List4 Split-Navy">
    <p:bg>
      <p:bgPr>
        <a:solidFill>
          <a:schemeClr val="tx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-3467" y="0"/>
            <a:ext cx="12192000" cy="2103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37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801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2" name="Google Shape;382;p37"/>
          <p:cNvSpPr txBox="1">
            <a:spLocks noGrp="1"/>
          </p:cNvSpPr>
          <p:nvPr>
            <p:ph type="subTitle" idx="1"/>
          </p:nvPr>
        </p:nvSpPr>
        <p:spPr>
          <a:xfrm>
            <a:off x="438871" y="1259425"/>
            <a:ext cx="7296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3" name="Google Shape;383;p37"/>
          <p:cNvSpPr txBox="1">
            <a:spLocks noGrp="1"/>
          </p:cNvSpPr>
          <p:nvPr>
            <p:ph type="subTitle" idx="2"/>
          </p:nvPr>
        </p:nvSpPr>
        <p:spPr>
          <a:xfrm>
            <a:off x="65384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4" name="Google Shape;384;p37"/>
          <p:cNvSpPr txBox="1">
            <a:spLocks noGrp="1"/>
          </p:cNvSpPr>
          <p:nvPr>
            <p:ph type="subTitle" idx="3"/>
          </p:nvPr>
        </p:nvSpPr>
        <p:spPr>
          <a:xfrm>
            <a:off x="65384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5" name="Google Shape;385;p37"/>
          <p:cNvSpPr txBox="1">
            <a:spLocks noGrp="1"/>
          </p:cNvSpPr>
          <p:nvPr>
            <p:ph type="subTitle" idx="4"/>
          </p:nvPr>
        </p:nvSpPr>
        <p:spPr>
          <a:xfrm>
            <a:off x="3510305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6" name="Google Shape;386;p37"/>
          <p:cNvSpPr txBox="1">
            <a:spLocks noGrp="1"/>
          </p:cNvSpPr>
          <p:nvPr>
            <p:ph type="subTitle" idx="5"/>
          </p:nvPr>
        </p:nvSpPr>
        <p:spPr>
          <a:xfrm>
            <a:off x="3510305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7" name="Google Shape;387;p37"/>
          <p:cNvSpPr txBox="1">
            <a:spLocks noGrp="1"/>
          </p:cNvSpPr>
          <p:nvPr>
            <p:ph type="subTitle" idx="6"/>
          </p:nvPr>
        </p:nvSpPr>
        <p:spPr>
          <a:xfrm>
            <a:off x="6352787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8" name="Google Shape;388;p37"/>
          <p:cNvSpPr txBox="1">
            <a:spLocks noGrp="1"/>
          </p:cNvSpPr>
          <p:nvPr>
            <p:ph type="subTitle" idx="7"/>
          </p:nvPr>
        </p:nvSpPr>
        <p:spPr>
          <a:xfrm>
            <a:off x="6352787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9" name="Google Shape;389;p37"/>
          <p:cNvSpPr txBox="1">
            <a:spLocks noGrp="1"/>
          </p:cNvSpPr>
          <p:nvPr>
            <p:ph type="subTitle" idx="8"/>
          </p:nvPr>
        </p:nvSpPr>
        <p:spPr>
          <a:xfrm>
            <a:off x="921945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0" name="Google Shape;390;p37"/>
          <p:cNvSpPr txBox="1">
            <a:spLocks noGrp="1"/>
          </p:cNvSpPr>
          <p:nvPr>
            <p:ph type="subTitle" idx="9"/>
          </p:nvPr>
        </p:nvSpPr>
        <p:spPr>
          <a:xfrm>
            <a:off x="921945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6845A1-D82A-7BAD-A3CF-CC6BCF8B5E4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E746D0-4AF2-2F8A-87B5-0DF291E30B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65167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AgendaHeavy" preserve="1">
  <p:cSld name="02_AgendaHeavy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8"/>
          <p:cNvSpPr/>
          <p:nvPr/>
        </p:nvSpPr>
        <p:spPr>
          <a:xfrm>
            <a:off x="6098300" y="-9525"/>
            <a:ext cx="6111200" cy="6867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228594" lvl="0" indent="-228594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95" name="Google Shape;395;p38"/>
          <p:cNvSpPr txBox="1">
            <a:spLocks noGrp="1"/>
          </p:cNvSpPr>
          <p:nvPr>
            <p:ph type="title"/>
          </p:nvPr>
        </p:nvSpPr>
        <p:spPr>
          <a:xfrm>
            <a:off x="458143" y="457200"/>
            <a:ext cx="46484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6" name="Google Shape;396;p38"/>
          <p:cNvSpPr txBox="1">
            <a:spLocks noGrp="1"/>
          </p:cNvSpPr>
          <p:nvPr>
            <p:ph type="body" idx="1"/>
          </p:nvPr>
        </p:nvSpPr>
        <p:spPr>
          <a:xfrm>
            <a:off x="438871" y="1971675"/>
            <a:ext cx="3494800" cy="36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97" name="Google Shape;397;p38"/>
          <p:cNvSpPr txBox="1">
            <a:spLocks noGrp="1"/>
          </p:cNvSpPr>
          <p:nvPr>
            <p:ph type="body" idx="2"/>
          </p:nvPr>
        </p:nvSpPr>
        <p:spPr>
          <a:xfrm>
            <a:off x="6915848" y="457200"/>
            <a:ext cx="4476000" cy="5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1219170" lvl="1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D43114-F454-F56F-87B9-0999A54B6D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C0F658-1115-EA83-099E-915A2C1FE0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62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 userDrawn="1">
          <p15:clr>
            <a:srgbClr val="FF0095"/>
          </p15:clr>
        </p15:guide>
        <p15:guide id="2" orient="horz" pos="959" userDrawn="1">
          <p15:clr>
            <a:srgbClr val="FF0095"/>
          </p15:clr>
        </p15:guide>
        <p15:guide id="3" orient="horz" pos="1199" userDrawn="1">
          <p15:clr>
            <a:srgbClr val="FF0095"/>
          </p15:clr>
        </p15:guide>
        <p15:guide id="4" orient="horz" pos="1440" userDrawn="1">
          <p15:clr>
            <a:srgbClr val="FF0095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_Black" preserve="1">
  <p:cSld name="Blank-Gradient">
    <p:bg>
      <p:bgPr>
        <a:gradFill>
          <a:gsLst>
            <a:gs pos="0">
              <a:schemeClr val="tx1"/>
            </a:gs>
            <a:gs pos="100000">
              <a:schemeClr val="bg2"/>
            </a:gs>
          </a:gsLst>
          <a:lin ang="18900000" scaled="1"/>
        </a:gra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501E2A9-EB33-2793-D600-F8046B43012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BD30E9-A67E-D479-E6B1-7C6F60E0D8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9847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_Blue" preserve="1">
  <p:cSld name="Blank-Blue">
    <p:bg>
      <p:bgPr>
        <a:solidFill>
          <a:schemeClr val="accent1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4EBE87F-F323-2381-21AA-EFE874098B1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5E29DB8-4179-2CEA-3BE2-A690BB5B9E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2085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" preserve="1">
  <p:cSld name="03_Text-heavy">
    <p:bg>
      <p:bgPr>
        <a:solidFill>
          <a:srgbClr val="00001E">
            <a:alpha val="0"/>
          </a:srgbClr>
        </a:solid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1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8534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08" name="Google Shape;408;p41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8534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09" name="Google Shape;409;p41"/>
          <p:cNvSpPr txBox="1">
            <a:spLocks noGrp="1"/>
          </p:cNvSpPr>
          <p:nvPr>
            <p:ph type="body" idx="2"/>
          </p:nvPr>
        </p:nvSpPr>
        <p:spPr>
          <a:xfrm>
            <a:off x="440357" y="1873251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ED10B7E-4268-71DD-047E-93AF7B76D53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B4C079-61AE-5182-32B7-9D56FB2F30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018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2" preserve="1">
  <p:cSld name="07_Timeline2">
    <p:bg>
      <p:bgPr>
        <a:solidFill>
          <a:srgbClr val="00001E">
            <a:alpha val="0"/>
          </a:srgbClr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2"/>
          <p:cNvSpPr/>
          <p:nvPr/>
        </p:nvSpPr>
        <p:spPr>
          <a:xfrm>
            <a:off x="0" y="0"/>
            <a:ext cx="12192000" cy="6217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14" name="Google Shape;414;p42"/>
          <p:cNvSpPr/>
          <p:nvPr/>
        </p:nvSpPr>
        <p:spPr>
          <a:xfrm>
            <a:off x="620333" y="2245633"/>
            <a:ext cx="11736400" cy="48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15" name="Google Shape;415;p42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42412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16" name="Google Shape;416;p42"/>
          <p:cNvSpPr txBox="1">
            <a:spLocks noGrp="1"/>
          </p:cNvSpPr>
          <p:nvPr>
            <p:ph type="body" idx="1"/>
          </p:nvPr>
        </p:nvSpPr>
        <p:spPr>
          <a:xfrm>
            <a:off x="659549" y="2582529"/>
            <a:ext cx="2827200" cy="29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38500D3-BD8E-273E-B023-676F9180A3B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3E1C01D-33B3-F819-ED15-1F8CB2FB66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0966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1" preserve="1">
  <p:cSld name="07_Timeline1-White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3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21" name="Google Shape;421;p43"/>
          <p:cNvSpPr txBox="1">
            <a:spLocks noGrp="1"/>
          </p:cNvSpPr>
          <p:nvPr>
            <p:ph type="body" idx="1"/>
          </p:nvPr>
        </p:nvSpPr>
        <p:spPr>
          <a:xfrm>
            <a:off x="439583" y="4049963"/>
            <a:ext cx="2827200" cy="2037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22" name="Google Shape;422;p43"/>
          <p:cNvSpPr/>
          <p:nvPr/>
        </p:nvSpPr>
        <p:spPr>
          <a:xfrm>
            <a:off x="440357" y="3476563"/>
            <a:ext cx="11751600" cy="17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0DCED3D-5B9E-8E54-7DEE-15105E30DD0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397FFA8-7745-E0B2-F758-8C40B94ECC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42930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1" preserve="1">
  <p:cSld name="8_Timeline1-Navy">
    <p:bg>
      <p:bgPr>
        <a:solidFill>
          <a:schemeClr val="tx1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3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21" name="Google Shape;421;p43"/>
          <p:cNvSpPr txBox="1">
            <a:spLocks noGrp="1"/>
          </p:cNvSpPr>
          <p:nvPr>
            <p:ph type="body" idx="1"/>
          </p:nvPr>
        </p:nvSpPr>
        <p:spPr>
          <a:xfrm>
            <a:off x="439583" y="4049963"/>
            <a:ext cx="2827200" cy="2054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22" name="Google Shape;422;p43"/>
          <p:cNvSpPr/>
          <p:nvPr/>
        </p:nvSpPr>
        <p:spPr>
          <a:xfrm>
            <a:off x="440357" y="3476563"/>
            <a:ext cx="11751600" cy="17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4B74730-4B78-DB3A-97CD-E104EC35598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6248A50-C64D-223E-48D8-A5107C42AA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31650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3" preserve="1">
  <p:cSld name="07_Timeline3">
    <p:bg>
      <p:bgPr>
        <a:solidFill>
          <a:schemeClr val="bg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4"/>
          <p:cNvSpPr txBox="1">
            <a:spLocks noGrp="1"/>
          </p:cNvSpPr>
          <p:nvPr>
            <p:ph type="title"/>
          </p:nvPr>
        </p:nvSpPr>
        <p:spPr>
          <a:xfrm>
            <a:off x="3290367" y="298933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 dirty="0"/>
          </a:p>
        </p:txBody>
      </p:sp>
      <p:sp>
        <p:nvSpPr>
          <p:cNvPr id="427" name="Google Shape;427;p44"/>
          <p:cNvSpPr txBox="1">
            <a:spLocks noGrp="1"/>
          </p:cNvSpPr>
          <p:nvPr>
            <p:ph type="title" idx="2"/>
          </p:nvPr>
        </p:nvSpPr>
        <p:spPr>
          <a:xfrm>
            <a:off x="3290367" y="735967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28" name="Google Shape;428;p44"/>
          <p:cNvSpPr txBox="1">
            <a:spLocks noGrp="1"/>
          </p:cNvSpPr>
          <p:nvPr>
            <p:ph type="title" idx="3"/>
          </p:nvPr>
        </p:nvSpPr>
        <p:spPr>
          <a:xfrm>
            <a:off x="3290367" y="1172984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29" name="Google Shape;429;p44"/>
          <p:cNvSpPr txBox="1">
            <a:spLocks noGrp="1"/>
          </p:cNvSpPr>
          <p:nvPr>
            <p:ph type="title" idx="4"/>
          </p:nvPr>
        </p:nvSpPr>
        <p:spPr>
          <a:xfrm>
            <a:off x="3290367" y="16100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0" name="Google Shape;430;p44"/>
          <p:cNvSpPr txBox="1">
            <a:spLocks noGrp="1"/>
          </p:cNvSpPr>
          <p:nvPr>
            <p:ph type="title" idx="5"/>
          </p:nvPr>
        </p:nvSpPr>
        <p:spPr>
          <a:xfrm>
            <a:off x="3290367" y="2047033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1" name="Google Shape;431;p44"/>
          <p:cNvSpPr txBox="1">
            <a:spLocks noGrp="1"/>
          </p:cNvSpPr>
          <p:nvPr>
            <p:ph type="title" idx="6"/>
          </p:nvPr>
        </p:nvSpPr>
        <p:spPr>
          <a:xfrm>
            <a:off x="3290367" y="2484051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2" name="Google Shape;432;p44"/>
          <p:cNvSpPr txBox="1">
            <a:spLocks noGrp="1"/>
          </p:cNvSpPr>
          <p:nvPr>
            <p:ph type="title" idx="7"/>
          </p:nvPr>
        </p:nvSpPr>
        <p:spPr>
          <a:xfrm>
            <a:off x="3290367" y="2921067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3" name="Google Shape;433;p44"/>
          <p:cNvSpPr txBox="1">
            <a:spLocks noGrp="1"/>
          </p:cNvSpPr>
          <p:nvPr>
            <p:ph type="title" idx="8"/>
          </p:nvPr>
        </p:nvSpPr>
        <p:spPr>
          <a:xfrm>
            <a:off x="3290367" y="33581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4" name="Google Shape;434;p44"/>
          <p:cNvSpPr txBox="1">
            <a:spLocks noGrp="1"/>
          </p:cNvSpPr>
          <p:nvPr>
            <p:ph type="title" idx="9"/>
          </p:nvPr>
        </p:nvSpPr>
        <p:spPr>
          <a:xfrm>
            <a:off x="3290367" y="3795117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5" name="Google Shape;435;p44"/>
          <p:cNvSpPr txBox="1">
            <a:spLocks noGrp="1"/>
          </p:cNvSpPr>
          <p:nvPr>
            <p:ph type="title" idx="13"/>
          </p:nvPr>
        </p:nvSpPr>
        <p:spPr>
          <a:xfrm>
            <a:off x="3290367" y="4243351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6" name="Google Shape;436;p44"/>
          <p:cNvSpPr txBox="1">
            <a:spLocks noGrp="1"/>
          </p:cNvSpPr>
          <p:nvPr>
            <p:ph type="title" idx="14"/>
          </p:nvPr>
        </p:nvSpPr>
        <p:spPr>
          <a:xfrm>
            <a:off x="3290367" y="4680384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7" name="Google Shape;437;p44"/>
          <p:cNvSpPr txBox="1">
            <a:spLocks noGrp="1"/>
          </p:cNvSpPr>
          <p:nvPr>
            <p:ph type="title" idx="15"/>
          </p:nvPr>
        </p:nvSpPr>
        <p:spPr>
          <a:xfrm>
            <a:off x="3290367" y="51174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8" name="Google Shape;438;p44"/>
          <p:cNvSpPr txBox="1">
            <a:spLocks noGrp="1"/>
          </p:cNvSpPr>
          <p:nvPr>
            <p:ph type="title" idx="16"/>
          </p:nvPr>
        </p:nvSpPr>
        <p:spPr>
          <a:xfrm>
            <a:off x="3290367" y="55544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cxnSp>
        <p:nvCxnSpPr>
          <p:cNvPr id="439" name="Google Shape;439;p44"/>
          <p:cNvCxnSpPr/>
          <p:nvPr/>
        </p:nvCxnSpPr>
        <p:spPr>
          <a:xfrm>
            <a:off x="7187800" y="350992"/>
            <a:ext cx="0" cy="6526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440" name="Google Shape;440;p44"/>
          <p:cNvSpPr txBox="1">
            <a:spLocks noGrp="1"/>
          </p:cNvSpPr>
          <p:nvPr>
            <p:ph type="title" idx="17"/>
          </p:nvPr>
        </p:nvSpPr>
        <p:spPr>
          <a:xfrm>
            <a:off x="7326433" y="298933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441" name="Google Shape;441;p44"/>
          <p:cNvSpPr txBox="1">
            <a:spLocks noGrp="1"/>
          </p:cNvSpPr>
          <p:nvPr>
            <p:ph type="title" idx="18"/>
          </p:nvPr>
        </p:nvSpPr>
        <p:spPr>
          <a:xfrm>
            <a:off x="7326433" y="735967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2" name="Google Shape;442;p44"/>
          <p:cNvSpPr txBox="1">
            <a:spLocks noGrp="1"/>
          </p:cNvSpPr>
          <p:nvPr>
            <p:ph type="title" idx="19"/>
          </p:nvPr>
        </p:nvSpPr>
        <p:spPr>
          <a:xfrm>
            <a:off x="7326433" y="1172984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3" name="Google Shape;443;p44"/>
          <p:cNvSpPr txBox="1">
            <a:spLocks noGrp="1"/>
          </p:cNvSpPr>
          <p:nvPr>
            <p:ph type="title" idx="20"/>
          </p:nvPr>
        </p:nvSpPr>
        <p:spPr>
          <a:xfrm>
            <a:off x="7326433" y="16100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4" name="Google Shape;444;p44"/>
          <p:cNvSpPr txBox="1">
            <a:spLocks noGrp="1"/>
          </p:cNvSpPr>
          <p:nvPr>
            <p:ph type="title" idx="21"/>
          </p:nvPr>
        </p:nvSpPr>
        <p:spPr>
          <a:xfrm>
            <a:off x="7326433" y="2047033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5" name="Google Shape;445;p44"/>
          <p:cNvSpPr txBox="1">
            <a:spLocks noGrp="1"/>
          </p:cNvSpPr>
          <p:nvPr>
            <p:ph type="title" idx="22"/>
          </p:nvPr>
        </p:nvSpPr>
        <p:spPr>
          <a:xfrm>
            <a:off x="7326433" y="2484051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6" name="Google Shape;446;p44"/>
          <p:cNvSpPr txBox="1">
            <a:spLocks noGrp="1"/>
          </p:cNvSpPr>
          <p:nvPr>
            <p:ph type="title" idx="23"/>
          </p:nvPr>
        </p:nvSpPr>
        <p:spPr>
          <a:xfrm>
            <a:off x="7326433" y="2921067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7" name="Google Shape;447;p44"/>
          <p:cNvSpPr txBox="1">
            <a:spLocks noGrp="1"/>
          </p:cNvSpPr>
          <p:nvPr>
            <p:ph type="title" idx="24"/>
          </p:nvPr>
        </p:nvSpPr>
        <p:spPr>
          <a:xfrm>
            <a:off x="7326433" y="33581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8" name="Google Shape;448;p44"/>
          <p:cNvSpPr txBox="1">
            <a:spLocks noGrp="1"/>
          </p:cNvSpPr>
          <p:nvPr>
            <p:ph type="title" idx="25"/>
          </p:nvPr>
        </p:nvSpPr>
        <p:spPr>
          <a:xfrm>
            <a:off x="7326433" y="3795117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9" name="Google Shape;449;p44"/>
          <p:cNvSpPr txBox="1">
            <a:spLocks noGrp="1"/>
          </p:cNvSpPr>
          <p:nvPr>
            <p:ph type="title" idx="26"/>
          </p:nvPr>
        </p:nvSpPr>
        <p:spPr>
          <a:xfrm>
            <a:off x="7326433" y="4243351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50" name="Google Shape;450;p44"/>
          <p:cNvSpPr txBox="1">
            <a:spLocks noGrp="1"/>
          </p:cNvSpPr>
          <p:nvPr>
            <p:ph type="title" idx="27"/>
          </p:nvPr>
        </p:nvSpPr>
        <p:spPr>
          <a:xfrm>
            <a:off x="7326433" y="4680384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51" name="Google Shape;451;p44"/>
          <p:cNvSpPr txBox="1">
            <a:spLocks noGrp="1"/>
          </p:cNvSpPr>
          <p:nvPr>
            <p:ph type="title" idx="28"/>
          </p:nvPr>
        </p:nvSpPr>
        <p:spPr>
          <a:xfrm>
            <a:off x="7326433" y="51174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52" name="Google Shape;452;p44"/>
          <p:cNvSpPr txBox="1">
            <a:spLocks noGrp="1"/>
          </p:cNvSpPr>
          <p:nvPr>
            <p:ph type="title" idx="29"/>
          </p:nvPr>
        </p:nvSpPr>
        <p:spPr>
          <a:xfrm>
            <a:off x="7326433" y="55544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E7626DD-CA14-F5F7-B8BD-86207D1CB73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F43E09E-28E9-7501-3BD2-8280FE32FE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6286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3 columns" preserve="1">
  <p:cSld name="03_Text-heavy 3 columns-White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5"/>
          <p:cNvSpPr/>
          <p:nvPr/>
        </p:nvSpPr>
        <p:spPr>
          <a:xfrm>
            <a:off x="440367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7" name="Google Shape;457;p45"/>
          <p:cNvSpPr/>
          <p:nvPr/>
        </p:nvSpPr>
        <p:spPr>
          <a:xfrm>
            <a:off x="4276333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8" name="Google Shape;458;p45"/>
          <p:cNvSpPr/>
          <p:nvPr/>
        </p:nvSpPr>
        <p:spPr>
          <a:xfrm>
            <a:off x="8112300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0" name="Google Shape;460;p45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1" name="Google Shape;461;p45"/>
          <p:cNvSpPr txBox="1">
            <a:spLocks noGrp="1"/>
          </p:cNvSpPr>
          <p:nvPr>
            <p:ph type="body" idx="2"/>
          </p:nvPr>
        </p:nvSpPr>
        <p:spPr>
          <a:xfrm>
            <a:off x="660767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2" name="Google Shape;462;p45"/>
          <p:cNvSpPr txBox="1">
            <a:spLocks noGrp="1"/>
          </p:cNvSpPr>
          <p:nvPr>
            <p:ph type="body" idx="3"/>
          </p:nvPr>
        </p:nvSpPr>
        <p:spPr>
          <a:xfrm>
            <a:off x="660767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3" name="Google Shape;463;p45"/>
          <p:cNvSpPr txBox="1">
            <a:spLocks noGrp="1"/>
          </p:cNvSpPr>
          <p:nvPr>
            <p:ph type="body" idx="4"/>
          </p:nvPr>
        </p:nvSpPr>
        <p:spPr>
          <a:xfrm>
            <a:off x="44967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4" name="Google Shape;464;p45"/>
          <p:cNvSpPr txBox="1">
            <a:spLocks noGrp="1"/>
          </p:cNvSpPr>
          <p:nvPr>
            <p:ph type="body" idx="5"/>
          </p:nvPr>
        </p:nvSpPr>
        <p:spPr>
          <a:xfrm>
            <a:off x="44967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5" name="Google Shape;465;p45"/>
          <p:cNvSpPr txBox="1">
            <a:spLocks noGrp="1"/>
          </p:cNvSpPr>
          <p:nvPr>
            <p:ph type="body" idx="6"/>
          </p:nvPr>
        </p:nvSpPr>
        <p:spPr>
          <a:xfrm>
            <a:off x="83339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6" name="Google Shape;466;p45"/>
          <p:cNvSpPr txBox="1">
            <a:spLocks noGrp="1"/>
          </p:cNvSpPr>
          <p:nvPr>
            <p:ph type="body" idx="7"/>
          </p:nvPr>
        </p:nvSpPr>
        <p:spPr>
          <a:xfrm>
            <a:off x="83339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AE4C2EF-7426-892A-30B1-852FB52FE0A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080729B-5AEF-3682-7844-FA0AC6EF1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070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3 columns" preserve="1">
  <p:cSld name="4_Text-heavy 3 columns-Navy">
    <p:bg>
      <p:bgPr>
        <a:solidFill>
          <a:schemeClr val="tx1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5"/>
          <p:cNvSpPr/>
          <p:nvPr/>
        </p:nvSpPr>
        <p:spPr>
          <a:xfrm>
            <a:off x="440367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7" name="Google Shape;457;p45"/>
          <p:cNvSpPr/>
          <p:nvPr/>
        </p:nvSpPr>
        <p:spPr>
          <a:xfrm>
            <a:off x="4276333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8" name="Google Shape;458;p45"/>
          <p:cNvSpPr/>
          <p:nvPr/>
        </p:nvSpPr>
        <p:spPr>
          <a:xfrm>
            <a:off x="8112300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0" name="Google Shape;460;p45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1" name="Google Shape;461;p45"/>
          <p:cNvSpPr txBox="1">
            <a:spLocks noGrp="1"/>
          </p:cNvSpPr>
          <p:nvPr>
            <p:ph type="body" idx="2"/>
          </p:nvPr>
        </p:nvSpPr>
        <p:spPr>
          <a:xfrm>
            <a:off x="660767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2" name="Google Shape;462;p45"/>
          <p:cNvSpPr txBox="1">
            <a:spLocks noGrp="1"/>
          </p:cNvSpPr>
          <p:nvPr>
            <p:ph type="body" idx="3"/>
          </p:nvPr>
        </p:nvSpPr>
        <p:spPr>
          <a:xfrm>
            <a:off x="660767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3" name="Google Shape;463;p45"/>
          <p:cNvSpPr txBox="1">
            <a:spLocks noGrp="1"/>
          </p:cNvSpPr>
          <p:nvPr>
            <p:ph type="body" idx="4"/>
          </p:nvPr>
        </p:nvSpPr>
        <p:spPr>
          <a:xfrm>
            <a:off x="44967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4" name="Google Shape;464;p45"/>
          <p:cNvSpPr txBox="1">
            <a:spLocks noGrp="1"/>
          </p:cNvSpPr>
          <p:nvPr>
            <p:ph type="body" idx="5"/>
          </p:nvPr>
        </p:nvSpPr>
        <p:spPr>
          <a:xfrm>
            <a:off x="44967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5" name="Google Shape;465;p45"/>
          <p:cNvSpPr txBox="1">
            <a:spLocks noGrp="1"/>
          </p:cNvSpPr>
          <p:nvPr>
            <p:ph type="body" idx="6"/>
          </p:nvPr>
        </p:nvSpPr>
        <p:spPr>
          <a:xfrm>
            <a:off x="83339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6" name="Google Shape;466;p45"/>
          <p:cNvSpPr txBox="1">
            <a:spLocks noGrp="1"/>
          </p:cNvSpPr>
          <p:nvPr>
            <p:ph type="body" idx="7"/>
          </p:nvPr>
        </p:nvSpPr>
        <p:spPr>
          <a:xfrm>
            <a:off x="83339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181E9BA-4B9E-435D-CC52-F624DF9F19D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7CF62B0-2FE0-1997-42C2-6C20BF126C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7677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" preserve="1">
  <p:cSld name="03_Text-heavy 4 columns-White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71" name="Google Shape;471;p46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2" name="Google Shape;472;p46"/>
          <p:cNvSpPr/>
          <p:nvPr/>
        </p:nvSpPr>
        <p:spPr>
          <a:xfrm>
            <a:off x="44036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3" name="Google Shape;473;p46"/>
          <p:cNvSpPr/>
          <p:nvPr/>
        </p:nvSpPr>
        <p:spPr>
          <a:xfrm>
            <a:off x="336542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4" name="Google Shape;474;p46"/>
          <p:cNvSpPr/>
          <p:nvPr/>
        </p:nvSpPr>
        <p:spPr>
          <a:xfrm>
            <a:off x="629047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5" name="Google Shape;475;p46"/>
          <p:cNvSpPr/>
          <p:nvPr/>
        </p:nvSpPr>
        <p:spPr>
          <a:xfrm>
            <a:off x="921553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6" name="Google Shape;476;p46"/>
          <p:cNvSpPr txBox="1">
            <a:spLocks noGrp="1"/>
          </p:cNvSpPr>
          <p:nvPr>
            <p:ph type="body" idx="2"/>
          </p:nvPr>
        </p:nvSpPr>
        <p:spPr>
          <a:xfrm>
            <a:off x="608933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7" name="Google Shape;477;p46"/>
          <p:cNvSpPr txBox="1">
            <a:spLocks noGrp="1"/>
          </p:cNvSpPr>
          <p:nvPr>
            <p:ph type="body" idx="3"/>
          </p:nvPr>
        </p:nvSpPr>
        <p:spPr>
          <a:xfrm>
            <a:off x="608933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8" name="Google Shape;478;p46"/>
          <p:cNvSpPr txBox="1">
            <a:spLocks noGrp="1"/>
          </p:cNvSpPr>
          <p:nvPr>
            <p:ph type="body" idx="4"/>
          </p:nvPr>
        </p:nvSpPr>
        <p:spPr>
          <a:xfrm>
            <a:off x="353101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9" name="Google Shape;479;p46"/>
          <p:cNvSpPr txBox="1">
            <a:spLocks noGrp="1"/>
          </p:cNvSpPr>
          <p:nvPr>
            <p:ph type="body" idx="5"/>
          </p:nvPr>
        </p:nvSpPr>
        <p:spPr>
          <a:xfrm>
            <a:off x="353101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0" name="Google Shape;480;p46"/>
          <p:cNvSpPr txBox="1">
            <a:spLocks noGrp="1"/>
          </p:cNvSpPr>
          <p:nvPr>
            <p:ph type="body" idx="6"/>
          </p:nvPr>
        </p:nvSpPr>
        <p:spPr>
          <a:xfrm>
            <a:off x="645606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1" name="Google Shape;481;p46"/>
          <p:cNvSpPr txBox="1">
            <a:spLocks noGrp="1"/>
          </p:cNvSpPr>
          <p:nvPr>
            <p:ph type="body" idx="7"/>
          </p:nvPr>
        </p:nvSpPr>
        <p:spPr>
          <a:xfrm>
            <a:off x="645606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2" name="Google Shape;482;p46"/>
          <p:cNvSpPr txBox="1">
            <a:spLocks noGrp="1"/>
          </p:cNvSpPr>
          <p:nvPr>
            <p:ph type="body" idx="8"/>
          </p:nvPr>
        </p:nvSpPr>
        <p:spPr>
          <a:xfrm>
            <a:off x="9381100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3" name="Google Shape;483;p46"/>
          <p:cNvSpPr txBox="1">
            <a:spLocks noGrp="1"/>
          </p:cNvSpPr>
          <p:nvPr>
            <p:ph type="body" idx="9"/>
          </p:nvPr>
        </p:nvSpPr>
        <p:spPr>
          <a:xfrm>
            <a:off x="9381100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693655A-9FE5-1E6B-E892-DFF645BB6F9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639FBC1-36EA-7FFF-39C5-C3A345E92A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96485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" preserve="1">
  <p:cSld name="4_Text-heavy 4 columns-Navy"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71" name="Google Shape;471;p46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2" name="Google Shape;472;p46"/>
          <p:cNvSpPr/>
          <p:nvPr/>
        </p:nvSpPr>
        <p:spPr>
          <a:xfrm>
            <a:off x="44036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3" name="Google Shape;473;p46"/>
          <p:cNvSpPr/>
          <p:nvPr/>
        </p:nvSpPr>
        <p:spPr>
          <a:xfrm>
            <a:off x="336542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4" name="Google Shape;474;p46"/>
          <p:cNvSpPr/>
          <p:nvPr/>
        </p:nvSpPr>
        <p:spPr>
          <a:xfrm>
            <a:off x="629047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5" name="Google Shape;475;p46"/>
          <p:cNvSpPr/>
          <p:nvPr/>
        </p:nvSpPr>
        <p:spPr>
          <a:xfrm>
            <a:off x="921553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6" name="Google Shape;476;p46"/>
          <p:cNvSpPr txBox="1">
            <a:spLocks noGrp="1"/>
          </p:cNvSpPr>
          <p:nvPr>
            <p:ph type="body" idx="2"/>
          </p:nvPr>
        </p:nvSpPr>
        <p:spPr>
          <a:xfrm>
            <a:off x="608933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7" name="Google Shape;477;p46"/>
          <p:cNvSpPr txBox="1">
            <a:spLocks noGrp="1"/>
          </p:cNvSpPr>
          <p:nvPr>
            <p:ph type="body" idx="3"/>
          </p:nvPr>
        </p:nvSpPr>
        <p:spPr>
          <a:xfrm>
            <a:off x="608933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8" name="Google Shape;478;p46"/>
          <p:cNvSpPr txBox="1">
            <a:spLocks noGrp="1"/>
          </p:cNvSpPr>
          <p:nvPr>
            <p:ph type="body" idx="4"/>
          </p:nvPr>
        </p:nvSpPr>
        <p:spPr>
          <a:xfrm>
            <a:off x="353101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9" name="Google Shape;479;p46"/>
          <p:cNvSpPr txBox="1">
            <a:spLocks noGrp="1"/>
          </p:cNvSpPr>
          <p:nvPr>
            <p:ph type="body" idx="5"/>
          </p:nvPr>
        </p:nvSpPr>
        <p:spPr>
          <a:xfrm>
            <a:off x="353101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0" name="Google Shape;480;p46"/>
          <p:cNvSpPr txBox="1">
            <a:spLocks noGrp="1"/>
          </p:cNvSpPr>
          <p:nvPr>
            <p:ph type="body" idx="6"/>
          </p:nvPr>
        </p:nvSpPr>
        <p:spPr>
          <a:xfrm>
            <a:off x="645606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1" name="Google Shape;481;p46"/>
          <p:cNvSpPr txBox="1">
            <a:spLocks noGrp="1"/>
          </p:cNvSpPr>
          <p:nvPr>
            <p:ph type="body" idx="7"/>
          </p:nvPr>
        </p:nvSpPr>
        <p:spPr>
          <a:xfrm>
            <a:off x="645606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2" name="Google Shape;482;p46"/>
          <p:cNvSpPr txBox="1">
            <a:spLocks noGrp="1"/>
          </p:cNvSpPr>
          <p:nvPr>
            <p:ph type="body" idx="8"/>
          </p:nvPr>
        </p:nvSpPr>
        <p:spPr>
          <a:xfrm>
            <a:off x="9381100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3" name="Google Shape;483;p46"/>
          <p:cNvSpPr txBox="1">
            <a:spLocks noGrp="1"/>
          </p:cNvSpPr>
          <p:nvPr>
            <p:ph type="body" idx="9"/>
          </p:nvPr>
        </p:nvSpPr>
        <p:spPr>
          <a:xfrm>
            <a:off x="9381100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98D5008-59A9-F0B7-1141-F8EBFD37643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D0EAC44-1D05-4D28-4CC1-046AA90792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5648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 2" preserve="1">
  <p:cSld name="03_Text-heavy 4 columns  2-White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8" name="Google Shape;488;p4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9" name="Google Shape;489;p47"/>
          <p:cNvSpPr/>
          <p:nvPr/>
        </p:nvSpPr>
        <p:spPr>
          <a:xfrm>
            <a:off x="488468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0" name="Google Shape;490;p47"/>
          <p:cNvSpPr/>
          <p:nvPr/>
        </p:nvSpPr>
        <p:spPr>
          <a:xfrm>
            <a:off x="6118979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1" name="Google Shape;491;p47"/>
          <p:cNvSpPr/>
          <p:nvPr/>
        </p:nvSpPr>
        <p:spPr>
          <a:xfrm>
            <a:off x="488468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2" name="Google Shape;492;p47"/>
          <p:cNvSpPr/>
          <p:nvPr/>
        </p:nvSpPr>
        <p:spPr>
          <a:xfrm>
            <a:off x="6118979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3" name="Google Shape;493;p47"/>
          <p:cNvSpPr txBox="1">
            <a:spLocks noGrp="1"/>
          </p:cNvSpPr>
          <p:nvPr>
            <p:ph type="body" idx="2"/>
          </p:nvPr>
        </p:nvSpPr>
        <p:spPr>
          <a:xfrm>
            <a:off x="691667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4" name="Google Shape;494;p47"/>
          <p:cNvSpPr txBox="1">
            <a:spLocks noGrp="1"/>
          </p:cNvSpPr>
          <p:nvPr>
            <p:ph type="body" idx="3"/>
          </p:nvPr>
        </p:nvSpPr>
        <p:spPr>
          <a:xfrm>
            <a:off x="691667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5" name="Google Shape;495;p47"/>
          <p:cNvSpPr txBox="1">
            <a:spLocks noGrp="1"/>
          </p:cNvSpPr>
          <p:nvPr>
            <p:ph type="body" idx="4"/>
          </p:nvPr>
        </p:nvSpPr>
        <p:spPr>
          <a:xfrm>
            <a:off x="6290651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6" name="Google Shape;496;p47"/>
          <p:cNvSpPr txBox="1">
            <a:spLocks noGrp="1"/>
          </p:cNvSpPr>
          <p:nvPr>
            <p:ph type="body" idx="5"/>
          </p:nvPr>
        </p:nvSpPr>
        <p:spPr>
          <a:xfrm>
            <a:off x="6290651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7" name="Google Shape;497;p47"/>
          <p:cNvSpPr txBox="1">
            <a:spLocks noGrp="1"/>
          </p:cNvSpPr>
          <p:nvPr>
            <p:ph type="body" idx="6"/>
          </p:nvPr>
        </p:nvSpPr>
        <p:spPr>
          <a:xfrm>
            <a:off x="6290651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8" name="Google Shape;498;p47"/>
          <p:cNvSpPr txBox="1">
            <a:spLocks noGrp="1"/>
          </p:cNvSpPr>
          <p:nvPr>
            <p:ph type="body" idx="7"/>
          </p:nvPr>
        </p:nvSpPr>
        <p:spPr>
          <a:xfrm>
            <a:off x="6290651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9" name="Google Shape;499;p47"/>
          <p:cNvSpPr txBox="1">
            <a:spLocks noGrp="1"/>
          </p:cNvSpPr>
          <p:nvPr>
            <p:ph type="body" idx="8"/>
          </p:nvPr>
        </p:nvSpPr>
        <p:spPr>
          <a:xfrm>
            <a:off x="691667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0" name="Google Shape;500;p47"/>
          <p:cNvSpPr txBox="1">
            <a:spLocks noGrp="1"/>
          </p:cNvSpPr>
          <p:nvPr>
            <p:ph type="body" idx="9"/>
          </p:nvPr>
        </p:nvSpPr>
        <p:spPr>
          <a:xfrm>
            <a:off x="691667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235989-249A-188D-2C64-2D7A9E46E902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15D0B72-885D-7DF2-C77A-873C3244B4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28359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 2" preserve="1">
  <p:cSld name="4_Text-heavy 4 columns  2-Navy">
    <p:bg>
      <p:bgPr>
        <a:solidFill>
          <a:schemeClr val="tx1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8" name="Google Shape;488;p4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9" name="Google Shape;489;p47"/>
          <p:cNvSpPr/>
          <p:nvPr/>
        </p:nvSpPr>
        <p:spPr>
          <a:xfrm>
            <a:off x="488468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0" name="Google Shape;490;p47"/>
          <p:cNvSpPr/>
          <p:nvPr/>
        </p:nvSpPr>
        <p:spPr>
          <a:xfrm>
            <a:off x="6118979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1" name="Google Shape;491;p47"/>
          <p:cNvSpPr/>
          <p:nvPr/>
        </p:nvSpPr>
        <p:spPr>
          <a:xfrm>
            <a:off x="488468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2" name="Google Shape;492;p47"/>
          <p:cNvSpPr/>
          <p:nvPr/>
        </p:nvSpPr>
        <p:spPr>
          <a:xfrm>
            <a:off x="6118979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3" name="Google Shape;493;p47"/>
          <p:cNvSpPr txBox="1">
            <a:spLocks noGrp="1"/>
          </p:cNvSpPr>
          <p:nvPr>
            <p:ph type="body" idx="2"/>
          </p:nvPr>
        </p:nvSpPr>
        <p:spPr>
          <a:xfrm>
            <a:off x="691667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4" name="Google Shape;494;p47"/>
          <p:cNvSpPr txBox="1">
            <a:spLocks noGrp="1"/>
          </p:cNvSpPr>
          <p:nvPr>
            <p:ph type="body" idx="3"/>
          </p:nvPr>
        </p:nvSpPr>
        <p:spPr>
          <a:xfrm>
            <a:off x="691667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5" name="Google Shape;495;p47"/>
          <p:cNvSpPr txBox="1">
            <a:spLocks noGrp="1"/>
          </p:cNvSpPr>
          <p:nvPr>
            <p:ph type="body" idx="4"/>
          </p:nvPr>
        </p:nvSpPr>
        <p:spPr>
          <a:xfrm>
            <a:off x="6290651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6" name="Google Shape;496;p47"/>
          <p:cNvSpPr txBox="1">
            <a:spLocks noGrp="1"/>
          </p:cNvSpPr>
          <p:nvPr>
            <p:ph type="body" idx="5"/>
          </p:nvPr>
        </p:nvSpPr>
        <p:spPr>
          <a:xfrm>
            <a:off x="6290651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7" name="Google Shape;497;p47"/>
          <p:cNvSpPr txBox="1">
            <a:spLocks noGrp="1"/>
          </p:cNvSpPr>
          <p:nvPr>
            <p:ph type="body" idx="6"/>
          </p:nvPr>
        </p:nvSpPr>
        <p:spPr>
          <a:xfrm>
            <a:off x="6290651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8" name="Google Shape;498;p47"/>
          <p:cNvSpPr txBox="1">
            <a:spLocks noGrp="1"/>
          </p:cNvSpPr>
          <p:nvPr>
            <p:ph type="body" idx="7"/>
          </p:nvPr>
        </p:nvSpPr>
        <p:spPr>
          <a:xfrm>
            <a:off x="6290651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9" name="Google Shape;499;p47"/>
          <p:cNvSpPr txBox="1">
            <a:spLocks noGrp="1"/>
          </p:cNvSpPr>
          <p:nvPr>
            <p:ph type="body" idx="8"/>
          </p:nvPr>
        </p:nvSpPr>
        <p:spPr>
          <a:xfrm>
            <a:off x="691667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0" name="Google Shape;500;p47"/>
          <p:cNvSpPr txBox="1">
            <a:spLocks noGrp="1"/>
          </p:cNvSpPr>
          <p:nvPr>
            <p:ph type="body" idx="9"/>
          </p:nvPr>
        </p:nvSpPr>
        <p:spPr>
          <a:xfrm>
            <a:off x="691667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08F6ACA-1A3A-C30D-6F76-17DF4D088D8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D860E33-1B90-889A-6A23-4D220156FE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99136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 preserve="1">
  <p:cSld name="Title with Grid 3 Quarters-White">
    <p:bg>
      <p:bgRef idx="1001">
        <a:schemeClr val="bg1"/>
      </p:bgRef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1"/>
          <p:cNvSpPr txBox="1">
            <a:spLocks noGrp="1"/>
          </p:cNvSpPr>
          <p:nvPr>
            <p:ph type="title"/>
          </p:nvPr>
        </p:nvSpPr>
        <p:spPr>
          <a:xfrm>
            <a:off x="1468433" y="457200"/>
            <a:ext cx="9058800" cy="17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903D56E2-676C-13FA-92ED-B18D21E7C0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22714" r="5059" b="43998"/>
          <a:stretch>
            <a:fillRect/>
          </a:stretch>
        </p:blipFill>
        <p:spPr>
          <a:xfrm>
            <a:off x="-1" y="2252400"/>
            <a:ext cx="12192001" cy="3823099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BEECE37-6C5B-C110-2058-AE95F1C10F1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71AFF67-E9A5-BBE6-D006-E8D89E226C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70" y="6348550"/>
            <a:ext cx="1190294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92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 preserve="1">
  <p:cSld name="Title with Grid 3 Quarters-Navy">
    <p:bg>
      <p:bgPr>
        <a:solidFill>
          <a:schemeClr val="tx1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1"/>
          <p:cNvSpPr txBox="1">
            <a:spLocks noGrp="1"/>
          </p:cNvSpPr>
          <p:nvPr>
            <p:ph type="title"/>
          </p:nvPr>
        </p:nvSpPr>
        <p:spPr>
          <a:xfrm>
            <a:off x="1468433" y="457200"/>
            <a:ext cx="9058800" cy="17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903D56E2-676C-13FA-92ED-B18D21E7C0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22714" r="5059" b="43998"/>
          <a:stretch>
            <a:fillRect/>
          </a:stretch>
        </p:blipFill>
        <p:spPr>
          <a:xfrm>
            <a:off x="-1" y="2252400"/>
            <a:ext cx="12192001" cy="3823099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BEECE37-6C5B-C110-2058-AE95F1C10F1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71AFF67-E9A5-BBE6-D006-E8D89E226C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370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2 columns" preserve="1">
  <p:cSld name="4_Text-heavy 2 columns-White"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8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5" name="Google Shape;505;p48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/>
          <p:nvPr/>
        </p:nvSpPr>
        <p:spPr>
          <a:xfrm>
            <a:off x="440367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7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Google Shape;507;p48"/>
          <p:cNvSpPr/>
          <p:nvPr/>
        </p:nvSpPr>
        <p:spPr>
          <a:xfrm>
            <a:off x="6254500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228594" lvl="0" indent="-228594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1467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Google Shape;508;p48"/>
          <p:cNvSpPr txBox="1">
            <a:spLocks noGrp="1"/>
          </p:cNvSpPr>
          <p:nvPr>
            <p:ph type="body" idx="2"/>
          </p:nvPr>
        </p:nvSpPr>
        <p:spPr>
          <a:xfrm>
            <a:off x="659533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9" name="Google Shape;509;p48"/>
          <p:cNvSpPr txBox="1">
            <a:spLocks noGrp="1"/>
          </p:cNvSpPr>
          <p:nvPr>
            <p:ph type="body" idx="3"/>
          </p:nvPr>
        </p:nvSpPr>
        <p:spPr>
          <a:xfrm>
            <a:off x="659533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0" name="Google Shape;510;p48"/>
          <p:cNvSpPr txBox="1">
            <a:spLocks noGrp="1"/>
          </p:cNvSpPr>
          <p:nvPr>
            <p:ph type="body" idx="4"/>
          </p:nvPr>
        </p:nvSpPr>
        <p:spPr>
          <a:xfrm>
            <a:off x="6454100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1" name="Google Shape;511;p48"/>
          <p:cNvSpPr txBox="1">
            <a:spLocks noGrp="1"/>
          </p:cNvSpPr>
          <p:nvPr>
            <p:ph type="body" idx="5"/>
          </p:nvPr>
        </p:nvSpPr>
        <p:spPr>
          <a:xfrm>
            <a:off x="6454100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CCA9D55-B4AB-9A17-09DE-25AE503BE99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7104D42-46EA-8201-57C5-D7B1099C87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10399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2 columns" preserve="1">
  <p:cSld name="4_Text-heavy 2 columns-Navy">
    <p:bg>
      <p:bgPr>
        <a:solidFill>
          <a:schemeClr val="tx1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8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5" name="Google Shape;505;p48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/>
          <p:nvPr/>
        </p:nvSpPr>
        <p:spPr>
          <a:xfrm>
            <a:off x="440367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7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Google Shape;507;p48"/>
          <p:cNvSpPr/>
          <p:nvPr/>
        </p:nvSpPr>
        <p:spPr>
          <a:xfrm>
            <a:off x="6254500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228594" lvl="0" indent="-228594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1467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Google Shape;508;p48"/>
          <p:cNvSpPr txBox="1">
            <a:spLocks noGrp="1"/>
          </p:cNvSpPr>
          <p:nvPr>
            <p:ph type="body" idx="2"/>
          </p:nvPr>
        </p:nvSpPr>
        <p:spPr>
          <a:xfrm>
            <a:off x="659533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9" name="Google Shape;509;p48"/>
          <p:cNvSpPr txBox="1">
            <a:spLocks noGrp="1"/>
          </p:cNvSpPr>
          <p:nvPr>
            <p:ph type="body" idx="3"/>
          </p:nvPr>
        </p:nvSpPr>
        <p:spPr>
          <a:xfrm>
            <a:off x="659533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0" name="Google Shape;510;p48"/>
          <p:cNvSpPr txBox="1">
            <a:spLocks noGrp="1"/>
          </p:cNvSpPr>
          <p:nvPr>
            <p:ph type="body" idx="4"/>
          </p:nvPr>
        </p:nvSpPr>
        <p:spPr>
          <a:xfrm>
            <a:off x="6454100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1" name="Google Shape;511;p48"/>
          <p:cNvSpPr txBox="1">
            <a:spLocks noGrp="1"/>
          </p:cNvSpPr>
          <p:nvPr>
            <p:ph type="body" idx="5"/>
          </p:nvPr>
        </p:nvSpPr>
        <p:spPr>
          <a:xfrm>
            <a:off x="6454100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76609F7-1B32-0AEB-6868-A697C76983C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3E98DB-9296-EA74-5FC7-7232223E28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36267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 preserve="1">
  <p:cSld name="5Box Grid BG">
    <p:bg>
      <p:bgPr>
        <a:solidFill>
          <a:schemeClr val="tx1"/>
        </a:solidFill>
        <a:effectLst/>
      </p:bgPr>
    </p:bg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4FFFE654-7A6B-5454-D10B-A7A0930A61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3102" r="5059" b="43998"/>
          <a:stretch>
            <a:fillRect/>
          </a:stretch>
        </p:blipFill>
        <p:spPr>
          <a:xfrm>
            <a:off x="-1" y="0"/>
            <a:ext cx="12192001" cy="6075499"/>
          </a:xfrm>
          <a:prstGeom prst="rect">
            <a:avLst/>
          </a:prstGeom>
        </p:spPr>
      </p:pic>
      <p:sp>
        <p:nvSpPr>
          <p:cNvPr id="529" name="Google Shape;529;p52"/>
          <p:cNvSpPr/>
          <p:nvPr/>
        </p:nvSpPr>
        <p:spPr>
          <a:xfrm>
            <a:off x="885600" y="16736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0" name="Google Shape;530;p52"/>
          <p:cNvSpPr/>
          <p:nvPr/>
        </p:nvSpPr>
        <p:spPr>
          <a:xfrm>
            <a:off x="4493217" y="16736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1" name="Google Shape;531;p52"/>
          <p:cNvSpPr/>
          <p:nvPr/>
        </p:nvSpPr>
        <p:spPr>
          <a:xfrm>
            <a:off x="8100851" y="16736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2" name="Google Shape;532;p52"/>
          <p:cNvSpPr/>
          <p:nvPr/>
        </p:nvSpPr>
        <p:spPr>
          <a:xfrm>
            <a:off x="2627984" y="37580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3" name="Google Shape;533;p52"/>
          <p:cNvSpPr/>
          <p:nvPr/>
        </p:nvSpPr>
        <p:spPr>
          <a:xfrm>
            <a:off x="6235584" y="37580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4" name="Google Shape;534;p52"/>
          <p:cNvSpPr txBox="1">
            <a:spLocks noGrp="1"/>
          </p:cNvSpPr>
          <p:nvPr>
            <p:ph type="title"/>
          </p:nvPr>
        </p:nvSpPr>
        <p:spPr>
          <a:xfrm>
            <a:off x="2603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35" name="Google Shape;535;p52"/>
          <p:cNvSpPr txBox="1">
            <a:spLocks noGrp="1"/>
          </p:cNvSpPr>
          <p:nvPr>
            <p:ph type="subTitle" idx="1"/>
          </p:nvPr>
        </p:nvSpPr>
        <p:spPr>
          <a:xfrm>
            <a:off x="1064833" y="26441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36" name="Google Shape;536;p52"/>
          <p:cNvSpPr txBox="1">
            <a:spLocks noGrp="1"/>
          </p:cNvSpPr>
          <p:nvPr>
            <p:ph type="title" idx="2"/>
          </p:nvPr>
        </p:nvSpPr>
        <p:spPr>
          <a:xfrm>
            <a:off x="1064833" y="19259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537" name="Google Shape;537;p52"/>
          <p:cNvSpPr txBox="1">
            <a:spLocks noGrp="1"/>
          </p:cNvSpPr>
          <p:nvPr>
            <p:ph type="subTitle" idx="3"/>
          </p:nvPr>
        </p:nvSpPr>
        <p:spPr>
          <a:xfrm>
            <a:off x="4676433" y="26441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title" idx="4"/>
          </p:nvPr>
        </p:nvSpPr>
        <p:spPr>
          <a:xfrm>
            <a:off x="4676433" y="19259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39" name="Google Shape;539;p52"/>
          <p:cNvSpPr txBox="1">
            <a:spLocks noGrp="1"/>
          </p:cNvSpPr>
          <p:nvPr>
            <p:ph type="subTitle" idx="5"/>
          </p:nvPr>
        </p:nvSpPr>
        <p:spPr>
          <a:xfrm>
            <a:off x="8288033" y="26441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40" name="Google Shape;540;p52"/>
          <p:cNvSpPr txBox="1">
            <a:spLocks noGrp="1"/>
          </p:cNvSpPr>
          <p:nvPr>
            <p:ph type="title" idx="6"/>
          </p:nvPr>
        </p:nvSpPr>
        <p:spPr>
          <a:xfrm>
            <a:off x="8288033" y="19259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41" name="Google Shape;541;p52"/>
          <p:cNvSpPr txBox="1">
            <a:spLocks noGrp="1"/>
          </p:cNvSpPr>
          <p:nvPr>
            <p:ph type="subTitle" idx="7"/>
          </p:nvPr>
        </p:nvSpPr>
        <p:spPr>
          <a:xfrm>
            <a:off x="2811200" y="47285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42" name="Google Shape;542;p52"/>
          <p:cNvSpPr txBox="1">
            <a:spLocks noGrp="1"/>
          </p:cNvSpPr>
          <p:nvPr>
            <p:ph type="title" idx="8"/>
          </p:nvPr>
        </p:nvSpPr>
        <p:spPr>
          <a:xfrm>
            <a:off x="2811200" y="40103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43" name="Google Shape;543;p52"/>
          <p:cNvSpPr txBox="1">
            <a:spLocks noGrp="1"/>
          </p:cNvSpPr>
          <p:nvPr>
            <p:ph type="subTitle" idx="9"/>
          </p:nvPr>
        </p:nvSpPr>
        <p:spPr>
          <a:xfrm>
            <a:off x="6418800" y="47285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44" name="Google Shape;544;p52"/>
          <p:cNvSpPr txBox="1">
            <a:spLocks noGrp="1"/>
          </p:cNvSpPr>
          <p:nvPr>
            <p:ph type="title" idx="13"/>
          </p:nvPr>
        </p:nvSpPr>
        <p:spPr>
          <a:xfrm>
            <a:off x="6418800" y="40103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34A92-5C8B-32FA-0F1A-3DE1D10319B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971E8B7-8D77-A1DE-B7A7-4797B2308C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63481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 preserve="1">
  <p:cSld name="Bento-GridBG">
    <p:bg>
      <p:bgPr>
        <a:solidFill>
          <a:schemeClr val="tx1"/>
        </a:solidFill>
        <a:effectLst/>
      </p:bgPr>
    </p:bg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7D67323F-89B9-7DC8-02C1-27170B69C8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3102" r="5059" b="43998"/>
          <a:stretch>
            <a:fillRect/>
          </a:stretch>
        </p:blipFill>
        <p:spPr>
          <a:xfrm>
            <a:off x="-1" y="0"/>
            <a:ext cx="12192001" cy="6075499"/>
          </a:xfrm>
          <a:prstGeom prst="rect">
            <a:avLst/>
          </a:prstGeom>
        </p:spPr>
      </p:pic>
      <p:sp>
        <p:nvSpPr>
          <p:cNvPr id="549" name="Google Shape;549;p53"/>
          <p:cNvSpPr/>
          <p:nvPr/>
        </p:nvSpPr>
        <p:spPr>
          <a:xfrm>
            <a:off x="590767" y="529467"/>
            <a:ext cx="5842000" cy="4969600"/>
          </a:xfrm>
          <a:prstGeom prst="rect">
            <a:avLst/>
          </a:prstGeom>
          <a:solidFill>
            <a:srgbClr val="00001E"/>
          </a:solidFill>
          <a:ln w="9525" cap="flat" cmpd="sng">
            <a:solidFill>
              <a:srgbClr val="0000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0" name="Google Shape;550;p53"/>
          <p:cNvSpPr/>
          <p:nvPr/>
        </p:nvSpPr>
        <p:spPr>
          <a:xfrm>
            <a:off x="7008793" y="542733"/>
            <a:ext cx="4440000" cy="14712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1" name="Google Shape;551;p53"/>
          <p:cNvSpPr txBox="1">
            <a:spLocks noGrp="1"/>
          </p:cNvSpPr>
          <p:nvPr>
            <p:ph type="subTitle" idx="1"/>
          </p:nvPr>
        </p:nvSpPr>
        <p:spPr>
          <a:xfrm>
            <a:off x="7224067" y="1410300"/>
            <a:ext cx="4016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52" name="Google Shape;552;p53"/>
          <p:cNvSpPr txBox="1">
            <a:spLocks noGrp="1"/>
          </p:cNvSpPr>
          <p:nvPr>
            <p:ph type="title"/>
          </p:nvPr>
        </p:nvSpPr>
        <p:spPr>
          <a:xfrm>
            <a:off x="7224067" y="692100"/>
            <a:ext cx="4016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JetBrains Mono"/>
              <a:buNone/>
              <a:defRPr sz="3333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553" name="Google Shape;553;p53"/>
          <p:cNvSpPr/>
          <p:nvPr/>
        </p:nvSpPr>
        <p:spPr>
          <a:xfrm>
            <a:off x="7008793" y="2278667"/>
            <a:ext cx="4440000" cy="14712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4" name="Google Shape;554;p53"/>
          <p:cNvSpPr txBox="1">
            <a:spLocks noGrp="1"/>
          </p:cNvSpPr>
          <p:nvPr>
            <p:ph type="subTitle" idx="2"/>
          </p:nvPr>
        </p:nvSpPr>
        <p:spPr>
          <a:xfrm>
            <a:off x="7224067" y="3146233"/>
            <a:ext cx="4016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55" name="Google Shape;555;p53"/>
          <p:cNvSpPr txBox="1">
            <a:spLocks noGrp="1"/>
          </p:cNvSpPr>
          <p:nvPr>
            <p:ph type="title" idx="3"/>
          </p:nvPr>
        </p:nvSpPr>
        <p:spPr>
          <a:xfrm>
            <a:off x="7224067" y="2428033"/>
            <a:ext cx="4016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JetBrains Mono"/>
              <a:buNone/>
              <a:defRPr sz="3333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56" name="Google Shape;556;p53"/>
          <p:cNvSpPr/>
          <p:nvPr/>
        </p:nvSpPr>
        <p:spPr>
          <a:xfrm>
            <a:off x="7008793" y="4027867"/>
            <a:ext cx="4440000" cy="14712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7" name="Google Shape;557;p53"/>
          <p:cNvSpPr txBox="1">
            <a:spLocks noGrp="1"/>
          </p:cNvSpPr>
          <p:nvPr>
            <p:ph type="subTitle" idx="4"/>
          </p:nvPr>
        </p:nvSpPr>
        <p:spPr>
          <a:xfrm>
            <a:off x="7224067" y="4895433"/>
            <a:ext cx="4016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58" name="Google Shape;558;p53"/>
          <p:cNvSpPr txBox="1">
            <a:spLocks noGrp="1"/>
          </p:cNvSpPr>
          <p:nvPr>
            <p:ph type="title" idx="5"/>
          </p:nvPr>
        </p:nvSpPr>
        <p:spPr>
          <a:xfrm>
            <a:off x="7224067" y="4177233"/>
            <a:ext cx="4016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JetBrains Mono"/>
              <a:buNone/>
              <a:defRPr sz="3333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59" name="Google Shape;559;p53"/>
          <p:cNvSpPr txBox="1">
            <a:spLocks noGrp="1"/>
          </p:cNvSpPr>
          <p:nvPr>
            <p:ph type="title" idx="6"/>
          </p:nvPr>
        </p:nvSpPr>
        <p:spPr>
          <a:xfrm>
            <a:off x="1018233" y="988267"/>
            <a:ext cx="4881600" cy="41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sz="4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5B911-327C-4DBC-06FD-8ACBBA7EE72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A43F0AA-8727-1E91-6836-7B08DF4269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94896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 preserve="1">
  <p:cSld name="Grid Callout Slide">
    <p:bg>
      <p:bgPr>
        <a:solidFill>
          <a:schemeClr val="tx1"/>
        </a:solidFill>
        <a:effectLst/>
      </p:bgPr>
    </p:bg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1B526796-F870-845E-C806-9BF9F3C167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3102" r="5059" b="3718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64" name="Google Shape;564;p54"/>
          <p:cNvSpPr/>
          <p:nvPr/>
        </p:nvSpPr>
        <p:spPr>
          <a:xfrm>
            <a:off x="1749064" y="947340"/>
            <a:ext cx="8708000" cy="4966400"/>
          </a:xfrm>
          <a:prstGeom prst="rect">
            <a:avLst/>
          </a:prstGeom>
          <a:solidFill>
            <a:srgbClr val="00001E">
              <a:alpha val="72000"/>
            </a:srgbClr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65" name="Google Shape;565;p54"/>
          <p:cNvSpPr txBox="1">
            <a:spLocks noGrp="1"/>
          </p:cNvSpPr>
          <p:nvPr>
            <p:ph type="title"/>
          </p:nvPr>
        </p:nvSpPr>
        <p:spPr>
          <a:xfrm>
            <a:off x="2036433" y="1200167"/>
            <a:ext cx="8195600" cy="44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sz="480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FAD202-1D1B-F752-3B1A-B24650FF748E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1C0DF48-F2AF-8104-89AE-BC6F4DBAA0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81034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ack" preserve="1">
  <p:cSld name="04_Quote_Navy">
    <p:bg>
      <p:bgPr>
        <a:solidFill>
          <a:schemeClr val="tx1"/>
        </a:solidFill>
        <a:effectLst/>
      </p:bgPr>
    </p:bg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pink squares&#10;&#10;AI-generated content may be incorrect.">
            <a:extLst>
              <a:ext uri="{FF2B5EF4-FFF2-40B4-BE49-F238E27FC236}">
                <a16:creationId xmlns:a16="http://schemas.microsoft.com/office/drawing/2014/main" id="{102602C2-1AEA-AF12-A4A5-41A7731EE1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6000"/>
          </a:blip>
          <a:srcRect l="23741" t="17891" r="23635" b="2297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68" name="Google Shape;568;p55"/>
          <p:cNvSpPr txBox="1"/>
          <p:nvPr/>
        </p:nvSpPr>
        <p:spPr>
          <a:xfrm>
            <a:off x="5466267" y="379333"/>
            <a:ext cx="1218000" cy="1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3" b="1" dirty="0">
                <a:solidFill>
                  <a:schemeClr val="accent2"/>
                </a:solidFill>
              </a:rPr>
              <a:t>“</a:t>
            </a:r>
            <a:endParaRPr sz="13333" b="1" dirty="0">
              <a:solidFill>
                <a:schemeClr val="accent2"/>
              </a:solidFill>
            </a:endParaRPr>
          </a:p>
        </p:txBody>
      </p:sp>
      <p:sp>
        <p:nvSpPr>
          <p:cNvPr id="569" name="Google Shape;569;p55"/>
          <p:cNvSpPr txBox="1">
            <a:spLocks noGrp="1"/>
          </p:cNvSpPr>
          <p:nvPr>
            <p:ph type="title"/>
          </p:nvPr>
        </p:nvSpPr>
        <p:spPr>
          <a:xfrm>
            <a:off x="1984015" y="1425088"/>
            <a:ext cx="8228400" cy="3715200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gradFill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70" name="Google Shape;570;p55"/>
          <p:cNvSpPr txBox="1">
            <a:spLocks noGrp="1"/>
          </p:cNvSpPr>
          <p:nvPr>
            <p:ph type="subTitle" idx="1"/>
          </p:nvPr>
        </p:nvSpPr>
        <p:spPr>
          <a:xfrm>
            <a:off x="4246869" y="5140363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711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ue" preserve="1">
  <p:cSld name="04_Quote_White">
    <p:bg>
      <p:bgPr>
        <a:solidFill>
          <a:schemeClr val="lt1"/>
        </a:solid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pink squares&#10;&#10;AI-generated content may be incorrect.">
            <a:extLst>
              <a:ext uri="{FF2B5EF4-FFF2-40B4-BE49-F238E27FC236}">
                <a16:creationId xmlns:a16="http://schemas.microsoft.com/office/drawing/2014/main" id="{00DEF2D5-DA02-3DF3-AE4F-6D62FFF130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6000"/>
          </a:blip>
          <a:srcRect l="23741" t="17891" r="23635" b="2297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73" name="Google Shape;573;p56"/>
          <p:cNvSpPr txBox="1">
            <a:spLocks noGrp="1"/>
          </p:cNvSpPr>
          <p:nvPr>
            <p:ph type="title"/>
          </p:nvPr>
        </p:nvSpPr>
        <p:spPr>
          <a:xfrm>
            <a:off x="1984015" y="1425088"/>
            <a:ext cx="8228400" cy="3715200"/>
          </a:xfrm>
          <a:prstGeom prst="rect">
            <a:avLst/>
          </a:prstGeom>
          <a:solidFill>
            <a:schemeClr val="lt1">
              <a:alpha val="71923"/>
            </a:schemeClr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54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74" name="Google Shape;574;p56"/>
          <p:cNvSpPr txBox="1">
            <a:spLocks noGrp="1"/>
          </p:cNvSpPr>
          <p:nvPr>
            <p:ph type="subTitle" idx="1"/>
          </p:nvPr>
        </p:nvSpPr>
        <p:spPr>
          <a:xfrm>
            <a:off x="4267603" y="5220196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JetBrains Mono"/>
              <a:buNone/>
              <a:defRPr b="1">
                <a:solidFill>
                  <a:schemeClr val="accent2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575" name="Google Shape;575;p56"/>
          <p:cNvSpPr txBox="1"/>
          <p:nvPr/>
        </p:nvSpPr>
        <p:spPr>
          <a:xfrm>
            <a:off x="5276600" y="581900"/>
            <a:ext cx="1638800" cy="9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66" b="1" dirty="0">
                <a:solidFill>
                  <a:schemeClr val="accent2"/>
                </a:solidFill>
              </a:rPr>
              <a:t>“</a:t>
            </a:r>
            <a:endParaRPr sz="10666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87736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LeftAlign + Photo" preserve="1">
  <p:cSld name="04_Quote_LeftAlign + Photo">
    <p:bg>
      <p:bgPr>
        <a:solidFill>
          <a:schemeClr val="bg1"/>
        </a:solidFill>
        <a:effectLst/>
      </p:bgPr>
    </p:bg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pink squares&#10;&#10;AI-generated content may be incorrect.">
            <a:extLst>
              <a:ext uri="{FF2B5EF4-FFF2-40B4-BE49-F238E27FC236}">
                <a16:creationId xmlns:a16="http://schemas.microsoft.com/office/drawing/2014/main" id="{27CD4253-A65F-B07C-8691-CECFB6319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</a:blip>
          <a:srcRect l="23741" t="17891" r="23635" b="2297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78" name="Google Shape;578;p57"/>
          <p:cNvSpPr txBox="1">
            <a:spLocks noGrp="1"/>
          </p:cNvSpPr>
          <p:nvPr>
            <p:ph type="title"/>
          </p:nvPr>
        </p:nvSpPr>
        <p:spPr>
          <a:xfrm>
            <a:off x="1879161" y="1653688"/>
            <a:ext cx="8228400" cy="2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579" name="Google Shape;579;p57"/>
          <p:cNvSpPr txBox="1">
            <a:spLocks noGrp="1"/>
          </p:cNvSpPr>
          <p:nvPr>
            <p:ph type="subTitle" idx="1"/>
          </p:nvPr>
        </p:nvSpPr>
        <p:spPr>
          <a:xfrm>
            <a:off x="3333733" y="4896163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"/>
              <a:buNone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9pPr>
          </a:lstStyle>
          <a:p>
            <a:endParaRPr/>
          </a:p>
        </p:txBody>
      </p:sp>
      <p:sp>
        <p:nvSpPr>
          <p:cNvPr id="580" name="Google Shape;580;p57"/>
          <p:cNvSpPr>
            <a:spLocks noGrp="1"/>
          </p:cNvSpPr>
          <p:nvPr>
            <p:ph type="pic" idx="2"/>
          </p:nvPr>
        </p:nvSpPr>
        <p:spPr>
          <a:xfrm>
            <a:off x="1879167" y="4681000"/>
            <a:ext cx="1255200" cy="125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1" name="Google Shape;581;p57"/>
          <p:cNvSpPr txBox="1"/>
          <p:nvPr/>
        </p:nvSpPr>
        <p:spPr>
          <a:xfrm>
            <a:off x="1303533" y="631767"/>
            <a:ext cx="1638800" cy="9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66" b="1" dirty="0">
                <a:solidFill>
                  <a:schemeClr val="accent1"/>
                </a:solidFill>
              </a:rPr>
              <a:t>“</a:t>
            </a:r>
            <a:endParaRPr sz="10666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70517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ue + Title" preserve="1">
  <p:cSld name="04_Quote_Blue + Title">
    <p:bg>
      <p:bgPr>
        <a:solidFill>
          <a:schemeClr val="accent1"/>
        </a:solidFill>
        <a:effectLst/>
      </p:bgPr>
    </p:bg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9"/>
          <p:cNvSpPr txBox="1">
            <a:spLocks noGrp="1"/>
          </p:cNvSpPr>
          <p:nvPr>
            <p:ph type="title"/>
          </p:nvPr>
        </p:nvSpPr>
        <p:spPr>
          <a:xfrm>
            <a:off x="1526872" y="971625"/>
            <a:ext cx="9142800" cy="4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8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592" name="Google Shape;592;p59"/>
          <p:cNvSpPr txBox="1">
            <a:spLocks noGrp="1"/>
          </p:cNvSpPr>
          <p:nvPr>
            <p:ph type="subTitle" idx="1"/>
          </p:nvPr>
        </p:nvSpPr>
        <p:spPr>
          <a:xfrm>
            <a:off x="4246869" y="763537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987C9BC-66EE-334E-7F5B-0384CAFFAF9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E56DD56-6E33-9BD1-6937-08642FEB1E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7736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ack + Title" preserve="1">
  <p:cSld name="04_Quote_Navy + Title">
    <p:bg>
      <p:bgPr>
        <a:solidFill>
          <a:schemeClr val="dk1"/>
        </a:solidFill>
        <a:effectLst/>
      </p:bgPr>
    </p:bg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0"/>
          <p:cNvSpPr txBox="1">
            <a:spLocks noGrp="1"/>
          </p:cNvSpPr>
          <p:nvPr>
            <p:ph type="title"/>
          </p:nvPr>
        </p:nvSpPr>
        <p:spPr>
          <a:xfrm>
            <a:off x="1526872" y="971625"/>
            <a:ext cx="9142800" cy="4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8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5" name="Google Shape;595;p60"/>
          <p:cNvSpPr txBox="1">
            <a:spLocks noGrp="1"/>
          </p:cNvSpPr>
          <p:nvPr>
            <p:ph type="subTitle" idx="1"/>
          </p:nvPr>
        </p:nvSpPr>
        <p:spPr>
          <a:xfrm>
            <a:off x="4246869" y="763537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DA150E-E23A-15D7-927C-D6382543566C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13140EE-EBEE-8DEA-8B7F-CCD4BDE489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62412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1" preserve="1">
  <p:cSld name="10_Stats1-White"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1"/>
          <p:cNvSpPr txBox="1">
            <a:spLocks noGrp="1"/>
          </p:cNvSpPr>
          <p:nvPr>
            <p:ph type="subTitle" idx="1"/>
          </p:nvPr>
        </p:nvSpPr>
        <p:spPr>
          <a:xfrm>
            <a:off x="2756667" y="3421500"/>
            <a:ext cx="66786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98" name="Google Shape;598;p61"/>
          <p:cNvSpPr txBox="1">
            <a:spLocks noGrp="1"/>
          </p:cNvSpPr>
          <p:nvPr>
            <p:ph type="title"/>
          </p:nvPr>
        </p:nvSpPr>
        <p:spPr>
          <a:xfrm>
            <a:off x="2779340" y="1200171"/>
            <a:ext cx="6633408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4127E07-94AB-7E23-03B3-9709231F6B7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CD1FF2C-C383-043D-464B-7681930AE8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08011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1 Dark" preserve="1" userDrawn="1">
  <p:cSld name="10_Stats1 Navy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2"/>
          <p:cNvSpPr/>
          <p:nvPr/>
        </p:nvSpPr>
        <p:spPr>
          <a:xfrm>
            <a:off x="-10700" y="-21400"/>
            <a:ext cx="12202800" cy="6210400"/>
          </a:xfrm>
          <a:prstGeom prst="rect">
            <a:avLst/>
          </a:prstGeom>
          <a:solidFill>
            <a:srgbClr val="00001E"/>
          </a:solidFill>
          <a:ln w="9525" cap="flat" cmpd="sng">
            <a:solidFill>
              <a:srgbClr val="F0F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2" name="Google Shape;597;p61">
            <a:extLst>
              <a:ext uri="{FF2B5EF4-FFF2-40B4-BE49-F238E27FC236}">
                <a16:creationId xmlns:a16="http://schemas.microsoft.com/office/drawing/2014/main" id="{7F7EC486-9F80-AAE5-D3A6-535D8BD6673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56667" y="3421500"/>
            <a:ext cx="66786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Google Shape;598;p61">
            <a:extLst>
              <a:ext uri="{FF2B5EF4-FFF2-40B4-BE49-F238E27FC236}">
                <a16:creationId xmlns:a16="http://schemas.microsoft.com/office/drawing/2014/main" id="{19CD5053-5CF7-1541-C9DE-CCC3E639A1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79340" y="1200171"/>
            <a:ext cx="6633408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25A2060-5326-8F72-3C29-BBD7FD2F44F1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23FD3F4-236F-442D-D3C9-45E8472F1B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337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2" preserve="1">
  <p:cSld name="10_Stats2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3"/>
          <p:cNvSpPr txBox="1">
            <a:spLocks noGrp="1"/>
          </p:cNvSpPr>
          <p:nvPr>
            <p:ph type="subTitle" idx="1"/>
          </p:nvPr>
        </p:nvSpPr>
        <p:spPr>
          <a:xfrm>
            <a:off x="729767" y="3590800"/>
            <a:ext cx="514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09" name="Google Shape;609;p63"/>
          <p:cNvSpPr txBox="1">
            <a:spLocks noGrp="1"/>
          </p:cNvSpPr>
          <p:nvPr>
            <p:ph type="title"/>
          </p:nvPr>
        </p:nvSpPr>
        <p:spPr>
          <a:xfrm>
            <a:off x="747244" y="1369471"/>
            <a:ext cx="5108000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88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610" name="Google Shape;610;p63"/>
          <p:cNvSpPr txBox="1">
            <a:spLocks noGrp="1"/>
          </p:cNvSpPr>
          <p:nvPr>
            <p:ph type="subTitle" idx="2"/>
          </p:nvPr>
        </p:nvSpPr>
        <p:spPr>
          <a:xfrm>
            <a:off x="6319433" y="3590800"/>
            <a:ext cx="514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11" name="Google Shape;611;p63"/>
          <p:cNvSpPr txBox="1">
            <a:spLocks noGrp="1"/>
          </p:cNvSpPr>
          <p:nvPr>
            <p:ph type="title" idx="3"/>
          </p:nvPr>
        </p:nvSpPr>
        <p:spPr>
          <a:xfrm>
            <a:off x="6336911" y="1369471"/>
            <a:ext cx="5108000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88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860ADC9-878A-96A9-090D-5B66A9EAD38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8BC49DF-DAA4-9596-ECFC-1A6C5D229B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46522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3" preserve="1">
  <p:cSld name="10_Stats3-White"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4"/>
          <p:cNvSpPr txBox="1">
            <a:spLocks noGrp="1"/>
          </p:cNvSpPr>
          <p:nvPr>
            <p:ph type="subTitle" idx="1"/>
          </p:nvPr>
        </p:nvSpPr>
        <p:spPr>
          <a:xfrm>
            <a:off x="808833" y="3369100"/>
            <a:ext cx="339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16" name="Google Shape;616;p64"/>
          <p:cNvSpPr txBox="1">
            <a:spLocks noGrp="1"/>
          </p:cNvSpPr>
          <p:nvPr>
            <p:ph type="title"/>
          </p:nvPr>
        </p:nvSpPr>
        <p:spPr>
          <a:xfrm>
            <a:off x="913033" y="1883200"/>
            <a:ext cx="3184400" cy="1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58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17" name="Google Shape;617;p64"/>
          <p:cNvSpPr txBox="1">
            <a:spLocks noGrp="1"/>
          </p:cNvSpPr>
          <p:nvPr>
            <p:ph type="subTitle" idx="2"/>
          </p:nvPr>
        </p:nvSpPr>
        <p:spPr>
          <a:xfrm>
            <a:off x="4399600" y="3369100"/>
            <a:ext cx="339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18" name="Google Shape;618;p64"/>
          <p:cNvSpPr txBox="1">
            <a:spLocks noGrp="1"/>
          </p:cNvSpPr>
          <p:nvPr>
            <p:ph type="title" idx="3"/>
          </p:nvPr>
        </p:nvSpPr>
        <p:spPr>
          <a:xfrm>
            <a:off x="4503800" y="1883167"/>
            <a:ext cx="3184400" cy="1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58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19" name="Google Shape;619;p64"/>
          <p:cNvSpPr txBox="1">
            <a:spLocks noGrp="1"/>
          </p:cNvSpPr>
          <p:nvPr>
            <p:ph type="subTitle" idx="4"/>
          </p:nvPr>
        </p:nvSpPr>
        <p:spPr>
          <a:xfrm>
            <a:off x="7990367" y="3369100"/>
            <a:ext cx="339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0" name="Google Shape;620;p64"/>
          <p:cNvSpPr txBox="1">
            <a:spLocks noGrp="1"/>
          </p:cNvSpPr>
          <p:nvPr>
            <p:ph type="title" idx="5"/>
          </p:nvPr>
        </p:nvSpPr>
        <p:spPr>
          <a:xfrm>
            <a:off x="8094567" y="1883167"/>
            <a:ext cx="3184400" cy="1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58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3C62D13-5400-5FEF-ACED-7C77A17F003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43632F0-6379-B484-5AFD-A3397B131D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29371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3 Dark" preserve="1">
  <p:cSld name="10_Stats3-Navy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5"/>
          <p:cNvSpPr/>
          <p:nvPr/>
        </p:nvSpPr>
        <p:spPr>
          <a:xfrm>
            <a:off x="-10700" y="-21400"/>
            <a:ext cx="12202800" cy="6210400"/>
          </a:xfrm>
          <a:prstGeom prst="rect">
            <a:avLst/>
          </a:prstGeom>
          <a:solidFill>
            <a:srgbClr val="00001E"/>
          </a:solidFill>
          <a:ln w="9525" cap="flat" cmpd="sng">
            <a:solidFill>
              <a:srgbClr val="F0F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625" name="Google Shape;625;p65"/>
          <p:cNvSpPr txBox="1">
            <a:spLocks noGrp="1"/>
          </p:cNvSpPr>
          <p:nvPr>
            <p:ph type="subTitle" idx="1"/>
          </p:nvPr>
        </p:nvSpPr>
        <p:spPr>
          <a:xfrm>
            <a:off x="1365667" y="3495167"/>
            <a:ext cx="2458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26" name="Google Shape;626;p65"/>
          <p:cNvSpPr txBox="1">
            <a:spLocks noGrp="1"/>
          </p:cNvSpPr>
          <p:nvPr>
            <p:ph type="title"/>
          </p:nvPr>
        </p:nvSpPr>
        <p:spPr>
          <a:xfrm>
            <a:off x="1129867" y="2142433"/>
            <a:ext cx="2930400" cy="10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4500"/>
              <a:buFont typeface="JetBrains Mono ExtraBold"/>
              <a:buNone/>
              <a:defRPr sz="6000">
                <a:solidFill>
                  <a:srgbClr val="0099FF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27" name="Google Shape;627;p65"/>
          <p:cNvSpPr txBox="1">
            <a:spLocks noGrp="1"/>
          </p:cNvSpPr>
          <p:nvPr>
            <p:ph type="subTitle" idx="2"/>
          </p:nvPr>
        </p:nvSpPr>
        <p:spPr>
          <a:xfrm>
            <a:off x="4855900" y="3495167"/>
            <a:ext cx="2458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8" name="Google Shape;628;p65"/>
          <p:cNvSpPr txBox="1">
            <a:spLocks noGrp="1"/>
          </p:cNvSpPr>
          <p:nvPr>
            <p:ph type="title" idx="3"/>
          </p:nvPr>
        </p:nvSpPr>
        <p:spPr>
          <a:xfrm>
            <a:off x="4620100" y="2142433"/>
            <a:ext cx="2930400" cy="10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4500"/>
              <a:buFont typeface="JetBrains Mono ExtraBold"/>
              <a:buNone/>
              <a:defRPr sz="6000">
                <a:solidFill>
                  <a:srgbClr val="0099FF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29" name="Google Shape;629;p65"/>
          <p:cNvSpPr txBox="1">
            <a:spLocks noGrp="1"/>
          </p:cNvSpPr>
          <p:nvPr>
            <p:ph type="subTitle" idx="4"/>
          </p:nvPr>
        </p:nvSpPr>
        <p:spPr>
          <a:xfrm>
            <a:off x="8346133" y="3495167"/>
            <a:ext cx="2458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0" name="Google Shape;630;p65"/>
          <p:cNvSpPr txBox="1">
            <a:spLocks noGrp="1"/>
          </p:cNvSpPr>
          <p:nvPr>
            <p:ph type="title" idx="5"/>
          </p:nvPr>
        </p:nvSpPr>
        <p:spPr>
          <a:xfrm>
            <a:off x="8110333" y="2142433"/>
            <a:ext cx="2930400" cy="10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4500"/>
              <a:buFont typeface="JetBrains Mono ExtraBold"/>
              <a:buNone/>
              <a:defRPr sz="6000">
                <a:solidFill>
                  <a:srgbClr val="0099FF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3DADE86-FA0D-6C14-78CF-DF12F3CDAE2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D82803E-6BF4-7D69-A703-2CC83B69D6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16273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4" preserve="1">
  <p:cSld name="10_Stats4"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6"/>
          <p:cNvSpPr txBox="1">
            <a:spLocks noGrp="1"/>
          </p:cNvSpPr>
          <p:nvPr>
            <p:ph type="subTitle" idx="1"/>
          </p:nvPr>
        </p:nvSpPr>
        <p:spPr>
          <a:xfrm>
            <a:off x="574151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35" name="Google Shape;635;p66"/>
          <p:cNvSpPr txBox="1">
            <a:spLocks noGrp="1"/>
          </p:cNvSpPr>
          <p:nvPr>
            <p:ph type="title"/>
          </p:nvPr>
        </p:nvSpPr>
        <p:spPr>
          <a:xfrm>
            <a:off x="674751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36" name="Google Shape;636;p66"/>
          <p:cNvSpPr txBox="1">
            <a:spLocks noGrp="1"/>
          </p:cNvSpPr>
          <p:nvPr>
            <p:ph type="subTitle" idx="2"/>
          </p:nvPr>
        </p:nvSpPr>
        <p:spPr>
          <a:xfrm>
            <a:off x="3356384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7" name="Google Shape;637;p66"/>
          <p:cNvSpPr txBox="1">
            <a:spLocks noGrp="1"/>
          </p:cNvSpPr>
          <p:nvPr>
            <p:ph type="title" idx="3"/>
          </p:nvPr>
        </p:nvSpPr>
        <p:spPr>
          <a:xfrm>
            <a:off x="3456984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38" name="Google Shape;638;p66"/>
          <p:cNvSpPr txBox="1">
            <a:spLocks noGrp="1"/>
          </p:cNvSpPr>
          <p:nvPr>
            <p:ph type="subTitle" idx="4"/>
          </p:nvPr>
        </p:nvSpPr>
        <p:spPr>
          <a:xfrm>
            <a:off x="6239217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9" name="Google Shape;639;p66"/>
          <p:cNvSpPr txBox="1">
            <a:spLocks noGrp="1"/>
          </p:cNvSpPr>
          <p:nvPr>
            <p:ph type="title" idx="5"/>
          </p:nvPr>
        </p:nvSpPr>
        <p:spPr>
          <a:xfrm>
            <a:off x="6339817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40" name="Google Shape;640;p66"/>
          <p:cNvSpPr txBox="1">
            <a:spLocks noGrp="1"/>
          </p:cNvSpPr>
          <p:nvPr>
            <p:ph type="subTitle" idx="6"/>
          </p:nvPr>
        </p:nvSpPr>
        <p:spPr>
          <a:xfrm>
            <a:off x="9222651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41" name="Google Shape;641;p66"/>
          <p:cNvSpPr txBox="1">
            <a:spLocks noGrp="1"/>
          </p:cNvSpPr>
          <p:nvPr>
            <p:ph type="title" idx="7"/>
          </p:nvPr>
        </p:nvSpPr>
        <p:spPr>
          <a:xfrm>
            <a:off x="9323251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4013E3-634D-6BAA-5209-4150751F42D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DADC9AF-F4AE-15CF-0647-3BD3DEE408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78558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4 1" preserve="1">
  <p:cSld name="10_Stats4 grid"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7"/>
          <p:cNvSpPr txBox="1">
            <a:spLocks noGrp="1"/>
          </p:cNvSpPr>
          <p:nvPr>
            <p:ph type="subTitle" idx="1"/>
          </p:nvPr>
        </p:nvSpPr>
        <p:spPr>
          <a:xfrm>
            <a:off x="1263747" y="1947300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46" name="Google Shape;646;p67"/>
          <p:cNvSpPr txBox="1">
            <a:spLocks noGrp="1"/>
          </p:cNvSpPr>
          <p:nvPr>
            <p:ph type="title"/>
          </p:nvPr>
        </p:nvSpPr>
        <p:spPr>
          <a:xfrm>
            <a:off x="1263733" y="1128033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47" name="Google Shape;647;p67"/>
          <p:cNvSpPr txBox="1">
            <a:spLocks noGrp="1"/>
          </p:cNvSpPr>
          <p:nvPr>
            <p:ph type="subTitle" idx="2"/>
          </p:nvPr>
        </p:nvSpPr>
        <p:spPr>
          <a:xfrm>
            <a:off x="6574480" y="1947300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48" name="Google Shape;648;p67"/>
          <p:cNvSpPr txBox="1">
            <a:spLocks noGrp="1"/>
          </p:cNvSpPr>
          <p:nvPr>
            <p:ph type="title" idx="3"/>
          </p:nvPr>
        </p:nvSpPr>
        <p:spPr>
          <a:xfrm>
            <a:off x="6574467" y="1128033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49" name="Google Shape;649;p67"/>
          <p:cNvSpPr txBox="1">
            <a:spLocks noGrp="1"/>
          </p:cNvSpPr>
          <p:nvPr>
            <p:ph type="subTitle" idx="4"/>
          </p:nvPr>
        </p:nvSpPr>
        <p:spPr>
          <a:xfrm>
            <a:off x="1263747" y="4695933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50" name="Google Shape;650;p67"/>
          <p:cNvSpPr txBox="1">
            <a:spLocks noGrp="1"/>
          </p:cNvSpPr>
          <p:nvPr>
            <p:ph type="title" idx="5"/>
          </p:nvPr>
        </p:nvSpPr>
        <p:spPr>
          <a:xfrm>
            <a:off x="1263733" y="3876667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51" name="Google Shape;651;p67"/>
          <p:cNvSpPr txBox="1">
            <a:spLocks noGrp="1"/>
          </p:cNvSpPr>
          <p:nvPr>
            <p:ph type="subTitle" idx="6"/>
          </p:nvPr>
        </p:nvSpPr>
        <p:spPr>
          <a:xfrm>
            <a:off x="6574480" y="4695933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52" name="Google Shape;652;p67"/>
          <p:cNvSpPr txBox="1">
            <a:spLocks noGrp="1"/>
          </p:cNvSpPr>
          <p:nvPr>
            <p:ph type="title" idx="7"/>
          </p:nvPr>
        </p:nvSpPr>
        <p:spPr>
          <a:xfrm>
            <a:off x="6574467" y="3876667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1CDD13-A8FC-784D-EA6F-379A9033631E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7635EAD-2071-4221-D602-6FA8F7E5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48054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NewHiresSlide" preserve="1">
  <p:cSld name="05_NewHiresSlide"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8"/>
          <p:cNvSpPr>
            <a:spLocks noGrp="1"/>
          </p:cNvSpPr>
          <p:nvPr>
            <p:ph type="pic" idx="2"/>
          </p:nvPr>
        </p:nvSpPr>
        <p:spPr>
          <a:xfrm>
            <a:off x="438867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57" name="Google Shape;657;p68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6987600" cy="6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58" name="Google Shape;658;p68"/>
          <p:cNvSpPr txBox="1">
            <a:spLocks noGrp="1"/>
          </p:cNvSpPr>
          <p:nvPr>
            <p:ph type="subTitle" idx="1"/>
          </p:nvPr>
        </p:nvSpPr>
        <p:spPr>
          <a:xfrm>
            <a:off x="438871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59" name="Google Shape;659;p68"/>
          <p:cNvSpPr txBox="1">
            <a:spLocks noGrp="1"/>
          </p:cNvSpPr>
          <p:nvPr>
            <p:ph type="subTitle" idx="3"/>
          </p:nvPr>
        </p:nvSpPr>
        <p:spPr>
          <a:xfrm>
            <a:off x="2454577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0" name="Google Shape;660;p68"/>
          <p:cNvSpPr txBox="1">
            <a:spLocks noGrp="1"/>
          </p:cNvSpPr>
          <p:nvPr>
            <p:ph type="subTitle" idx="4"/>
          </p:nvPr>
        </p:nvSpPr>
        <p:spPr>
          <a:xfrm>
            <a:off x="4470284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1" name="Google Shape;661;p68"/>
          <p:cNvSpPr txBox="1">
            <a:spLocks noGrp="1"/>
          </p:cNvSpPr>
          <p:nvPr>
            <p:ph type="subTitle" idx="5"/>
          </p:nvPr>
        </p:nvSpPr>
        <p:spPr>
          <a:xfrm>
            <a:off x="6485992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2" name="Google Shape;662;p68"/>
          <p:cNvSpPr txBox="1">
            <a:spLocks noGrp="1"/>
          </p:cNvSpPr>
          <p:nvPr>
            <p:ph type="subTitle" idx="6"/>
          </p:nvPr>
        </p:nvSpPr>
        <p:spPr>
          <a:xfrm>
            <a:off x="8501699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3" name="Google Shape;663;p68"/>
          <p:cNvSpPr txBox="1">
            <a:spLocks noGrp="1"/>
          </p:cNvSpPr>
          <p:nvPr>
            <p:ph type="subTitle" idx="7"/>
          </p:nvPr>
        </p:nvSpPr>
        <p:spPr>
          <a:xfrm>
            <a:off x="10517405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4" name="Google Shape;664;p68"/>
          <p:cNvSpPr>
            <a:spLocks noGrp="1"/>
          </p:cNvSpPr>
          <p:nvPr>
            <p:ph type="pic" idx="8"/>
          </p:nvPr>
        </p:nvSpPr>
        <p:spPr>
          <a:xfrm>
            <a:off x="2454600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5" name="Google Shape;665;p68"/>
          <p:cNvSpPr>
            <a:spLocks noGrp="1"/>
          </p:cNvSpPr>
          <p:nvPr>
            <p:ph type="pic" idx="9"/>
          </p:nvPr>
        </p:nvSpPr>
        <p:spPr>
          <a:xfrm>
            <a:off x="4470333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6" name="Google Shape;666;p68"/>
          <p:cNvSpPr>
            <a:spLocks noGrp="1"/>
          </p:cNvSpPr>
          <p:nvPr>
            <p:ph type="pic" idx="13"/>
          </p:nvPr>
        </p:nvSpPr>
        <p:spPr>
          <a:xfrm>
            <a:off x="6486067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7" name="Google Shape;667;p68"/>
          <p:cNvSpPr>
            <a:spLocks noGrp="1"/>
          </p:cNvSpPr>
          <p:nvPr>
            <p:ph type="pic" idx="14"/>
          </p:nvPr>
        </p:nvSpPr>
        <p:spPr>
          <a:xfrm>
            <a:off x="8501800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8" name="Google Shape;668;p68"/>
          <p:cNvSpPr>
            <a:spLocks noGrp="1"/>
          </p:cNvSpPr>
          <p:nvPr>
            <p:ph type="pic" idx="15"/>
          </p:nvPr>
        </p:nvSpPr>
        <p:spPr>
          <a:xfrm>
            <a:off x="10517533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9" name="Google Shape;669;p68"/>
          <p:cNvSpPr>
            <a:spLocks noGrp="1"/>
          </p:cNvSpPr>
          <p:nvPr>
            <p:ph type="pic" idx="16"/>
          </p:nvPr>
        </p:nvSpPr>
        <p:spPr>
          <a:xfrm>
            <a:off x="438867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0" name="Google Shape;670;p68"/>
          <p:cNvSpPr txBox="1">
            <a:spLocks noGrp="1"/>
          </p:cNvSpPr>
          <p:nvPr>
            <p:ph type="subTitle" idx="17"/>
          </p:nvPr>
        </p:nvSpPr>
        <p:spPr>
          <a:xfrm>
            <a:off x="438871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1" name="Google Shape;671;p68"/>
          <p:cNvSpPr txBox="1">
            <a:spLocks noGrp="1"/>
          </p:cNvSpPr>
          <p:nvPr>
            <p:ph type="subTitle" idx="18"/>
          </p:nvPr>
        </p:nvSpPr>
        <p:spPr>
          <a:xfrm>
            <a:off x="2454577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2" name="Google Shape;672;p68"/>
          <p:cNvSpPr txBox="1">
            <a:spLocks noGrp="1"/>
          </p:cNvSpPr>
          <p:nvPr>
            <p:ph type="subTitle" idx="19"/>
          </p:nvPr>
        </p:nvSpPr>
        <p:spPr>
          <a:xfrm>
            <a:off x="4470284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3" name="Google Shape;673;p68"/>
          <p:cNvSpPr txBox="1">
            <a:spLocks noGrp="1"/>
          </p:cNvSpPr>
          <p:nvPr>
            <p:ph type="subTitle" idx="20"/>
          </p:nvPr>
        </p:nvSpPr>
        <p:spPr>
          <a:xfrm>
            <a:off x="6485992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4" name="Google Shape;674;p68"/>
          <p:cNvSpPr txBox="1">
            <a:spLocks noGrp="1"/>
          </p:cNvSpPr>
          <p:nvPr>
            <p:ph type="subTitle" idx="21"/>
          </p:nvPr>
        </p:nvSpPr>
        <p:spPr>
          <a:xfrm>
            <a:off x="8501699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5" name="Google Shape;675;p68"/>
          <p:cNvSpPr txBox="1">
            <a:spLocks noGrp="1"/>
          </p:cNvSpPr>
          <p:nvPr>
            <p:ph type="subTitle" idx="22"/>
          </p:nvPr>
        </p:nvSpPr>
        <p:spPr>
          <a:xfrm>
            <a:off x="10517405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6" name="Google Shape;676;p68"/>
          <p:cNvSpPr>
            <a:spLocks noGrp="1"/>
          </p:cNvSpPr>
          <p:nvPr>
            <p:ph type="pic" idx="23"/>
          </p:nvPr>
        </p:nvSpPr>
        <p:spPr>
          <a:xfrm>
            <a:off x="2454600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7" name="Google Shape;677;p68"/>
          <p:cNvSpPr>
            <a:spLocks noGrp="1"/>
          </p:cNvSpPr>
          <p:nvPr>
            <p:ph type="pic" idx="24"/>
          </p:nvPr>
        </p:nvSpPr>
        <p:spPr>
          <a:xfrm>
            <a:off x="4470333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8" name="Google Shape;678;p68"/>
          <p:cNvSpPr>
            <a:spLocks noGrp="1"/>
          </p:cNvSpPr>
          <p:nvPr>
            <p:ph type="pic" idx="25"/>
          </p:nvPr>
        </p:nvSpPr>
        <p:spPr>
          <a:xfrm>
            <a:off x="6486067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9" name="Google Shape;679;p68"/>
          <p:cNvSpPr>
            <a:spLocks noGrp="1"/>
          </p:cNvSpPr>
          <p:nvPr>
            <p:ph type="pic" idx="26"/>
          </p:nvPr>
        </p:nvSpPr>
        <p:spPr>
          <a:xfrm>
            <a:off x="8501800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80" name="Google Shape;680;p68"/>
          <p:cNvSpPr>
            <a:spLocks noGrp="1"/>
          </p:cNvSpPr>
          <p:nvPr>
            <p:ph type="pic" idx="27"/>
          </p:nvPr>
        </p:nvSpPr>
        <p:spPr>
          <a:xfrm>
            <a:off x="10517533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5065A95-2D95-99EF-0A4C-DC4EC73C898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12AF775-A03C-1FBE-3909-4DA983CB03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04395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AgendaLight2" preserve="1">
  <p:cSld name="02_AgendaLight2">
    <p:bg>
      <p:bgPr>
        <a:solidFill>
          <a:schemeClr val="tx2"/>
        </a:solidFill>
        <a:effectLst/>
      </p:bgPr>
    </p:bg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9"/>
          <p:cNvSpPr txBox="1">
            <a:spLocks noGrp="1"/>
          </p:cNvSpPr>
          <p:nvPr>
            <p:ph type="title"/>
          </p:nvPr>
        </p:nvSpPr>
        <p:spPr>
          <a:xfrm>
            <a:off x="438867" y="2414800"/>
            <a:ext cx="44724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85" name="Google Shape;685;p69"/>
          <p:cNvSpPr txBox="1">
            <a:spLocks noGrp="1"/>
          </p:cNvSpPr>
          <p:nvPr>
            <p:ph type="body" idx="1"/>
          </p:nvPr>
        </p:nvSpPr>
        <p:spPr>
          <a:xfrm>
            <a:off x="6561933" y="971800"/>
            <a:ext cx="4242800" cy="4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Inter"/>
              <a:buNone/>
              <a:tabLst/>
              <a:defRPr sz="1733" b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1219170" lvl="1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lpha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roman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rabi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lpha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roman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rabi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lpha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roman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4F25EA0-A0CE-1ED3-B543-4400122B7176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7C1097D-40AE-8ED9-8E7F-8B1C91C935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084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AgendaLight1" preserve="1">
  <p:cSld name="02_AgendaLight1"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0"/>
          <p:cNvSpPr/>
          <p:nvPr/>
        </p:nvSpPr>
        <p:spPr>
          <a:xfrm>
            <a:off x="3973033" y="0"/>
            <a:ext cx="8218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0" name="Google Shape;690;p70"/>
          <p:cNvSpPr txBox="1">
            <a:spLocks noGrp="1"/>
          </p:cNvSpPr>
          <p:nvPr>
            <p:ph type="title"/>
          </p:nvPr>
        </p:nvSpPr>
        <p:spPr>
          <a:xfrm>
            <a:off x="438867" y="457200"/>
            <a:ext cx="32248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91" name="Google Shape;691;p70"/>
          <p:cNvSpPr txBox="1">
            <a:spLocks noGrp="1"/>
          </p:cNvSpPr>
          <p:nvPr>
            <p:ph type="body" idx="1"/>
          </p:nvPr>
        </p:nvSpPr>
        <p:spPr>
          <a:xfrm>
            <a:off x="438867" y="1943100"/>
            <a:ext cx="3144800" cy="38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92" name="Google Shape;692;p70"/>
          <p:cNvSpPr txBox="1">
            <a:spLocks noGrp="1"/>
          </p:cNvSpPr>
          <p:nvPr>
            <p:ph type="body" idx="2"/>
          </p:nvPr>
        </p:nvSpPr>
        <p:spPr>
          <a:xfrm>
            <a:off x="5812837" y="765512"/>
            <a:ext cx="4539200" cy="51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+mj-lt"/>
              <a:buNone/>
              <a:tabLst/>
              <a:defRPr sz="240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lpha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roman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rabi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lpha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roman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rabi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lpha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roman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24E1C3-8295-44A1-FBB4-018756753447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5F84E7F-2CAB-8762-9BC7-57BE8CF513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10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ustomerCaseStudy" preserve="1">
  <p:cSld name="13_CustomerCaseStudy"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1"/>
          <p:cNvSpPr/>
          <p:nvPr/>
        </p:nvSpPr>
        <p:spPr>
          <a:xfrm>
            <a:off x="3648300" y="2812100"/>
            <a:ext cx="4264800" cy="4046000"/>
          </a:xfrm>
          <a:prstGeom prst="rect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rgbClr val="0099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7" name="Google Shape;697;p71"/>
          <p:cNvSpPr/>
          <p:nvPr/>
        </p:nvSpPr>
        <p:spPr>
          <a:xfrm>
            <a:off x="7915300" y="2812100"/>
            <a:ext cx="4295200" cy="4046000"/>
          </a:xfrm>
          <a:prstGeom prst="rect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rgbClr val="0099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8" name="Google Shape;698;p71"/>
          <p:cNvSpPr/>
          <p:nvPr/>
        </p:nvSpPr>
        <p:spPr>
          <a:xfrm>
            <a:off x="7911636" y="5498188"/>
            <a:ext cx="4295200" cy="136000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99" name="Google Shape;699;p71"/>
          <p:cNvCxnSpPr/>
          <p:nvPr/>
        </p:nvCxnSpPr>
        <p:spPr>
          <a:xfrm>
            <a:off x="7911636" y="6105088"/>
            <a:ext cx="42952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0" name="Google Shape;700;p71"/>
          <p:cNvCxnSpPr/>
          <p:nvPr/>
        </p:nvCxnSpPr>
        <p:spPr>
          <a:xfrm>
            <a:off x="10047668" y="6106737"/>
            <a:ext cx="0" cy="74840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1" name="Google Shape;701;p71"/>
          <p:cNvCxnSpPr/>
          <p:nvPr/>
        </p:nvCxnSpPr>
        <p:spPr>
          <a:xfrm>
            <a:off x="7911636" y="5498188"/>
            <a:ext cx="42952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2" name="Google Shape;702;p71"/>
          <p:cNvSpPr/>
          <p:nvPr/>
        </p:nvSpPr>
        <p:spPr>
          <a:xfrm>
            <a:off x="3648300" y="67"/>
            <a:ext cx="4264800" cy="28120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rgbClr val="0099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3" name="Google Shape;703;p71"/>
          <p:cNvSpPr/>
          <p:nvPr/>
        </p:nvSpPr>
        <p:spPr>
          <a:xfrm>
            <a:off x="7911633" y="67"/>
            <a:ext cx="4295200" cy="2812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4" name="Google Shape;704;p71"/>
          <p:cNvSpPr txBox="1">
            <a:spLocks noGrp="1"/>
          </p:cNvSpPr>
          <p:nvPr>
            <p:ph type="title"/>
          </p:nvPr>
        </p:nvSpPr>
        <p:spPr>
          <a:xfrm>
            <a:off x="3914900" y="255526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None/>
              <a:defRPr sz="18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05" name="Google Shape;705;p71"/>
          <p:cNvSpPr txBox="1">
            <a:spLocks noGrp="1"/>
          </p:cNvSpPr>
          <p:nvPr>
            <p:ph type="body" idx="1"/>
          </p:nvPr>
        </p:nvSpPr>
        <p:spPr>
          <a:xfrm>
            <a:off x="3914900" y="723837"/>
            <a:ext cx="3639200" cy="18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-793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tabLst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marL="1219170" lvl="1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828754" lvl="2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2438339" lvl="3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3047924" lvl="4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3657509" lvl="5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4267093" lvl="6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4876678" lvl="7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5486263" lvl="8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706" name="Google Shape;706;p71"/>
          <p:cNvSpPr txBox="1">
            <a:spLocks noGrp="1"/>
          </p:cNvSpPr>
          <p:nvPr>
            <p:ph type="title" idx="2"/>
          </p:nvPr>
        </p:nvSpPr>
        <p:spPr>
          <a:xfrm>
            <a:off x="8202449" y="255526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None/>
              <a:defRPr sz="18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07" name="Google Shape;707;p71"/>
          <p:cNvSpPr txBox="1">
            <a:spLocks noGrp="1"/>
          </p:cNvSpPr>
          <p:nvPr>
            <p:ph type="body" idx="3"/>
          </p:nvPr>
        </p:nvSpPr>
        <p:spPr>
          <a:xfrm>
            <a:off x="8202449" y="723837"/>
            <a:ext cx="3639200" cy="18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tabLst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marL="1219170" lvl="1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828754" lvl="2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2438339" lvl="3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3047924" lvl="4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3657509" lvl="5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4267093" lvl="6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4876678" lvl="7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5486263" lvl="8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708" name="Google Shape;708;p71"/>
          <p:cNvSpPr txBox="1">
            <a:spLocks noGrp="1"/>
          </p:cNvSpPr>
          <p:nvPr>
            <p:ph type="body" idx="4"/>
          </p:nvPr>
        </p:nvSpPr>
        <p:spPr>
          <a:xfrm>
            <a:off x="3914900" y="3611263"/>
            <a:ext cx="3449600" cy="2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rabi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rabi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09" name="Google Shape;709;p71"/>
          <p:cNvSpPr txBox="1">
            <a:spLocks noGrp="1"/>
          </p:cNvSpPr>
          <p:nvPr>
            <p:ph type="body" idx="5"/>
          </p:nvPr>
        </p:nvSpPr>
        <p:spPr>
          <a:xfrm>
            <a:off x="8202449" y="3563763"/>
            <a:ext cx="3639200" cy="1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 panose="020B0604020202020204" pitchFamily="34" charset="0"/>
              <a:buNone/>
              <a:tabLst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10" name="Google Shape;710;p71"/>
          <p:cNvSpPr txBox="1">
            <a:spLocks noGrp="1"/>
          </p:cNvSpPr>
          <p:nvPr>
            <p:ph type="title" idx="6"/>
          </p:nvPr>
        </p:nvSpPr>
        <p:spPr>
          <a:xfrm>
            <a:off x="3914900" y="3086101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1" name="Google Shape;711;p71"/>
          <p:cNvSpPr txBox="1">
            <a:spLocks noGrp="1"/>
          </p:cNvSpPr>
          <p:nvPr>
            <p:ph type="title" idx="7"/>
          </p:nvPr>
        </p:nvSpPr>
        <p:spPr>
          <a:xfrm>
            <a:off x="8202449" y="3086101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2" name="Google Shape;712;p71"/>
          <p:cNvSpPr txBox="1">
            <a:spLocks noGrp="1"/>
          </p:cNvSpPr>
          <p:nvPr>
            <p:ph type="title" idx="8"/>
          </p:nvPr>
        </p:nvSpPr>
        <p:spPr>
          <a:xfrm>
            <a:off x="8119285" y="5638063"/>
            <a:ext cx="3856800" cy="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3" name="Google Shape;713;p71"/>
          <p:cNvSpPr txBox="1">
            <a:spLocks noGrp="1"/>
          </p:cNvSpPr>
          <p:nvPr>
            <p:ph type="title" idx="9"/>
          </p:nvPr>
        </p:nvSpPr>
        <p:spPr>
          <a:xfrm>
            <a:off x="8100949" y="6317263"/>
            <a:ext cx="1787200" cy="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4" name="Google Shape;714;p71"/>
          <p:cNvSpPr txBox="1">
            <a:spLocks noGrp="1"/>
          </p:cNvSpPr>
          <p:nvPr>
            <p:ph type="title" idx="13"/>
          </p:nvPr>
        </p:nvSpPr>
        <p:spPr>
          <a:xfrm>
            <a:off x="10207211" y="6317263"/>
            <a:ext cx="1787200" cy="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5" name="Google Shape;715;p71"/>
          <p:cNvSpPr>
            <a:spLocks noGrp="1"/>
          </p:cNvSpPr>
          <p:nvPr>
            <p:ph type="pic" idx="14"/>
          </p:nvPr>
        </p:nvSpPr>
        <p:spPr>
          <a:xfrm>
            <a:off x="0" y="-9967"/>
            <a:ext cx="3639200" cy="6858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274791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ack2" userDrawn="1">
  <p:cSld name="2_TitleSlide_Black2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2839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theme" Target="../theme/theme1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31858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825" r:id="rId13"/>
    <p:sldLayoutId id="2147483753" r:id="rId14"/>
    <p:sldLayoutId id="2147483754" r:id="rId15"/>
    <p:sldLayoutId id="2147483755" r:id="rId16"/>
    <p:sldLayoutId id="2147483756" r:id="rId17"/>
    <p:sldLayoutId id="2147483757" r:id="rId18"/>
    <p:sldLayoutId id="2147483758" r:id="rId19"/>
    <p:sldLayoutId id="2147483759" r:id="rId20"/>
    <p:sldLayoutId id="2147483760" r:id="rId21"/>
    <p:sldLayoutId id="2147483761" r:id="rId22"/>
    <p:sldLayoutId id="2147483762" r:id="rId23"/>
    <p:sldLayoutId id="2147483763" r:id="rId24"/>
    <p:sldLayoutId id="2147483764" r:id="rId25"/>
    <p:sldLayoutId id="2147483765" r:id="rId26"/>
    <p:sldLayoutId id="2147483823" r:id="rId27"/>
    <p:sldLayoutId id="2147483766" r:id="rId28"/>
    <p:sldLayoutId id="2147483767" r:id="rId29"/>
    <p:sldLayoutId id="2147483768" r:id="rId30"/>
    <p:sldLayoutId id="2147483769" r:id="rId31"/>
    <p:sldLayoutId id="2147483770" r:id="rId32"/>
    <p:sldLayoutId id="2147483771" r:id="rId33"/>
    <p:sldLayoutId id="2147483772" r:id="rId34"/>
    <p:sldLayoutId id="2147483773" r:id="rId35"/>
    <p:sldLayoutId id="2147483774" r:id="rId36"/>
    <p:sldLayoutId id="2147483775" r:id="rId37"/>
    <p:sldLayoutId id="2147483776" r:id="rId38"/>
    <p:sldLayoutId id="2147483777" r:id="rId39"/>
    <p:sldLayoutId id="2147483778" r:id="rId40"/>
    <p:sldLayoutId id="2147483779" r:id="rId41"/>
    <p:sldLayoutId id="2147483780" r:id="rId42"/>
    <p:sldLayoutId id="2147483781" r:id="rId43"/>
    <p:sldLayoutId id="2147483782" r:id="rId44"/>
    <p:sldLayoutId id="2147483783" r:id="rId45"/>
    <p:sldLayoutId id="2147483784" r:id="rId46"/>
    <p:sldLayoutId id="2147483785" r:id="rId47"/>
    <p:sldLayoutId id="2147483786" r:id="rId48"/>
    <p:sldLayoutId id="2147483787" r:id="rId49"/>
    <p:sldLayoutId id="2147483788" r:id="rId50"/>
    <p:sldLayoutId id="2147483789" r:id="rId51"/>
    <p:sldLayoutId id="2147483790" r:id="rId52"/>
    <p:sldLayoutId id="2147483791" r:id="rId53"/>
    <p:sldLayoutId id="2147483792" r:id="rId54"/>
    <p:sldLayoutId id="2147483793" r:id="rId55"/>
    <p:sldLayoutId id="2147483794" r:id="rId56"/>
    <p:sldLayoutId id="2147483795" r:id="rId57"/>
    <p:sldLayoutId id="2147483796" r:id="rId58"/>
    <p:sldLayoutId id="2147483797" r:id="rId59"/>
    <p:sldLayoutId id="2147483798" r:id="rId60"/>
    <p:sldLayoutId id="2147483799" r:id="rId61"/>
    <p:sldLayoutId id="2147483800" r:id="rId62"/>
    <p:sldLayoutId id="2147483827" r:id="rId63"/>
    <p:sldLayoutId id="2147483803" r:id="rId64"/>
    <p:sldLayoutId id="2147483801" r:id="rId65"/>
    <p:sldLayoutId id="2147483802" r:id="rId66"/>
    <p:sldLayoutId id="2147483804" r:id="rId67"/>
    <p:sldLayoutId id="2147483805" r:id="rId68"/>
    <p:sldLayoutId id="2147483806" r:id="rId69"/>
    <p:sldLayoutId id="2147483807" r:id="rId70"/>
    <p:sldLayoutId id="2147483808" r:id="rId71"/>
    <p:sldLayoutId id="2147483809" r:id="rId72"/>
    <p:sldLayoutId id="2147483810" r:id="rId73"/>
    <p:sldLayoutId id="2147483811" r:id="rId74"/>
    <p:sldLayoutId id="2147483812" r:id="rId75"/>
    <p:sldLayoutId id="2147483813" r:id="rId76"/>
    <p:sldLayoutId id="2147483814" r:id="rId77"/>
    <p:sldLayoutId id="2147483815" r:id="rId78"/>
    <p:sldLayoutId id="2147483816" r:id="rId79"/>
    <p:sldLayoutId id="2147483817" r:id="rId80"/>
    <p:sldLayoutId id="2147483818" r:id="rId81"/>
    <p:sldLayoutId id="2147483819" r:id="rId82"/>
    <p:sldLayoutId id="2147483820" r:id="rId83"/>
    <p:sldLayoutId id="2147483821" r:id="rId84"/>
    <p:sldLayoutId id="2147483822" r:id="rId85"/>
    <p:sldLayoutId id="2147483914" r:id="rId8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EA4335"/>
          </p15:clr>
        </p15:guide>
        <p15:guide id="2" orient="horz" pos="2160" userDrawn="1">
          <p15:clr>
            <a:srgbClr val="EA4335"/>
          </p15:clr>
        </p15:guide>
        <p15:guide id="3" orient="horz" pos="4032" userDrawn="1">
          <p15:clr>
            <a:srgbClr val="EA4335"/>
          </p15:clr>
        </p15:guide>
        <p15:guide id="4" orient="horz" pos="288" userDrawn="1">
          <p15:clr>
            <a:srgbClr val="EA4335"/>
          </p15:clr>
        </p15:guide>
        <p15:guide id="5" pos="276" userDrawn="1">
          <p15:clr>
            <a:srgbClr val="EA4335"/>
          </p15:clr>
        </p15:guide>
        <p15:guide id="6" pos="7404" userDrawn="1">
          <p15:clr>
            <a:srgbClr val="EA4335"/>
          </p15:clr>
        </p15:guide>
        <p15:guide id="7" pos="2059" userDrawn="1">
          <p15:clr>
            <a:srgbClr val="EA4335"/>
          </p15:clr>
        </p15:guide>
        <p15:guide id="8" pos="5621" userDrawn="1">
          <p15:clr>
            <a:srgbClr val="EA4335"/>
          </p15:clr>
        </p15:guide>
        <p15:guide id="9" orient="horz" pos="1224" userDrawn="1">
          <p15:clr>
            <a:srgbClr val="EA4335"/>
          </p15:clr>
        </p15:guide>
        <p15:guide id="10" orient="horz" pos="3096" userDrawn="1">
          <p15:clr>
            <a:srgbClr val="EA4335"/>
          </p15:clr>
        </p15:guide>
        <p15:guide id="11" pos="1168" userDrawn="1">
          <p15:clr>
            <a:srgbClr val="EA4335"/>
          </p15:clr>
        </p15:guide>
        <p15:guide id="12" pos="2949" userDrawn="1">
          <p15:clr>
            <a:srgbClr val="EA4335"/>
          </p15:clr>
        </p15:guide>
        <p15:guide id="13" pos="4731" userDrawn="1">
          <p15:clr>
            <a:srgbClr val="EA4335"/>
          </p15:clr>
        </p15:guide>
        <p15:guide id="14" pos="6512" userDrawn="1">
          <p15:clr>
            <a:srgbClr val="EA4335"/>
          </p15:clr>
        </p15:guide>
        <p15:guide id="15" orient="horz" pos="756" userDrawn="1">
          <p15:clr>
            <a:srgbClr val="EA4335"/>
          </p15:clr>
        </p15:guide>
        <p15:guide id="16" orient="horz" pos="1692" userDrawn="1">
          <p15:clr>
            <a:srgbClr val="EA4335"/>
          </p15:clr>
        </p15:guide>
        <p15:guide id="17" orient="horz" pos="2628" userDrawn="1">
          <p15:clr>
            <a:srgbClr val="EA4335"/>
          </p15:clr>
        </p15:guide>
        <p15:guide id="18" orient="horz" pos="3564" userDrawn="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0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10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86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86.xml"/><Relationship Id="rId4" Type="http://schemas.openxmlformats.org/officeDocument/2006/relationships/image" Target="../media/image3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76"/>
          <p:cNvSpPr txBox="1">
            <a:spLocks noGrp="1"/>
          </p:cNvSpPr>
          <p:nvPr>
            <p:ph type="title"/>
          </p:nvPr>
        </p:nvSpPr>
        <p:spPr>
          <a:xfrm>
            <a:off x="602237" y="1785324"/>
            <a:ext cx="7152000" cy="225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6600" dirty="0"/>
              <a:t>A New Way to Develop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0C9F83E9-1AAD-EB07-0AF2-5D2095634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132" y="3443627"/>
            <a:ext cx="7142800" cy="454665"/>
          </a:xfrm>
        </p:spPr>
        <p:txBody>
          <a:bodyPr/>
          <a:lstStyle/>
          <a:p>
            <a:pPr marL="152396" indent="0">
              <a:buNone/>
            </a:pPr>
            <a:r>
              <a:rPr lang="en-US" dirty="0">
                <a:solidFill>
                  <a:schemeClr val="accent2"/>
                </a:solidFill>
              </a:rPr>
              <a:t>Spec Driven Development Is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FA1BF0F-970C-3DC3-E3FC-3FB9A3B877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238" y="817049"/>
            <a:ext cx="1891956" cy="56520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8D1CC53-E467-0D52-D3B9-53DD5E93D7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2569" b="25244"/>
          <a:stretch>
            <a:fillRect/>
          </a:stretch>
        </p:blipFill>
        <p:spPr>
          <a:xfrm>
            <a:off x="5285535" y="952695"/>
            <a:ext cx="6906466" cy="5905305"/>
          </a:xfrm>
          <a:prstGeom prst="rect">
            <a:avLst/>
          </a:prstGeom>
        </p:spPr>
      </p:pic>
      <p:sp>
        <p:nvSpPr>
          <p:cNvPr id="5" name="Subtitle 11">
            <a:extLst>
              <a:ext uri="{FF2B5EF4-FFF2-40B4-BE49-F238E27FC236}">
                <a16:creationId xmlns:a16="http://schemas.microsoft.com/office/drawing/2014/main" id="{CEF71CAA-2F36-C1E5-950B-683229FC9BDA}"/>
              </a:ext>
            </a:extLst>
          </p:cNvPr>
          <p:cNvSpPr txBox="1">
            <a:spLocks/>
          </p:cNvSpPr>
          <p:nvPr/>
        </p:nvSpPr>
        <p:spPr>
          <a:xfrm>
            <a:off x="602237" y="4441592"/>
            <a:ext cx="4475949" cy="454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 b="0" i="0" u="none" strike="noStrike" cap="none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/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GitHub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SpecKit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Itential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Skills  ·  Claude Code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c 20">
            <a:extLst>
              <a:ext uri="{FF2B5EF4-FFF2-40B4-BE49-F238E27FC236}">
                <a16:creationId xmlns:a16="http://schemas.microsoft.com/office/drawing/2014/main" id="{EB60198B-AD67-D89F-CF6E-D300380D4A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132" b="58647"/>
          <a:stretch>
            <a:fillRect/>
          </a:stretch>
        </p:blipFill>
        <p:spPr>
          <a:xfrm>
            <a:off x="0" y="0"/>
            <a:ext cx="5340190" cy="283596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943ECE0-C59D-9668-A77D-F99799DF6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200" y="587830"/>
            <a:ext cx="4571600" cy="738664"/>
          </a:xfrm>
        </p:spPr>
        <p:txBody>
          <a:bodyPr/>
          <a:lstStyle/>
          <a:p>
            <a:pPr algn="ctr"/>
            <a:r>
              <a:rPr lang="en-US" sz="4800" dirty="0"/>
              <a:t>What We’ll Cover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E0A1975-3853-1E8A-6C0C-7ED7BBD47F60}"/>
              </a:ext>
            </a:extLst>
          </p:cNvPr>
          <p:cNvGrpSpPr/>
          <p:nvPr/>
        </p:nvGrpSpPr>
        <p:grpSpPr>
          <a:xfrm>
            <a:off x="2177860" y="3108988"/>
            <a:ext cx="3790980" cy="1255890"/>
            <a:chOff x="2177860" y="3108988"/>
            <a:chExt cx="3790980" cy="1255890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4CC7E28C-FEE7-8C86-67AA-A04D07271175}"/>
                </a:ext>
              </a:extLst>
            </p:cNvPr>
            <p:cNvSpPr/>
            <p:nvPr/>
          </p:nvSpPr>
          <p:spPr>
            <a:xfrm>
              <a:off x="2177860" y="3108988"/>
              <a:ext cx="3790980" cy="1255890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" name="Text Placeholder 4">
              <a:extLst>
                <a:ext uri="{FF2B5EF4-FFF2-40B4-BE49-F238E27FC236}">
                  <a16:creationId xmlns:a16="http://schemas.microsoft.com/office/drawing/2014/main" id="{4A825D16-99C0-346D-9F86-37F2BDE2997C}"/>
                </a:ext>
              </a:extLst>
            </p:cNvPr>
            <p:cNvSpPr txBox="1">
              <a:spLocks/>
            </p:cNvSpPr>
            <p:nvPr/>
          </p:nvSpPr>
          <p:spPr>
            <a:xfrm>
              <a:off x="2439863" y="3270078"/>
              <a:ext cx="3447334" cy="10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>
                <a:spcAft>
                  <a:spcPts val="600"/>
                </a:spcAft>
              </a:pPr>
              <a:r>
                <a:rPr lang="en-US" sz="1200" dirty="0">
                  <a:solidFill>
                    <a:schemeClr val="accent2"/>
                  </a:solidFill>
                  <a:latin typeface="DM Sans 14pt" pitchFamily="2" charset="77"/>
                </a:rPr>
                <a:t>PART 2</a:t>
              </a:r>
            </a:p>
            <a:p>
              <a:pPr>
                <a:spcAft>
                  <a:spcPts val="1200"/>
                </a:spcAft>
              </a:pPr>
              <a:r>
                <a:rPr lang="en-US" sz="1800" b="1" dirty="0">
                  <a:latin typeface="DM Sans 14pt" pitchFamily="2" charset="77"/>
                </a:rPr>
                <a:t>GitHub </a:t>
              </a:r>
              <a:r>
                <a:rPr lang="en-US" sz="1800" b="1" dirty="0" err="1">
                  <a:latin typeface="DM Sans 14pt" pitchFamily="2" charset="77"/>
                </a:rPr>
                <a:t>SpecKit</a:t>
              </a:r>
              <a:endParaRPr lang="en-US" dirty="0"/>
            </a:p>
            <a:p>
              <a:r>
                <a:rPr lang="en-US" sz="1200" dirty="0">
                  <a:solidFill>
                    <a:schemeClr val="bg1">
                      <a:alpha val="65000"/>
                    </a:schemeClr>
                  </a:solidFill>
                </a:rPr>
                <a:t>8 steps from install to implementation</a:t>
              </a:r>
            </a:p>
            <a:p>
              <a:endParaRPr lang="en-US" sz="1400" dirty="0"/>
            </a:p>
            <a:p>
              <a:endParaRPr lang="en-US" dirty="0"/>
            </a:p>
            <a:p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FF2B85C-FBD0-B418-FD0C-2776C3B484DD}"/>
              </a:ext>
            </a:extLst>
          </p:cNvPr>
          <p:cNvGrpSpPr/>
          <p:nvPr/>
        </p:nvGrpSpPr>
        <p:grpSpPr>
          <a:xfrm>
            <a:off x="2177860" y="4637905"/>
            <a:ext cx="3790980" cy="1255890"/>
            <a:chOff x="2177860" y="4637905"/>
            <a:chExt cx="3790980" cy="1255890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02205A79-99C4-2AD4-CFCC-E2F797EB2785}"/>
                </a:ext>
              </a:extLst>
            </p:cNvPr>
            <p:cNvSpPr/>
            <p:nvPr/>
          </p:nvSpPr>
          <p:spPr>
            <a:xfrm>
              <a:off x="2177860" y="4637905"/>
              <a:ext cx="3790980" cy="1255890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" name="Text Placeholder 4">
              <a:extLst>
                <a:ext uri="{FF2B5EF4-FFF2-40B4-BE49-F238E27FC236}">
                  <a16:creationId xmlns:a16="http://schemas.microsoft.com/office/drawing/2014/main" id="{9B258E79-0A44-275B-71C0-C8AB1DF8932E}"/>
                </a:ext>
              </a:extLst>
            </p:cNvPr>
            <p:cNvSpPr txBox="1">
              <a:spLocks/>
            </p:cNvSpPr>
            <p:nvPr/>
          </p:nvSpPr>
          <p:spPr>
            <a:xfrm>
              <a:off x="2439863" y="4798995"/>
              <a:ext cx="3447334" cy="10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>
                <a:spcAft>
                  <a:spcPts val="600"/>
                </a:spcAft>
              </a:pPr>
              <a:r>
                <a:rPr lang="en-US" sz="1200" dirty="0">
                  <a:solidFill>
                    <a:schemeClr val="accent2"/>
                  </a:solidFill>
                  <a:latin typeface="DM Sans 14pt" pitchFamily="2" charset="77"/>
                </a:rPr>
                <a:t>PART 3</a:t>
              </a:r>
            </a:p>
            <a:p>
              <a:pPr>
                <a:spcAft>
                  <a:spcPts val="1200"/>
                </a:spcAft>
              </a:pPr>
              <a:r>
                <a:rPr lang="en-US" sz="1800" b="1" dirty="0">
                  <a:latin typeface="DM Sans 14pt" pitchFamily="2" charset="77"/>
                </a:rPr>
                <a:t>Live Example</a:t>
              </a:r>
              <a:endParaRPr lang="en-US" dirty="0"/>
            </a:p>
            <a:p>
              <a:r>
                <a:rPr lang="en-US" sz="1200" dirty="0">
                  <a:solidFill>
                    <a:schemeClr val="bg1">
                      <a:alpha val="65000"/>
                    </a:schemeClr>
                  </a:solidFill>
                </a:rPr>
                <a:t>Cisco </a:t>
              </a:r>
              <a:r>
                <a:rPr lang="en-US" sz="1200" dirty="0" err="1">
                  <a:solidFill>
                    <a:schemeClr val="bg1">
                      <a:alpha val="65000"/>
                    </a:schemeClr>
                  </a:solidFill>
                </a:rPr>
                <a:t>pyATS</a:t>
              </a:r>
              <a:r>
                <a:rPr lang="en-US" sz="1200" dirty="0">
                  <a:solidFill>
                    <a:schemeClr val="bg1">
                      <a:alpha val="65000"/>
                    </a:schemeClr>
                  </a:solidFill>
                </a:rPr>
                <a:t> interface health check</a:t>
              </a:r>
            </a:p>
            <a:p>
              <a:endParaRPr lang="en-US" sz="1400" dirty="0"/>
            </a:p>
            <a:p>
              <a:endParaRPr lang="en-US" dirty="0"/>
            </a:p>
            <a:p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91222D2-E294-0BED-C7DF-41CFE4C9ACCF}"/>
              </a:ext>
            </a:extLst>
          </p:cNvPr>
          <p:cNvGrpSpPr/>
          <p:nvPr/>
        </p:nvGrpSpPr>
        <p:grpSpPr>
          <a:xfrm>
            <a:off x="6235510" y="3113352"/>
            <a:ext cx="3790980" cy="1255890"/>
            <a:chOff x="6235510" y="3113352"/>
            <a:chExt cx="3790980" cy="1255890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071E60B5-02CD-76B1-93C0-6B29250426AE}"/>
                </a:ext>
              </a:extLst>
            </p:cNvPr>
            <p:cNvSpPr/>
            <p:nvPr/>
          </p:nvSpPr>
          <p:spPr>
            <a:xfrm>
              <a:off x="6235510" y="3113352"/>
              <a:ext cx="3790980" cy="1255890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Text Placeholder 4">
              <a:extLst>
                <a:ext uri="{FF2B5EF4-FFF2-40B4-BE49-F238E27FC236}">
                  <a16:creationId xmlns:a16="http://schemas.microsoft.com/office/drawing/2014/main" id="{5144A46D-124A-E54E-C5E5-A30F0932BE5C}"/>
                </a:ext>
              </a:extLst>
            </p:cNvPr>
            <p:cNvSpPr txBox="1">
              <a:spLocks/>
            </p:cNvSpPr>
            <p:nvPr/>
          </p:nvSpPr>
          <p:spPr>
            <a:xfrm>
              <a:off x="6497513" y="3274442"/>
              <a:ext cx="3447334" cy="10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>
                <a:spcAft>
                  <a:spcPts val="600"/>
                </a:spcAft>
              </a:pPr>
              <a:r>
                <a:rPr lang="en-US" sz="1200" dirty="0">
                  <a:solidFill>
                    <a:schemeClr val="accent2"/>
                  </a:solidFill>
                  <a:latin typeface="DM Sans 14pt" pitchFamily="2" charset="77"/>
                </a:rPr>
                <a:t>PART 5</a:t>
              </a:r>
            </a:p>
            <a:p>
              <a:pPr>
                <a:spcAft>
                  <a:spcPts val="1200"/>
                </a:spcAft>
              </a:pPr>
              <a:r>
                <a:rPr lang="en-US" sz="1800" b="1" dirty="0" err="1">
                  <a:latin typeface="DM Sans 14pt" pitchFamily="2" charset="77"/>
                </a:rPr>
                <a:t>Itential</a:t>
              </a:r>
              <a:r>
                <a:rPr lang="en-US" sz="1800" b="1" dirty="0">
                  <a:latin typeface="DM Sans 14pt" pitchFamily="2" charset="77"/>
                </a:rPr>
                <a:t> + SDD</a:t>
              </a:r>
              <a:endParaRPr lang="en-US" dirty="0"/>
            </a:p>
            <a:p>
              <a:r>
                <a:rPr lang="en-US" sz="1200" dirty="0">
                  <a:solidFill>
                    <a:schemeClr val="bg1">
                      <a:alpha val="65000"/>
                    </a:schemeClr>
                  </a:solidFill>
                </a:rPr>
                <a:t>Builder Skills on the Anthropic Marketplace</a:t>
              </a:r>
            </a:p>
            <a:p>
              <a:endParaRPr lang="en-US" sz="1200" dirty="0">
                <a:solidFill>
                  <a:schemeClr val="bg1">
                    <a:alpha val="65000"/>
                  </a:schemeClr>
                </a:solidFill>
              </a:endParaRPr>
            </a:p>
            <a:p>
              <a:endParaRPr lang="en-US" dirty="0"/>
            </a:p>
            <a:p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CB9B08-893C-281E-773C-91D886489F21}"/>
              </a:ext>
            </a:extLst>
          </p:cNvPr>
          <p:cNvGrpSpPr/>
          <p:nvPr/>
        </p:nvGrpSpPr>
        <p:grpSpPr>
          <a:xfrm>
            <a:off x="6235510" y="1580071"/>
            <a:ext cx="3790980" cy="1255890"/>
            <a:chOff x="6235510" y="1580071"/>
            <a:chExt cx="3790980" cy="125589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8418B103-08C6-5B7F-F1A7-FB06A04991F5}"/>
                </a:ext>
              </a:extLst>
            </p:cNvPr>
            <p:cNvSpPr/>
            <p:nvPr/>
          </p:nvSpPr>
          <p:spPr>
            <a:xfrm>
              <a:off x="6235510" y="1580071"/>
              <a:ext cx="3790980" cy="1255890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Text Placeholder 4">
              <a:extLst>
                <a:ext uri="{FF2B5EF4-FFF2-40B4-BE49-F238E27FC236}">
                  <a16:creationId xmlns:a16="http://schemas.microsoft.com/office/drawing/2014/main" id="{0E8B4EA2-AB8A-2F75-03A4-D8A4DA55B16E}"/>
                </a:ext>
              </a:extLst>
            </p:cNvPr>
            <p:cNvSpPr txBox="1">
              <a:spLocks/>
            </p:cNvSpPr>
            <p:nvPr/>
          </p:nvSpPr>
          <p:spPr>
            <a:xfrm>
              <a:off x="6497513" y="1741161"/>
              <a:ext cx="3447334" cy="10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>
                <a:spcAft>
                  <a:spcPts val="600"/>
                </a:spcAft>
              </a:pPr>
              <a:r>
                <a:rPr lang="en-US" sz="1200" dirty="0">
                  <a:solidFill>
                    <a:schemeClr val="accent2"/>
                  </a:solidFill>
                  <a:latin typeface="DM Sans 14pt" pitchFamily="2" charset="77"/>
                </a:rPr>
                <a:t>PART 4</a:t>
              </a:r>
            </a:p>
            <a:p>
              <a:pPr>
                <a:spcAft>
                  <a:spcPts val="1200"/>
                </a:spcAft>
              </a:pPr>
              <a:r>
                <a:rPr lang="en-US" sz="1800" b="1" dirty="0">
                  <a:latin typeface="DM Sans 14pt" pitchFamily="2" charset="77"/>
                </a:rPr>
                <a:t>Hands-On Guide</a:t>
              </a:r>
              <a:endParaRPr lang="en-US" dirty="0"/>
            </a:p>
            <a:p>
              <a:r>
                <a:rPr lang="en-US" sz="1200" dirty="0">
                  <a:solidFill>
                    <a:schemeClr val="bg1">
                      <a:alpha val="65000"/>
                    </a:schemeClr>
                  </a:solidFill>
                </a:rPr>
                <a:t>Try it yourself — step-by-step exercise</a:t>
              </a:r>
            </a:p>
            <a:p>
              <a:endParaRPr lang="en-US" sz="1200" dirty="0">
                <a:solidFill>
                  <a:schemeClr val="bg1">
                    <a:alpha val="65000"/>
                  </a:schemeClr>
                </a:solidFill>
              </a:endParaRPr>
            </a:p>
            <a:p>
              <a:endParaRPr lang="en-US" sz="1400" dirty="0"/>
            </a:p>
            <a:p>
              <a:endParaRPr lang="en-US" dirty="0"/>
            </a:p>
            <a:p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4303C79-9CF8-9436-181E-7F9FCC3522EA}"/>
              </a:ext>
            </a:extLst>
          </p:cNvPr>
          <p:cNvGrpSpPr/>
          <p:nvPr/>
        </p:nvGrpSpPr>
        <p:grpSpPr>
          <a:xfrm>
            <a:off x="6235510" y="4637905"/>
            <a:ext cx="3790980" cy="1255890"/>
            <a:chOff x="6235510" y="4637905"/>
            <a:chExt cx="3790980" cy="1255890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20545-8357-A5C2-0FFF-4577413B61BD}"/>
                </a:ext>
              </a:extLst>
            </p:cNvPr>
            <p:cNvSpPr/>
            <p:nvPr/>
          </p:nvSpPr>
          <p:spPr>
            <a:xfrm>
              <a:off x="6235510" y="4637905"/>
              <a:ext cx="3790980" cy="1255890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Text Placeholder 4">
              <a:extLst>
                <a:ext uri="{FF2B5EF4-FFF2-40B4-BE49-F238E27FC236}">
                  <a16:creationId xmlns:a16="http://schemas.microsoft.com/office/drawing/2014/main" id="{73F87A36-FB24-380B-FEF6-CA8ED8DBA22E}"/>
                </a:ext>
              </a:extLst>
            </p:cNvPr>
            <p:cNvSpPr txBox="1">
              <a:spLocks/>
            </p:cNvSpPr>
            <p:nvPr/>
          </p:nvSpPr>
          <p:spPr>
            <a:xfrm>
              <a:off x="6497513" y="4798995"/>
              <a:ext cx="3447334" cy="10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>
                <a:spcAft>
                  <a:spcPts val="600"/>
                </a:spcAft>
              </a:pPr>
              <a:r>
                <a:rPr lang="en-US" sz="1200" dirty="0">
                  <a:solidFill>
                    <a:schemeClr val="accent2"/>
                  </a:solidFill>
                  <a:latin typeface="DM Sans 14pt" pitchFamily="2" charset="77"/>
                </a:rPr>
                <a:t>PART 6</a:t>
              </a:r>
            </a:p>
            <a:p>
              <a:pPr>
                <a:spcAft>
                  <a:spcPts val="1200"/>
                </a:spcAft>
              </a:pPr>
              <a:r>
                <a:rPr lang="en-US" sz="1800" b="1" dirty="0">
                  <a:latin typeface="DM Sans 14pt" pitchFamily="2" charset="77"/>
                </a:rPr>
                <a:t>Q&amp;A</a:t>
              </a:r>
              <a:endParaRPr lang="en-US" dirty="0"/>
            </a:p>
            <a:p>
              <a:r>
                <a:rPr lang="en-US" sz="1200" dirty="0">
                  <a:solidFill>
                    <a:schemeClr val="bg1">
                      <a:alpha val="65000"/>
                    </a:schemeClr>
                  </a:solidFill>
                </a:rPr>
                <a:t>Questions and discussion</a:t>
              </a:r>
            </a:p>
            <a:p>
              <a:endParaRPr lang="en-US" sz="1200" dirty="0">
                <a:solidFill>
                  <a:schemeClr val="bg1">
                    <a:alpha val="65000"/>
                  </a:schemeClr>
                </a:solidFill>
              </a:endParaRPr>
            </a:p>
            <a:p>
              <a:endParaRPr lang="en-US" sz="1400" dirty="0"/>
            </a:p>
            <a:p>
              <a:endParaRPr lang="en-US" dirty="0"/>
            </a:p>
            <a:p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435564-4619-7CF4-31EE-00F85FFBC731}"/>
              </a:ext>
            </a:extLst>
          </p:cNvPr>
          <p:cNvGrpSpPr/>
          <p:nvPr/>
        </p:nvGrpSpPr>
        <p:grpSpPr>
          <a:xfrm>
            <a:off x="2177860" y="1580071"/>
            <a:ext cx="3790980" cy="1255890"/>
            <a:chOff x="2177860" y="1580071"/>
            <a:chExt cx="3790980" cy="125589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D486A61D-CD53-C692-8F91-8C507B4330B7}"/>
                </a:ext>
              </a:extLst>
            </p:cNvPr>
            <p:cNvSpPr/>
            <p:nvPr/>
          </p:nvSpPr>
          <p:spPr>
            <a:xfrm>
              <a:off x="2177860" y="1580071"/>
              <a:ext cx="3790980" cy="1255890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Text Placeholder 4">
              <a:extLst>
                <a:ext uri="{FF2B5EF4-FFF2-40B4-BE49-F238E27FC236}">
                  <a16:creationId xmlns:a16="http://schemas.microsoft.com/office/drawing/2014/main" id="{BAAE8929-71A0-DB82-1C97-4A60F607A5AB}"/>
                </a:ext>
              </a:extLst>
            </p:cNvPr>
            <p:cNvSpPr txBox="1">
              <a:spLocks/>
            </p:cNvSpPr>
            <p:nvPr/>
          </p:nvSpPr>
          <p:spPr>
            <a:xfrm>
              <a:off x="2439863" y="1741161"/>
              <a:ext cx="3447334" cy="10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>
                <a:spcAft>
                  <a:spcPts val="600"/>
                </a:spcAft>
              </a:pPr>
              <a:r>
                <a:rPr lang="en-US" sz="1200">
                  <a:solidFill>
                    <a:schemeClr val="accent2"/>
                  </a:solidFill>
                  <a:latin typeface="DM Sans 14pt" pitchFamily="2" charset="77"/>
                </a:rPr>
                <a:t>PART 1</a:t>
              </a:r>
            </a:p>
            <a:p>
              <a:pPr>
                <a:spcAft>
                  <a:spcPts val="1200"/>
                </a:spcAft>
              </a:pPr>
              <a:r>
                <a:rPr lang="en-US" sz="1800" b="1">
                  <a:latin typeface="DM Sans 14pt" pitchFamily="2" charset="77"/>
                </a:rPr>
                <a:t>The Paradigm Shift</a:t>
              </a:r>
              <a:endParaRPr lang="en-US"/>
            </a:p>
            <a:p>
              <a:r>
                <a:rPr lang="en-US" sz="1200">
                  <a:solidFill>
                    <a:schemeClr val="bg1">
                      <a:alpha val="65000"/>
                    </a:schemeClr>
                  </a:solidFill>
                </a:rPr>
                <a:t>Why specs are the new source of truth</a:t>
              </a:r>
            </a:p>
            <a:p>
              <a:endParaRPr lang="en-US"/>
            </a:p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56619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9464914-311F-A103-E060-0F1A0E9412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906" b="33439"/>
          <a:stretch>
            <a:fillRect/>
          </a:stretch>
        </p:blipFill>
        <p:spPr>
          <a:xfrm>
            <a:off x="5287617" y="896862"/>
            <a:ext cx="6904383" cy="5961138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26FA32E-33EA-3B41-FA6D-B742E6B89598}"/>
              </a:ext>
            </a:extLst>
          </p:cNvPr>
          <p:cNvSpPr txBox="1">
            <a:spLocks/>
          </p:cNvSpPr>
          <p:nvPr/>
        </p:nvSpPr>
        <p:spPr>
          <a:xfrm>
            <a:off x="934913" y="2334200"/>
            <a:ext cx="5161087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 b="0" i="0" u="none" strike="noStrike" cap="none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accent2"/>
                </a:solidFill>
              </a:rPr>
              <a:t>PART 1</a:t>
            </a:r>
          </a:p>
          <a:p>
            <a:pPr>
              <a:spcAft>
                <a:spcPts val="1200"/>
              </a:spcAft>
            </a:pPr>
            <a:r>
              <a:rPr lang="en-US" sz="5400" b="1" dirty="0">
                <a:latin typeface="Bebas Neue" panose="020B0606020202050201" pitchFamily="34" charset="77"/>
              </a:rPr>
              <a:t>The Paradigm Shift</a:t>
            </a:r>
            <a:endParaRPr lang="en-US" sz="5400" dirty="0">
              <a:latin typeface="Bebas Neue" panose="020B0606020202050201" pitchFamily="34" charset="77"/>
            </a:endParaRPr>
          </a:p>
          <a:p>
            <a:r>
              <a:rPr lang="en-US" sz="2000" dirty="0">
                <a:solidFill>
                  <a:schemeClr val="bg1">
                    <a:alpha val="65000"/>
                  </a:schemeClr>
                </a:solidFill>
              </a:rPr>
              <a:t>Why specs are the new source of truth</a:t>
            </a:r>
            <a:endParaRPr lang="en-US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89129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7E64A5-50F7-D34F-4726-371743914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The Old Way: Code Is King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AF79B9-1B93-2F39-BEC3-4DAC1111A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6" y="1159796"/>
            <a:ext cx="5512897" cy="1094800"/>
          </a:xfrm>
        </p:spPr>
        <p:txBody>
          <a:bodyPr/>
          <a:lstStyle/>
          <a:p>
            <a:pPr>
              <a:lnSpc>
                <a:spcPts val="2200"/>
              </a:lnSpc>
            </a:pPr>
            <a:r>
              <a:rPr lang="en-US" sz="1400" dirty="0"/>
              <a:t>For decades, specifications served code — they were scaffolding we built and discarded once the "real work" of coding began.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1FEAFF0-FA86-310B-1795-10332A9B6F78}"/>
              </a:ext>
            </a:extLst>
          </p:cNvPr>
          <p:cNvGrpSpPr/>
          <p:nvPr/>
        </p:nvGrpSpPr>
        <p:grpSpPr>
          <a:xfrm>
            <a:off x="438866" y="2475032"/>
            <a:ext cx="3391262" cy="1217478"/>
            <a:chOff x="438866" y="2475032"/>
            <a:chExt cx="3391262" cy="121747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7929E63-4D35-A905-0E3B-BB4C49B97DBA}"/>
                </a:ext>
              </a:extLst>
            </p:cNvPr>
            <p:cNvSpPr txBox="1"/>
            <p:nvPr/>
          </p:nvSpPr>
          <p:spPr>
            <a:xfrm>
              <a:off x="438866" y="3024955"/>
              <a:ext cx="3391262" cy="667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200"/>
                </a:lnSpc>
                <a:spcAft>
                  <a:spcPts val="600"/>
                </a:spcAft>
                <a:buNone/>
              </a:pPr>
              <a:r>
                <a:rPr lang="en-US" sz="1600" dirty="0">
                  <a:solidFill>
                    <a:schemeClr val="accent2"/>
                  </a:solidFill>
                  <a:latin typeface="DM Sans 14pt" pitchFamily="2" charset="77"/>
                </a:rPr>
                <a:t>PRDs written, then ignored</a:t>
              </a:r>
            </a:p>
            <a:p>
              <a:pPr>
                <a:lnSpc>
                  <a:spcPts val="1800"/>
                </a:lnSpc>
                <a:spcAft>
                  <a:spcPts val="600"/>
                </a:spcAft>
                <a:buClr>
                  <a:schemeClr val="accent2"/>
                </a:buClr>
              </a:pPr>
              <a:r>
                <a:rPr lang="en-US" sz="12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Specs rarely kept pace with code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CF34ACB8-5327-D766-D13C-487D15E322BB}"/>
                </a:ext>
              </a:extLst>
            </p:cNvPr>
            <p:cNvSpPr/>
            <p:nvPr/>
          </p:nvSpPr>
          <p:spPr>
            <a:xfrm>
              <a:off x="504180" y="2475032"/>
              <a:ext cx="428436" cy="428436"/>
            </a:xfrm>
            <a:prstGeom prst="round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  <a:gs pos="50000">
                  <a:schemeClr val="tx1"/>
                </a:gs>
              </a:gsLst>
              <a:lin ang="13500000" scaled="1"/>
              <a:tileRect/>
            </a:gradFill>
            <a:ln w="63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52F1ED0C-7F96-BFE0-A57D-1ADF247EFC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04098" y="2574950"/>
              <a:ext cx="228600" cy="2286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0D7F400-460E-5307-BF54-E040983F828F}"/>
              </a:ext>
            </a:extLst>
          </p:cNvPr>
          <p:cNvGrpSpPr/>
          <p:nvPr/>
        </p:nvGrpSpPr>
        <p:grpSpPr>
          <a:xfrm>
            <a:off x="3965838" y="2475032"/>
            <a:ext cx="3391262" cy="1216387"/>
            <a:chOff x="3965838" y="2475032"/>
            <a:chExt cx="3391262" cy="121638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5F83D97-4BC6-AE2E-1A14-D045D02C1947}"/>
                </a:ext>
              </a:extLst>
            </p:cNvPr>
            <p:cNvSpPr txBox="1"/>
            <p:nvPr/>
          </p:nvSpPr>
          <p:spPr>
            <a:xfrm>
              <a:off x="3965838" y="3024955"/>
              <a:ext cx="3391262" cy="6664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200"/>
                </a:lnSpc>
                <a:spcAft>
                  <a:spcPts val="600"/>
                </a:spcAft>
                <a:buNone/>
              </a:pPr>
              <a:r>
                <a:rPr lang="en-US" sz="1600" dirty="0">
                  <a:solidFill>
                    <a:schemeClr val="accent2"/>
                  </a:solidFill>
                  <a:latin typeface="DM Sans 14pt" pitchFamily="2" charset="77"/>
                </a:rPr>
                <a:t>The ambiguity tax</a:t>
              </a:r>
            </a:p>
            <a:p>
              <a:pPr>
                <a:lnSpc>
                  <a:spcPts val="1800"/>
                </a:lnSpc>
                <a:spcAft>
                  <a:spcPts val="600"/>
                </a:spcAft>
                <a:buClr>
                  <a:schemeClr val="accent2"/>
                </a:buClr>
              </a:pPr>
              <a:r>
                <a:rPr lang="en-US" sz="12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Vague requirements → rework cycles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37B05691-8250-9146-6BE2-44F0ED1D6C6B}"/>
                </a:ext>
              </a:extLst>
            </p:cNvPr>
            <p:cNvSpPr/>
            <p:nvPr/>
          </p:nvSpPr>
          <p:spPr>
            <a:xfrm>
              <a:off x="4031152" y="2475032"/>
              <a:ext cx="428436" cy="428436"/>
            </a:xfrm>
            <a:prstGeom prst="round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  <a:gs pos="50000">
                  <a:schemeClr val="tx1"/>
                </a:gs>
              </a:gsLst>
              <a:lin ang="13500000" scaled="1"/>
              <a:tileRect/>
            </a:gradFill>
            <a:ln w="63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BF6C0EBD-4FBD-6850-2C1A-4233C0095E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31070" y="2574950"/>
              <a:ext cx="228600" cy="2286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DCA296B-0624-5F80-11B7-0B1D5548719D}"/>
              </a:ext>
            </a:extLst>
          </p:cNvPr>
          <p:cNvGrpSpPr/>
          <p:nvPr/>
        </p:nvGrpSpPr>
        <p:grpSpPr>
          <a:xfrm>
            <a:off x="7541795" y="2475032"/>
            <a:ext cx="3551224" cy="1214207"/>
            <a:chOff x="7541795" y="2475032"/>
            <a:chExt cx="3551224" cy="121420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DE58A3F-9586-BA87-675F-5767DB6BF2A2}"/>
                </a:ext>
              </a:extLst>
            </p:cNvPr>
            <p:cNvSpPr txBox="1"/>
            <p:nvPr/>
          </p:nvSpPr>
          <p:spPr>
            <a:xfrm>
              <a:off x="7541795" y="3024955"/>
              <a:ext cx="3551224" cy="6642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200"/>
                </a:lnSpc>
                <a:spcAft>
                  <a:spcPts val="600"/>
                </a:spcAft>
                <a:buNone/>
              </a:pPr>
              <a:r>
                <a:rPr lang="en-US" sz="1600" dirty="0">
                  <a:solidFill>
                    <a:schemeClr val="accent2"/>
                  </a:solidFill>
                  <a:latin typeface="DM Sans 14pt" pitchFamily="2" charset="77"/>
                </a:rPr>
                <a:t>Gap between intent &amp; code</a:t>
              </a:r>
            </a:p>
            <a:p>
              <a:pPr>
                <a:lnSpc>
                  <a:spcPts val="1800"/>
                </a:lnSpc>
                <a:spcAft>
                  <a:spcPts val="600"/>
                </a:spcAft>
                <a:buClr>
                  <a:schemeClr val="accent2"/>
                </a:buClr>
              </a:pPr>
              <a:r>
                <a:rPr lang="en-US" sz="12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Documentation and implementation drift apart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BF8C7BFC-90DF-0E05-D433-973A96457697}"/>
                </a:ext>
              </a:extLst>
            </p:cNvPr>
            <p:cNvSpPr/>
            <p:nvPr/>
          </p:nvSpPr>
          <p:spPr>
            <a:xfrm>
              <a:off x="7607109" y="2475032"/>
              <a:ext cx="428436" cy="428436"/>
            </a:xfrm>
            <a:prstGeom prst="round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  <a:gs pos="50000">
                  <a:schemeClr val="tx1"/>
                </a:gs>
              </a:gsLst>
              <a:lin ang="13500000" scaled="1"/>
              <a:tileRect/>
            </a:gradFill>
            <a:ln w="63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719F9E23-1935-45CD-CA59-7DBACED275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707027" y="2574950"/>
              <a:ext cx="228600" cy="228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1613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4593C7AE-F8E4-D5C4-69A1-88703BBEA8D0}"/>
              </a:ext>
            </a:extLst>
          </p:cNvPr>
          <p:cNvGrpSpPr/>
          <p:nvPr/>
        </p:nvGrpSpPr>
        <p:grpSpPr>
          <a:xfrm>
            <a:off x="1857048" y="1947537"/>
            <a:ext cx="3569797" cy="2962926"/>
            <a:chOff x="1857048" y="1947537"/>
            <a:chExt cx="3569797" cy="2962926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6093C17C-B89A-D8BC-DBB0-38DAADB39687}"/>
                </a:ext>
              </a:extLst>
            </p:cNvPr>
            <p:cNvSpPr/>
            <p:nvPr/>
          </p:nvSpPr>
          <p:spPr>
            <a:xfrm>
              <a:off x="1857048" y="1947537"/>
              <a:ext cx="3569797" cy="2962926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" name="Text Placeholder 3">
              <a:extLst>
                <a:ext uri="{FF2B5EF4-FFF2-40B4-BE49-F238E27FC236}">
                  <a16:creationId xmlns:a16="http://schemas.microsoft.com/office/drawing/2014/main" id="{C72D8009-D8E9-E4ED-098D-B59A51BCE341}"/>
                </a:ext>
              </a:extLst>
            </p:cNvPr>
            <p:cNvSpPr txBox="1">
              <a:spLocks/>
            </p:cNvSpPr>
            <p:nvPr/>
          </p:nvSpPr>
          <p:spPr>
            <a:xfrm>
              <a:off x="2177143" y="2861698"/>
              <a:ext cx="3186792" cy="19344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>
                <a:spcAft>
                  <a:spcPts val="2400"/>
                </a:spcAft>
                <a:buFont typeface="Arial" panose="020B0604020202020204" pitchFamily="34" charset="0"/>
                <a:buNone/>
              </a:pPr>
              <a:r>
                <a:rPr lang="en-US" sz="1200"/>
                <a:t>Code is the source of truth</a:t>
              </a:r>
            </a:p>
            <a:p>
              <a:pPr marL="7938" indent="0">
                <a:spcAft>
                  <a:spcPts val="2400"/>
                </a:spcAft>
                <a:buFont typeface="Arial" panose="020B0604020202020204" pitchFamily="34" charset="0"/>
                <a:buNone/>
              </a:pPr>
              <a:r>
                <a:rPr lang="en-US" sz="1200"/>
                <a:t>Specs serve code</a:t>
              </a:r>
            </a:p>
            <a:p>
              <a:pPr marL="7938" indent="0">
                <a:spcAft>
                  <a:spcPts val="2400"/>
                </a:spcAft>
                <a:buFont typeface="Arial" panose="020B0604020202020204" pitchFamily="34" charset="0"/>
                <a:buNone/>
              </a:pPr>
              <a:r>
                <a:rPr lang="en-US" sz="1200"/>
                <a:t>Documentation drifts</a:t>
              </a:r>
            </a:p>
            <a:p>
              <a:pPr marL="7938" indent="0">
                <a:spcAft>
                  <a:spcPts val="2400"/>
                </a:spcAft>
                <a:buFont typeface="Arial" panose="020B0604020202020204" pitchFamily="34" charset="0"/>
                <a:buNone/>
              </a:pPr>
              <a:r>
                <a:rPr lang="en-US" sz="1200"/>
                <a:t>Intent gets lost in implementation</a:t>
              </a:r>
              <a:endParaRPr lang="en-US" sz="1200" dirty="0"/>
            </a:p>
          </p:txBody>
        </p:sp>
        <p:sp>
          <p:nvSpPr>
            <p:cNvPr id="24" name="Text Placeholder 2">
              <a:extLst>
                <a:ext uri="{FF2B5EF4-FFF2-40B4-BE49-F238E27FC236}">
                  <a16:creationId xmlns:a16="http://schemas.microsoft.com/office/drawing/2014/main" id="{99A3C953-C121-5619-CC3D-F5D8BA54DFEE}"/>
                </a:ext>
              </a:extLst>
            </p:cNvPr>
            <p:cNvSpPr txBox="1">
              <a:spLocks/>
            </p:cNvSpPr>
            <p:nvPr/>
          </p:nvSpPr>
          <p:spPr>
            <a:xfrm>
              <a:off x="2177859" y="2249378"/>
              <a:ext cx="2296169" cy="3179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r>
                <a:rPr lang="en-US" b="1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DM Sans 14pt" pitchFamily="2" charset="77"/>
                </a:rPr>
                <a:t>Before SDD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7B5015-D833-D810-A44F-BCDA805C3CF2}"/>
                </a:ext>
              </a:extLst>
            </p:cNvPr>
            <p:cNvCxnSpPr>
              <a:cxnSpLocks/>
            </p:cNvCxnSpPr>
            <p:nvPr/>
          </p:nvCxnSpPr>
          <p:spPr>
            <a:xfrm>
              <a:off x="2177143" y="4167519"/>
              <a:ext cx="2843892" cy="0"/>
            </a:xfrm>
            <a:prstGeom prst="line">
              <a:avLst/>
            </a:prstGeom>
            <a:ln w="6350">
              <a:solidFill>
                <a:schemeClr val="bg1">
                  <a:alpha val="18594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9719AF1-8FA4-0A7C-9225-F664343943D9}"/>
                </a:ext>
              </a:extLst>
            </p:cNvPr>
            <p:cNvCxnSpPr>
              <a:cxnSpLocks/>
            </p:cNvCxnSpPr>
            <p:nvPr/>
          </p:nvCxnSpPr>
          <p:spPr>
            <a:xfrm>
              <a:off x="2177143" y="3677661"/>
              <a:ext cx="2843892" cy="0"/>
            </a:xfrm>
            <a:prstGeom prst="line">
              <a:avLst/>
            </a:prstGeom>
            <a:ln w="6350">
              <a:solidFill>
                <a:schemeClr val="bg1">
                  <a:alpha val="18594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972C301-F270-496F-0443-AA1C3BC92670}"/>
                </a:ext>
              </a:extLst>
            </p:cNvPr>
            <p:cNvCxnSpPr>
              <a:cxnSpLocks/>
            </p:cNvCxnSpPr>
            <p:nvPr/>
          </p:nvCxnSpPr>
          <p:spPr>
            <a:xfrm>
              <a:off x="2177143" y="3195970"/>
              <a:ext cx="2843892" cy="0"/>
            </a:xfrm>
            <a:prstGeom prst="line">
              <a:avLst/>
            </a:prstGeom>
            <a:ln w="6350">
              <a:solidFill>
                <a:schemeClr val="bg1">
                  <a:alpha val="18594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733F7D2-81FF-E909-AD56-BEEC9B389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200" y="457201"/>
            <a:ext cx="4571600" cy="574453"/>
          </a:xfrm>
        </p:spPr>
        <p:txBody>
          <a:bodyPr/>
          <a:lstStyle/>
          <a:p>
            <a:pPr algn="ctr"/>
            <a:r>
              <a:rPr lang="en-US" dirty="0"/>
              <a:t>The Power Inversion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39763-D426-7755-8835-816C1D6B0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200" y="1159796"/>
            <a:ext cx="4571600" cy="31794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Spec Driven Development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18A5B23-51BD-E94E-D7B2-0EC0BCDB7766}"/>
              </a:ext>
            </a:extLst>
          </p:cNvPr>
          <p:cNvGrpSpPr/>
          <p:nvPr/>
        </p:nvGrpSpPr>
        <p:grpSpPr>
          <a:xfrm>
            <a:off x="6470708" y="1947537"/>
            <a:ext cx="3569797" cy="2962926"/>
            <a:chOff x="6470708" y="1947537"/>
            <a:chExt cx="3569797" cy="2962926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2B9BDABC-97EB-11FA-FC9C-F7FDC41E0832}"/>
                </a:ext>
              </a:extLst>
            </p:cNvPr>
            <p:cNvSpPr/>
            <p:nvPr/>
          </p:nvSpPr>
          <p:spPr>
            <a:xfrm>
              <a:off x="6470708" y="1947537"/>
              <a:ext cx="3569797" cy="2962926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Text Placeholder 3">
              <a:extLst>
                <a:ext uri="{FF2B5EF4-FFF2-40B4-BE49-F238E27FC236}">
                  <a16:creationId xmlns:a16="http://schemas.microsoft.com/office/drawing/2014/main" id="{102499FC-B1B8-6A40-4889-9E83254F7E8B}"/>
                </a:ext>
              </a:extLst>
            </p:cNvPr>
            <p:cNvSpPr txBox="1">
              <a:spLocks/>
            </p:cNvSpPr>
            <p:nvPr/>
          </p:nvSpPr>
          <p:spPr>
            <a:xfrm>
              <a:off x="6790803" y="2861698"/>
              <a:ext cx="3186792" cy="19344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>
                <a:spcAft>
                  <a:spcPts val="2400"/>
                </a:spcAft>
                <a:buFont typeface="Arial" panose="020B0604020202020204" pitchFamily="34" charset="0"/>
                <a:buNone/>
              </a:pPr>
              <a:r>
                <a:rPr lang="en-US" sz="1200" dirty="0"/>
                <a:t>Spec is the source of truth</a:t>
              </a:r>
            </a:p>
            <a:p>
              <a:pPr marL="7938" indent="0">
                <a:spcAft>
                  <a:spcPts val="2400"/>
                </a:spcAft>
                <a:buFont typeface="Arial" panose="020B0604020202020204" pitchFamily="34" charset="0"/>
                <a:buNone/>
              </a:pPr>
              <a:r>
                <a:rPr lang="en-US" sz="1200" dirty="0"/>
                <a:t>Code serves specifications</a:t>
              </a:r>
            </a:p>
            <a:p>
              <a:pPr marL="7938" indent="0">
                <a:spcAft>
                  <a:spcPts val="2400"/>
                </a:spcAft>
                <a:buFont typeface="Arial" panose="020B0604020202020204" pitchFamily="34" charset="0"/>
                <a:buNone/>
              </a:pPr>
              <a:r>
                <a:rPr lang="en-US" sz="1200" dirty="0"/>
                <a:t>Spec and code stay in sync</a:t>
              </a:r>
            </a:p>
            <a:p>
              <a:pPr marL="7938" indent="0">
                <a:spcAft>
                  <a:spcPts val="2400"/>
                </a:spcAft>
                <a:buFont typeface="Arial" panose="020B0604020202020204" pitchFamily="34" charset="0"/>
                <a:buNone/>
              </a:pPr>
              <a:r>
                <a:rPr lang="en-US" sz="1200" dirty="0"/>
                <a:t>AI generates from clear intent</a:t>
              </a:r>
            </a:p>
          </p:txBody>
        </p:sp>
        <p:sp>
          <p:nvSpPr>
            <p:cNvPr id="18" name="Text Placeholder 2">
              <a:extLst>
                <a:ext uri="{FF2B5EF4-FFF2-40B4-BE49-F238E27FC236}">
                  <a16:creationId xmlns:a16="http://schemas.microsoft.com/office/drawing/2014/main" id="{BD949B0E-BBD0-FD42-4CEB-268E28248ED5}"/>
                </a:ext>
              </a:extLst>
            </p:cNvPr>
            <p:cNvSpPr txBox="1">
              <a:spLocks/>
            </p:cNvSpPr>
            <p:nvPr/>
          </p:nvSpPr>
          <p:spPr>
            <a:xfrm>
              <a:off x="6791519" y="2249378"/>
              <a:ext cx="2296169" cy="3179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r>
                <a:rPr lang="en-US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DM Sans 14pt" pitchFamily="2" charset="77"/>
                </a:rPr>
                <a:t>With SDD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F15BF38-BCE8-C8F1-EF3D-F892707431F1}"/>
                </a:ext>
              </a:extLst>
            </p:cNvPr>
            <p:cNvCxnSpPr>
              <a:cxnSpLocks/>
            </p:cNvCxnSpPr>
            <p:nvPr/>
          </p:nvCxnSpPr>
          <p:spPr>
            <a:xfrm>
              <a:off x="6790803" y="4167519"/>
              <a:ext cx="2843892" cy="0"/>
            </a:xfrm>
            <a:prstGeom prst="line">
              <a:avLst/>
            </a:prstGeom>
            <a:ln w="6350">
              <a:solidFill>
                <a:schemeClr val="bg1">
                  <a:alpha val="18594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4D1F2C2-FAC6-91D9-21BD-F23F58E65265}"/>
                </a:ext>
              </a:extLst>
            </p:cNvPr>
            <p:cNvCxnSpPr>
              <a:cxnSpLocks/>
            </p:cNvCxnSpPr>
            <p:nvPr/>
          </p:nvCxnSpPr>
          <p:spPr>
            <a:xfrm>
              <a:off x="6790803" y="3677661"/>
              <a:ext cx="2843892" cy="0"/>
            </a:xfrm>
            <a:prstGeom prst="line">
              <a:avLst/>
            </a:prstGeom>
            <a:ln w="6350">
              <a:solidFill>
                <a:schemeClr val="bg1">
                  <a:alpha val="18594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8EF9F75-947B-FEFF-288B-63037554B60E}"/>
                </a:ext>
              </a:extLst>
            </p:cNvPr>
            <p:cNvCxnSpPr>
              <a:cxnSpLocks/>
            </p:cNvCxnSpPr>
            <p:nvPr/>
          </p:nvCxnSpPr>
          <p:spPr>
            <a:xfrm>
              <a:off x="6790803" y="3195970"/>
              <a:ext cx="2843892" cy="0"/>
            </a:xfrm>
            <a:prstGeom prst="line">
              <a:avLst/>
            </a:prstGeom>
            <a:ln w="6350">
              <a:solidFill>
                <a:schemeClr val="bg1">
                  <a:alpha val="18594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E73F426-6A29-BA60-4518-4A32D236A4FC}"/>
              </a:ext>
            </a:extLst>
          </p:cNvPr>
          <p:cNvGrpSpPr/>
          <p:nvPr/>
        </p:nvGrpSpPr>
        <p:grpSpPr>
          <a:xfrm>
            <a:off x="5321548" y="2885725"/>
            <a:ext cx="1254457" cy="1628956"/>
            <a:chOff x="5321548" y="2974052"/>
            <a:chExt cx="1369921" cy="1778889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B06AE9B-9E17-AB9C-50AB-C35C415BA160}"/>
                </a:ext>
              </a:extLst>
            </p:cNvPr>
            <p:cNvSpPr/>
            <p:nvPr/>
          </p:nvSpPr>
          <p:spPr>
            <a:xfrm>
              <a:off x="5321548" y="4542348"/>
              <a:ext cx="210593" cy="21059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24C87C7-B091-2AB8-1CAE-6ED711A49C80}"/>
                </a:ext>
              </a:extLst>
            </p:cNvPr>
            <p:cNvSpPr/>
            <p:nvPr/>
          </p:nvSpPr>
          <p:spPr>
            <a:xfrm>
              <a:off x="5321548" y="4013638"/>
              <a:ext cx="210593" cy="21059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3DF74D9-6E21-A35D-2C9E-B9202A512A05}"/>
                </a:ext>
              </a:extLst>
            </p:cNvPr>
            <p:cNvSpPr/>
            <p:nvPr/>
          </p:nvSpPr>
          <p:spPr>
            <a:xfrm>
              <a:off x="5321548" y="3493845"/>
              <a:ext cx="210593" cy="21059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62A56B3-8BDD-1786-413A-A59F44687780}"/>
                </a:ext>
              </a:extLst>
            </p:cNvPr>
            <p:cNvSpPr/>
            <p:nvPr/>
          </p:nvSpPr>
          <p:spPr>
            <a:xfrm>
              <a:off x="5321548" y="2974052"/>
              <a:ext cx="210593" cy="21059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691DDA9-A8B0-A8AF-A761-602170772E63}"/>
                </a:ext>
              </a:extLst>
            </p:cNvPr>
            <p:cNvSpPr/>
            <p:nvPr/>
          </p:nvSpPr>
          <p:spPr>
            <a:xfrm>
              <a:off x="6480876" y="4542340"/>
              <a:ext cx="210593" cy="21059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AADBE6D-8AA5-22EB-9F8D-1C897583B448}"/>
                </a:ext>
              </a:extLst>
            </p:cNvPr>
            <p:cNvSpPr/>
            <p:nvPr/>
          </p:nvSpPr>
          <p:spPr>
            <a:xfrm>
              <a:off x="6480876" y="4013638"/>
              <a:ext cx="210593" cy="21059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2E6311D-4C67-1098-E7A8-5713FC2D9A70}"/>
                </a:ext>
              </a:extLst>
            </p:cNvPr>
            <p:cNvSpPr/>
            <p:nvPr/>
          </p:nvSpPr>
          <p:spPr>
            <a:xfrm>
              <a:off x="6480876" y="3493845"/>
              <a:ext cx="210593" cy="21059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DEBA347-5B9F-1325-E4F3-4FAE6043F376}"/>
                </a:ext>
              </a:extLst>
            </p:cNvPr>
            <p:cNvSpPr/>
            <p:nvPr/>
          </p:nvSpPr>
          <p:spPr>
            <a:xfrm>
              <a:off x="6480876" y="2974052"/>
              <a:ext cx="210593" cy="21059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3D2F923-2EE4-156C-1C59-17B1D8185E8A}"/>
                </a:ext>
              </a:extLst>
            </p:cNvPr>
            <p:cNvCxnSpPr>
              <a:stCxn id="15" idx="6"/>
              <a:endCxn id="29" idx="2"/>
            </p:cNvCxnSpPr>
            <p:nvPr/>
          </p:nvCxnSpPr>
          <p:spPr>
            <a:xfrm>
              <a:off x="5532141" y="3079349"/>
              <a:ext cx="948735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28124A3-6AF8-F1FA-E658-2F356266C994}"/>
                </a:ext>
              </a:extLst>
            </p:cNvPr>
            <p:cNvCxnSpPr/>
            <p:nvPr/>
          </p:nvCxnSpPr>
          <p:spPr>
            <a:xfrm>
              <a:off x="5532141" y="3601865"/>
              <a:ext cx="948735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05D4D45-55EC-D361-68A6-A460C222AC13}"/>
                </a:ext>
              </a:extLst>
            </p:cNvPr>
            <p:cNvCxnSpPr/>
            <p:nvPr/>
          </p:nvCxnSpPr>
          <p:spPr>
            <a:xfrm>
              <a:off x="5532141" y="4116214"/>
              <a:ext cx="948735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4CECCCA-36BD-7B07-AE6E-37141CB96916}"/>
                </a:ext>
              </a:extLst>
            </p:cNvPr>
            <p:cNvCxnSpPr/>
            <p:nvPr/>
          </p:nvCxnSpPr>
          <p:spPr>
            <a:xfrm>
              <a:off x="5532141" y="4647638"/>
              <a:ext cx="948735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766A02A4-7630-0AA3-14AE-75CF6F31B231}"/>
              </a:ext>
            </a:extLst>
          </p:cNvPr>
          <p:cNvSpPr txBox="1"/>
          <p:nvPr/>
        </p:nvSpPr>
        <p:spPr>
          <a:xfrm>
            <a:off x="0" y="551353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DM Sans 14pt SemiBold" pitchFamily="2" charset="77"/>
                <a:ea typeface="Calibri" pitchFamily="34" charset="-122"/>
                <a:cs typeface="Calibri" pitchFamily="34" charset="-120"/>
              </a:rPr>
              <a:t>Specifications don't serve code — code serves specifications.</a:t>
            </a:r>
            <a:endParaRPr lang="en-US" sz="1800" b="1" dirty="0">
              <a:solidFill>
                <a:schemeClr val="bg1"/>
              </a:solidFill>
              <a:latin typeface="DM Sans 14pt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9470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0C397-0046-4429-9AB2-EBAA11E60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5765990" cy="514349"/>
          </a:xfrm>
        </p:spPr>
        <p:txBody>
          <a:bodyPr/>
          <a:lstStyle/>
          <a:p>
            <a:r>
              <a:rPr lang="en-US" dirty="0"/>
              <a:t>You Have Been Doing This for Years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3EEF1-CB42-4CE9-FC5F-F1A38FA03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1159796"/>
            <a:ext cx="5978262" cy="326104"/>
          </a:xfrm>
        </p:spPr>
        <p:txBody>
          <a:bodyPr/>
          <a:lstStyle/>
          <a:p>
            <a:r>
              <a:rPr lang="en-US" sz="1400" dirty="0"/>
              <a:t>Network engineers are the most naturally prepared SDD practitioners.</a:t>
            </a:r>
          </a:p>
          <a:p>
            <a:endParaRPr lang="en-US" sz="1400" dirty="0"/>
          </a:p>
          <a:p>
            <a:endParaRPr lang="en-US" sz="1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E3DB11F-6860-8B9E-4CB9-EBC87525BE89}"/>
              </a:ext>
            </a:extLst>
          </p:cNvPr>
          <p:cNvGrpSpPr/>
          <p:nvPr/>
        </p:nvGrpSpPr>
        <p:grpSpPr>
          <a:xfrm>
            <a:off x="1216479" y="1951264"/>
            <a:ext cx="2746200" cy="383721"/>
            <a:chOff x="1216479" y="1951264"/>
            <a:chExt cx="2746200" cy="38372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95FB012-B67D-934C-910B-A064F85F5B52}"/>
                </a:ext>
              </a:extLst>
            </p:cNvPr>
            <p:cNvSpPr/>
            <p:nvPr/>
          </p:nvSpPr>
          <p:spPr>
            <a:xfrm>
              <a:off x="1216479" y="1951264"/>
              <a:ext cx="383721" cy="3837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rtlCol="0" anchor="ctr"/>
            <a:lstStyle/>
            <a:p>
              <a:pPr algn="ctr"/>
              <a:r>
                <a:rPr lang="en-US" dirty="0">
                  <a:latin typeface="Bebas Neue" panose="020B0606020202050201" pitchFamily="34" charset="77"/>
                </a:rPr>
                <a:t>01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CA9E95-F608-516F-C7EC-7A092AFC5892}"/>
                </a:ext>
              </a:extLst>
            </p:cNvPr>
            <p:cNvSpPr txBox="1"/>
            <p:nvPr/>
          </p:nvSpPr>
          <p:spPr>
            <a:xfrm>
              <a:off x="1738993" y="1973847"/>
              <a:ext cx="22236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FFFF"/>
                  </a:solidFill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Gather Requirements</a:t>
              </a:r>
              <a:endParaRPr lang="en-US" sz="1600" dirty="0">
                <a:latin typeface="DM Sans 14pt" pitchFamily="2" charset="77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CCB348B-54A4-65B8-007D-C0AD06403BEF}"/>
              </a:ext>
            </a:extLst>
          </p:cNvPr>
          <p:cNvGrpSpPr/>
          <p:nvPr/>
        </p:nvGrpSpPr>
        <p:grpSpPr>
          <a:xfrm>
            <a:off x="1216479" y="2604407"/>
            <a:ext cx="3031534" cy="383721"/>
            <a:chOff x="1216479" y="1951264"/>
            <a:chExt cx="3031534" cy="38372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3B22B5A-B323-8CD4-FA36-932EE9085ABB}"/>
                </a:ext>
              </a:extLst>
            </p:cNvPr>
            <p:cNvSpPr/>
            <p:nvPr/>
          </p:nvSpPr>
          <p:spPr>
            <a:xfrm>
              <a:off x="1216479" y="1951264"/>
              <a:ext cx="383721" cy="3837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rtlCol="0" anchor="ctr"/>
            <a:lstStyle/>
            <a:p>
              <a:pPr algn="ctr"/>
              <a:r>
                <a:rPr lang="en-US" dirty="0">
                  <a:latin typeface="Bebas Neue" panose="020B0606020202050201" pitchFamily="34" charset="77"/>
                </a:rPr>
                <a:t>02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7CBA7C2-9F68-A0CD-7152-127920F7BC5C}"/>
                </a:ext>
              </a:extLst>
            </p:cNvPr>
            <p:cNvSpPr txBox="1"/>
            <p:nvPr/>
          </p:nvSpPr>
          <p:spPr>
            <a:xfrm>
              <a:off x="1738993" y="1973847"/>
              <a:ext cx="250902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FFFF"/>
                  </a:solidFill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Document Current State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F233F4C-2646-2EE8-EB3E-AA205AC4E05C}"/>
              </a:ext>
            </a:extLst>
          </p:cNvPr>
          <p:cNvGrpSpPr/>
          <p:nvPr/>
        </p:nvGrpSpPr>
        <p:grpSpPr>
          <a:xfrm>
            <a:off x="1216479" y="3257550"/>
            <a:ext cx="3493199" cy="383721"/>
            <a:chOff x="1216479" y="1951264"/>
            <a:chExt cx="3493199" cy="38372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FE66F6A-35FB-3A3F-0010-0F3B0D807B14}"/>
                </a:ext>
              </a:extLst>
            </p:cNvPr>
            <p:cNvSpPr/>
            <p:nvPr/>
          </p:nvSpPr>
          <p:spPr>
            <a:xfrm>
              <a:off x="1216479" y="1951264"/>
              <a:ext cx="383721" cy="3837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rtlCol="0" anchor="ctr"/>
            <a:lstStyle/>
            <a:p>
              <a:pPr algn="ctr"/>
              <a:r>
                <a:rPr lang="en-US" dirty="0">
                  <a:latin typeface="Bebas Neue" panose="020B0606020202050201" pitchFamily="34" charset="77"/>
                </a:rPr>
                <a:t>03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3EF4EE0-8120-4B75-24D2-7B472EC95936}"/>
                </a:ext>
              </a:extLst>
            </p:cNvPr>
            <p:cNvSpPr txBox="1"/>
            <p:nvPr/>
          </p:nvSpPr>
          <p:spPr>
            <a:xfrm>
              <a:off x="1738993" y="1973847"/>
              <a:ext cx="29706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FFFF"/>
                  </a:solidFill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Define Post-Change Behavior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15D8893-5DDD-688B-7FFA-A5FD16C78D33}"/>
              </a:ext>
            </a:extLst>
          </p:cNvPr>
          <p:cNvGrpSpPr/>
          <p:nvPr/>
        </p:nvGrpSpPr>
        <p:grpSpPr>
          <a:xfrm>
            <a:off x="1216479" y="3910693"/>
            <a:ext cx="3118096" cy="383721"/>
            <a:chOff x="1216479" y="1951264"/>
            <a:chExt cx="3118096" cy="38372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E6A217-E59B-B6CB-678F-60ACC2C7EC64}"/>
                </a:ext>
              </a:extLst>
            </p:cNvPr>
            <p:cNvSpPr/>
            <p:nvPr/>
          </p:nvSpPr>
          <p:spPr>
            <a:xfrm>
              <a:off x="1216479" y="1951264"/>
              <a:ext cx="383721" cy="3837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rtlCol="0" anchor="ctr"/>
            <a:lstStyle/>
            <a:p>
              <a:pPr algn="ctr"/>
              <a:r>
                <a:rPr lang="en-US" dirty="0">
                  <a:latin typeface="Bebas Neue" panose="020B0606020202050201" pitchFamily="34" charset="77"/>
                </a:rPr>
                <a:t>04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5A6294-BED3-50B0-ABFF-62270DCD70C0}"/>
                </a:ext>
              </a:extLst>
            </p:cNvPr>
            <p:cNvSpPr txBox="1"/>
            <p:nvPr/>
          </p:nvSpPr>
          <p:spPr>
            <a:xfrm>
              <a:off x="1738993" y="1973847"/>
              <a:ext cx="25955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FFFF"/>
                  </a:solidFill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Get Stakeholder Sign-Off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667C067-D552-31CE-9CA2-39316FF55BE5}"/>
              </a:ext>
            </a:extLst>
          </p:cNvPr>
          <p:cNvGrpSpPr/>
          <p:nvPr/>
        </p:nvGrpSpPr>
        <p:grpSpPr>
          <a:xfrm>
            <a:off x="1216479" y="4563836"/>
            <a:ext cx="3316869" cy="383721"/>
            <a:chOff x="1216479" y="1951264"/>
            <a:chExt cx="3316869" cy="38372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D3FE2CF-0763-1497-99DA-8DC521A75DB0}"/>
                </a:ext>
              </a:extLst>
            </p:cNvPr>
            <p:cNvSpPr/>
            <p:nvPr/>
          </p:nvSpPr>
          <p:spPr>
            <a:xfrm>
              <a:off x="1216479" y="1951264"/>
              <a:ext cx="383721" cy="3837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rtlCol="0" anchor="ctr"/>
            <a:lstStyle/>
            <a:p>
              <a:pPr algn="ctr"/>
              <a:r>
                <a:rPr lang="en-US" dirty="0">
                  <a:latin typeface="Bebas Neue" panose="020B0606020202050201" pitchFamily="34" charset="77"/>
                </a:rPr>
                <a:t>05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91750FC-8E83-5BAA-D24C-3B08EB577336}"/>
                </a:ext>
              </a:extLst>
            </p:cNvPr>
            <p:cNvSpPr txBox="1"/>
            <p:nvPr/>
          </p:nvSpPr>
          <p:spPr>
            <a:xfrm>
              <a:off x="1738993" y="1973847"/>
              <a:ext cx="27943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FFFF"/>
                  </a:solidFill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Write Test &amp; Rollback Plans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147A961-F301-8632-0793-FA3CEB33AEA4}"/>
              </a:ext>
            </a:extLst>
          </p:cNvPr>
          <p:cNvGrpSpPr/>
          <p:nvPr/>
        </p:nvGrpSpPr>
        <p:grpSpPr>
          <a:xfrm>
            <a:off x="1216479" y="5216979"/>
            <a:ext cx="2866425" cy="383721"/>
            <a:chOff x="1216479" y="1951264"/>
            <a:chExt cx="2866425" cy="38372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C2C9332-95B1-E683-AC6F-A09FB7A661AF}"/>
                </a:ext>
              </a:extLst>
            </p:cNvPr>
            <p:cNvSpPr/>
            <p:nvPr/>
          </p:nvSpPr>
          <p:spPr>
            <a:xfrm>
              <a:off x="1216479" y="1951264"/>
              <a:ext cx="383721" cy="3837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rtlCol="0" anchor="ctr"/>
            <a:lstStyle/>
            <a:p>
              <a:pPr algn="ctr"/>
              <a:r>
                <a:rPr lang="en-US" dirty="0">
                  <a:latin typeface="Bebas Neue" panose="020B0606020202050201" pitchFamily="34" charset="77"/>
                </a:rPr>
                <a:t>06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D965826-C943-823C-0EC2-FF2C143E55F5}"/>
                </a:ext>
              </a:extLst>
            </p:cNvPr>
            <p:cNvSpPr txBox="1"/>
            <p:nvPr/>
          </p:nvSpPr>
          <p:spPr>
            <a:xfrm>
              <a:off x="1738993" y="1973847"/>
              <a:ext cx="23439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FFFF"/>
                  </a:solidFill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Then Make the Change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08AEFDE-777B-2AE7-AE71-CE1008119022}"/>
              </a:ext>
            </a:extLst>
          </p:cNvPr>
          <p:cNvGrpSpPr/>
          <p:nvPr/>
        </p:nvGrpSpPr>
        <p:grpSpPr>
          <a:xfrm>
            <a:off x="6883210" y="1943981"/>
            <a:ext cx="3569797" cy="2962926"/>
            <a:chOff x="6883210" y="1943981"/>
            <a:chExt cx="3569797" cy="2962926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C13566F2-9D72-D7EF-3120-F69069152998}"/>
                </a:ext>
              </a:extLst>
            </p:cNvPr>
            <p:cNvSpPr/>
            <p:nvPr/>
          </p:nvSpPr>
          <p:spPr>
            <a:xfrm>
              <a:off x="6883210" y="1943981"/>
              <a:ext cx="3569797" cy="2962926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0203A25-D90B-CACD-DFA0-8DC4E9248A6F}"/>
                </a:ext>
              </a:extLst>
            </p:cNvPr>
            <p:cNvSpPr txBox="1"/>
            <p:nvPr/>
          </p:nvSpPr>
          <p:spPr>
            <a:xfrm>
              <a:off x="7209064" y="2866540"/>
              <a:ext cx="2937101" cy="11178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lnSpc>
                  <a:spcPts val="2700"/>
                </a:lnSpc>
                <a:buNone/>
              </a:pPr>
              <a:r>
                <a:rPr lang="en-US" sz="2000" dirty="0">
                  <a:solidFill>
                    <a:schemeClr val="bg1"/>
                  </a:solidFill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That's not called SDD in our world. We call it "doing your job."</a:t>
              </a:r>
              <a:endParaRPr lang="en-US" sz="2000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8134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9464914-311F-A103-E060-0F1A0E9412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906" b="33439"/>
          <a:stretch>
            <a:fillRect/>
          </a:stretch>
        </p:blipFill>
        <p:spPr>
          <a:xfrm>
            <a:off x="5287617" y="896862"/>
            <a:ext cx="6904383" cy="5961138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26FA32E-33EA-3B41-FA6D-B742E6B89598}"/>
              </a:ext>
            </a:extLst>
          </p:cNvPr>
          <p:cNvSpPr txBox="1">
            <a:spLocks/>
          </p:cNvSpPr>
          <p:nvPr/>
        </p:nvSpPr>
        <p:spPr>
          <a:xfrm>
            <a:off x="934913" y="1934150"/>
            <a:ext cx="5161087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 b="0" i="0" u="none" strike="noStrike" cap="none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accent2"/>
                </a:solidFill>
              </a:rPr>
              <a:t>PART 2</a:t>
            </a:r>
          </a:p>
          <a:p>
            <a:pPr>
              <a:spcAft>
                <a:spcPts val="1200"/>
              </a:spcAft>
            </a:pPr>
            <a:r>
              <a:rPr lang="en-US" sz="5400" b="1" dirty="0">
                <a:latin typeface="Bebas Neue" panose="020B0606020202050201" pitchFamily="34" charset="77"/>
              </a:rPr>
              <a:t>GitHub </a:t>
            </a:r>
            <a:r>
              <a:rPr lang="en-US" sz="5400" b="1" dirty="0" err="1">
                <a:latin typeface="Bebas Neue" panose="020B0606020202050201" pitchFamily="34" charset="77"/>
              </a:rPr>
              <a:t>SpecKit</a:t>
            </a:r>
            <a:endParaRPr lang="en-US" sz="5400" b="1" dirty="0">
              <a:latin typeface="Bebas Neue" panose="020B0606020202050201" pitchFamily="34" charset="77"/>
            </a:endParaRPr>
          </a:p>
          <a:p>
            <a:r>
              <a:rPr lang="en-US" sz="2000" dirty="0">
                <a:solidFill>
                  <a:schemeClr val="bg1">
                    <a:alpha val="65000"/>
                  </a:schemeClr>
                </a:solidFill>
              </a:rPr>
              <a:t>The 8-Step SDD Workflow</a:t>
            </a:r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CD0A8775-4F10-1F4D-5450-F5FAA3E1691D}"/>
              </a:ext>
            </a:extLst>
          </p:cNvPr>
          <p:cNvSpPr/>
          <p:nvPr/>
        </p:nvSpPr>
        <p:spPr>
          <a:xfrm>
            <a:off x="1171677" y="4100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92K+ GitHub Stars  ·  Open Source  ·  Agent Agnostic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508900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C829ACD-EF08-318D-5A5F-158C1E4DEDD2}"/>
              </a:ext>
            </a:extLst>
          </p:cNvPr>
          <p:cNvSpPr/>
          <p:nvPr/>
        </p:nvSpPr>
        <p:spPr>
          <a:xfrm>
            <a:off x="438866" y="1362044"/>
            <a:ext cx="8133633" cy="825985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rgbClr val="000000"/>
              </a:gs>
              <a:gs pos="100000">
                <a:srgbClr val="1E1E1E"/>
              </a:gs>
            </a:gsLst>
            <a:lin ang="2700000" scaled="1"/>
          </a:gradFill>
          <a:ln w="3175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4B9F55-271F-6A27-B4DA-64C05A74A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26547" cy="574516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01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21E98E-993C-501E-7EE2-6DC764EBD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1189" y="2592127"/>
            <a:ext cx="6908990" cy="2579248"/>
          </a:xfrm>
        </p:spPr>
        <p:txBody>
          <a:bodyPr/>
          <a:lstStyle/>
          <a:p>
            <a:pPr>
              <a:spcAft>
                <a:spcPts val="1800"/>
              </a:spcAft>
            </a:pPr>
            <a:r>
              <a:rPr lang="en-US" sz="1400" dirty="0"/>
              <a:t>Install the specify CLI with </a:t>
            </a:r>
            <a:r>
              <a:rPr lang="en-US" sz="1400" dirty="0" err="1"/>
              <a:t>uv</a:t>
            </a:r>
            <a:r>
              <a:rPr lang="en-US" sz="1400" dirty="0"/>
              <a:t> or </a:t>
            </a:r>
            <a:r>
              <a:rPr lang="en-US" sz="1400" dirty="0" err="1"/>
              <a:t>pipx</a:t>
            </a:r>
            <a:endParaRPr lang="en-US" sz="1400" dirty="0"/>
          </a:p>
          <a:p>
            <a:pPr>
              <a:spcAft>
                <a:spcPts val="1800"/>
              </a:spcAft>
            </a:pPr>
            <a:r>
              <a:rPr lang="en-US" sz="1400" dirty="0"/>
              <a:t>Works with Claude Code, Copilot, Gemini, Windsurf, and more</a:t>
            </a:r>
          </a:p>
          <a:p>
            <a:pPr>
              <a:spcAft>
                <a:spcPts val="1800"/>
              </a:spcAft>
            </a:pPr>
            <a:r>
              <a:rPr lang="en-US" sz="1400" dirty="0"/>
              <a:t>Python 3.11+ required — </a:t>
            </a:r>
            <a:r>
              <a:rPr lang="en-US" sz="1400" dirty="0" err="1"/>
              <a:t>uv</a:t>
            </a:r>
            <a:r>
              <a:rPr lang="en-US" sz="1400" dirty="0"/>
              <a:t> is the recommended package manager</a:t>
            </a:r>
          </a:p>
          <a:p>
            <a:pPr>
              <a:spcAft>
                <a:spcPts val="1800"/>
              </a:spcAft>
            </a:pPr>
            <a:r>
              <a:rPr lang="en-US" sz="1400" dirty="0"/>
              <a:t>One command to bootstrap your entire SDD environment</a:t>
            </a:r>
          </a:p>
          <a:p>
            <a:pPr>
              <a:spcAft>
                <a:spcPts val="1800"/>
              </a:spcAft>
            </a:pPr>
            <a:endParaRPr lang="en-US" sz="1400" dirty="0"/>
          </a:p>
          <a:p>
            <a:pPr>
              <a:spcAft>
                <a:spcPts val="1800"/>
              </a:spcAft>
            </a:pPr>
            <a:endParaRPr lang="en-US" sz="1400" dirty="0"/>
          </a:p>
          <a:p>
            <a:pPr>
              <a:spcAft>
                <a:spcPts val="1800"/>
              </a:spcAft>
            </a:pPr>
            <a:endParaRPr lang="en-US" sz="1400" dirty="0"/>
          </a:p>
          <a:p>
            <a:pPr>
              <a:spcAft>
                <a:spcPts val="1800"/>
              </a:spcAft>
            </a:pPr>
            <a:endParaRPr lang="en-US" sz="1400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BA6E8FC-04E2-4BEA-05CB-D4E90C49CC70}"/>
              </a:ext>
            </a:extLst>
          </p:cNvPr>
          <p:cNvSpPr txBox="1">
            <a:spLocks/>
          </p:cNvSpPr>
          <p:nvPr/>
        </p:nvSpPr>
        <p:spPr>
          <a:xfrm>
            <a:off x="1051189" y="457201"/>
            <a:ext cx="5316954" cy="574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 i="0" u="none" strike="noStrike" cap="none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b="1" dirty="0">
                <a:latin typeface="DM Sans 14pt SemiBold" pitchFamily="2" charset="77"/>
              </a:rPr>
              <a:t>Install </a:t>
            </a:r>
            <a:r>
              <a:rPr lang="en-US" b="1" dirty="0" err="1">
                <a:latin typeface="DM Sans 14pt SemiBold" pitchFamily="2" charset="77"/>
              </a:rPr>
              <a:t>SpecKit</a:t>
            </a:r>
            <a:endParaRPr lang="en-US" b="1" dirty="0">
              <a:latin typeface="DM Sans 14pt SemiBold" pitchFamily="2" charset="77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D399CEB-EDE7-AED5-3F8C-D904877D89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823" y="1516285"/>
            <a:ext cx="228600" cy="228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E3DC4A-22E5-FFE4-8FB5-E34284E5C43E}"/>
              </a:ext>
            </a:extLst>
          </p:cNvPr>
          <p:cNvSpPr txBox="1"/>
          <p:nvPr/>
        </p:nvSpPr>
        <p:spPr>
          <a:xfrm>
            <a:off x="592790" y="1766142"/>
            <a:ext cx="6627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uvx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--from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git+https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://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/spec-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kit.git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specify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&lt;PROJECT&gt;</a:t>
            </a:r>
            <a:endParaRPr lang="en-US" sz="1200" dirty="0">
              <a:solidFill>
                <a:schemeClr val="accent5"/>
              </a:solidFill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91E6264-4535-58E0-2DB7-25E707BFA3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2571683"/>
            <a:ext cx="228600" cy="2286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81709E0-45D9-77A5-8C2E-414EA359A2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008372"/>
            <a:ext cx="228600" cy="2286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E4E3DAA-CF37-7481-9A95-E93B61D59B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445061"/>
            <a:ext cx="228600" cy="2286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BE8B5CD-7748-31A3-2E00-9AFC02521B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881751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586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C829ACD-EF08-318D-5A5F-158C1E4DEDD2}"/>
              </a:ext>
            </a:extLst>
          </p:cNvPr>
          <p:cNvSpPr/>
          <p:nvPr/>
        </p:nvSpPr>
        <p:spPr>
          <a:xfrm>
            <a:off x="438866" y="1362044"/>
            <a:ext cx="8133633" cy="825985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rgbClr val="000000"/>
              </a:gs>
              <a:gs pos="100000">
                <a:srgbClr val="1E1E1E"/>
              </a:gs>
            </a:gsLst>
            <a:lin ang="2700000" scaled="1"/>
          </a:gradFill>
          <a:ln w="3175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4B9F55-271F-6A27-B4DA-64C05A74A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26547" cy="574516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02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21E98E-993C-501E-7EE2-6DC764EBD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1189" y="2592127"/>
            <a:ext cx="6908990" cy="2579248"/>
          </a:xfrm>
        </p:spPr>
        <p:txBody>
          <a:bodyPr/>
          <a:lstStyle/>
          <a:p>
            <a:pPr>
              <a:spcAft>
                <a:spcPts val="1800"/>
              </a:spcAft>
            </a:pPr>
            <a:r>
              <a:rPr lang="en-US" sz="1400" dirty="0"/>
              <a:t>Creates .specify/ directory with templates, scripts, and memory</a:t>
            </a:r>
          </a:p>
          <a:p>
            <a:pPr>
              <a:spcAft>
                <a:spcPts val="1800"/>
              </a:spcAft>
            </a:pPr>
            <a:r>
              <a:rPr lang="en-US" sz="1400" dirty="0"/>
              <a:t>Sets up agent-specific prompts and slash commands</a:t>
            </a:r>
          </a:p>
          <a:p>
            <a:pPr>
              <a:spcAft>
                <a:spcPts val="1800"/>
              </a:spcAft>
            </a:pPr>
            <a:r>
              <a:rPr lang="en-US" sz="1400" dirty="0"/>
              <a:t>Automatically configures Git branch management</a:t>
            </a:r>
          </a:p>
          <a:p>
            <a:pPr>
              <a:spcAft>
                <a:spcPts val="1800"/>
              </a:spcAft>
            </a:pPr>
            <a:r>
              <a:rPr lang="en-US" sz="1400" dirty="0"/>
              <a:t>Choose your AI integration: Claude, Copilot, Gemini, etc.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BA6E8FC-04E2-4BEA-05CB-D4E90C49CC70}"/>
              </a:ext>
            </a:extLst>
          </p:cNvPr>
          <p:cNvSpPr txBox="1">
            <a:spLocks/>
          </p:cNvSpPr>
          <p:nvPr/>
        </p:nvSpPr>
        <p:spPr>
          <a:xfrm>
            <a:off x="1051188" y="457201"/>
            <a:ext cx="7227397" cy="574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 i="0" u="none" strike="noStrike" cap="none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b="1" dirty="0">
                <a:latin typeface="DM Sans 14pt SemiBold" pitchFamily="2" charset="77"/>
              </a:rPr>
              <a:t>Initialize Working Directory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D399CEB-EDE7-AED5-3F8C-D904877D89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823" y="1516285"/>
            <a:ext cx="228600" cy="228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E3DC4A-22E5-FFE4-8FB5-E34284E5C43E}"/>
              </a:ext>
            </a:extLst>
          </p:cNvPr>
          <p:cNvSpPr txBox="1"/>
          <p:nvPr/>
        </p:nvSpPr>
        <p:spPr>
          <a:xfrm>
            <a:off x="592790" y="1766142"/>
            <a:ext cx="6627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specify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 --integration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91E6264-4535-58E0-2DB7-25E707BFA3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2571683"/>
            <a:ext cx="228600" cy="2286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81709E0-45D9-77A5-8C2E-414EA359A2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008372"/>
            <a:ext cx="228600" cy="2286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E4E3DAA-CF37-7481-9A95-E93B61D59B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445061"/>
            <a:ext cx="228600" cy="2286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BE8B5CD-7748-31A3-2E00-9AFC02521B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881751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070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C829ACD-EF08-318D-5A5F-158C1E4DEDD2}"/>
              </a:ext>
            </a:extLst>
          </p:cNvPr>
          <p:cNvSpPr/>
          <p:nvPr/>
        </p:nvSpPr>
        <p:spPr>
          <a:xfrm>
            <a:off x="438866" y="1362044"/>
            <a:ext cx="8133633" cy="825985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rgbClr val="000000"/>
              </a:gs>
              <a:gs pos="100000">
                <a:srgbClr val="1E1E1E"/>
              </a:gs>
            </a:gsLst>
            <a:lin ang="2700000" scaled="1"/>
          </a:gradFill>
          <a:ln w="3175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4B9F55-271F-6A27-B4DA-64C05A74A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26547" cy="574516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03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21E98E-993C-501E-7EE2-6DC764EBD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1189" y="2592127"/>
            <a:ext cx="6908990" cy="2579248"/>
          </a:xfrm>
        </p:spPr>
        <p:txBody>
          <a:bodyPr/>
          <a:lstStyle/>
          <a:p>
            <a:pPr>
              <a:spcAft>
                <a:spcPts val="1800"/>
              </a:spcAft>
            </a:pPr>
            <a:r>
              <a:rPr lang="en-US" sz="1400" dirty="0"/>
              <a:t>Define immutable project principles and guardrails</a:t>
            </a:r>
          </a:p>
          <a:p>
            <a:pPr>
              <a:spcAft>
                <a:spcPts val="1800"/>
              </a:spcAft>
            </a:pPr>
            <a:r>
              <a:rPr lang="en-US" sz="1400" dirty="0"/>
              <a:t>Coding standards, security rules, testing requirements</a:t>
            </a:r>
          </a:p>
          <a:p>
            <a:pPr>
              <a:spcAft>
                <a:spcPts val="1800"/>
              </a:spcAft>
            </a:pPr>
            <a:r>
              <a:rPr lang="en-US" sz="1400" dirty="0"/>
              <a:t>What the system must always do and must never do</a:t>
            </a:r>
          </a:p>
          <a:p>
            <a:pPr>
              <a:spcAft>
                <a:spcPts val="1800"/>
              </a:spcAft>
            </a:pPr>
            <a:r>
              <a:rPr lang="en-US" sz="1400" dirty="0"/>
              <a:t>Persists across all features — your project's DNA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BA6E8FC-04E2-4BEA-05CB-D4E90C49CC70}"/>
              </a:ext>
            </a:extLst>
          </p:cNvPr>
          <p:cNvSpPr txBox="1">
            <a:spLocks/>
          </p:cNvSpPr>
          <p:nvPr/>
        </p:nvSpPr>
        <p:spPr>
          <a:xfrm>
            <a:off x="1051188" y="457201"/>
            <a:ext cx="7227397" cy="574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 i="0" u="none" strike="noStrike" cap="none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b="1" dirty="0">
                <a:latin typeface="DM Sans 14pt SemiBold" pitchFamily="2" charset="77"/>
              </a:rPr>
              <a:t>Constitution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D399CEB-EDE7-AED5-3F8C-D904877D89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823" y="1516285"/>
            <a:ext cx="228600" cy="228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E3DC4A-22E5-FFE4-8FB5-E34284E5C43E}"/>
              </a:ext>
            </a:extLst>
          </p:cNvPr>
          <p:cNvSpPr txBox="1"/>
          <p:nvPr/>
        </p:nvSpPr>
        <p:spPr>
          <a:xfrm>
            <a:off x="592790" y="1766142"/>
            <a:ext cx="6627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speckit.constitution</a:t>
            </a: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91E6264-4535-58E0-2DB7-25E707BFA3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2571683"/>
            <a:ext cx="228600" cy="2286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81709E0-45D9-77A5-8C2E-414EA359A2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008372"/>
            <a:ext cx="228600" cy="2286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E4E3DAA-CF37-7481-9A95-E93B61D59B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445061"/>
            <a:ext cx="228600" cy="2286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BE8B5CD-7748-31A3-2E00-9AFC02521B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881751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373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C829ACD-EF08-318D-5A5F-158C1E4DEDD2}"/>
              </a:ext>
            </a:extLst>
          </p:cNvPr>
          <p:cNvSpPr/>
          <p:nvPr/>
        </p:nvSpPr>
        <p:spPr>
          <a:xfrm>
            <a:off x="438866" y="1362044"/>
            <a:ext cx="8133633" cy="825985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rgbClr val="000000"/>
              </a:gs>
              <a:gs pos="100000">
                <a:srgbClr val="1E1E1E"/>
              </a:gs>
            </a:gsLst>
            <a:lin ang="2700000" scaled="1"/>
          </a:gradFill>
          <a:ln w="3175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4B9F55-271F-6A27-B4DA-64C05A74A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26547" cy="574516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04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21E98E-993C-501E-7EE2-6DC764EBD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1189" y="2592127"/>
            <a:ext cx="6908990" cy="2579248"/>
          </a:xfrm>
        </p:spPr>
        <p:txBody>
          <a:bodyPr/>
          <a:lstStyle/>
          <a:p>
            <a:pPr>
              <a:spcAft>
                <a:spcPts val="1800"/>
              </a:spcAft>
            </a:pPr>
            <a:r>
              <a:rPr lang="en-US" sz="1400" dirty="0"/>
              <a:t>Describe WHAT you want to build and WHY — not HOW</a:t>
            </a:r>
          </a:p>
          <a:p>
            <a:pPr>
              <a:spcAft>
                <a:spcPts val="1800"/>
              </a:spcAft>
            </a:pPr>
            <a:r>
              <a:rPr lang="en-US" sz="1400" dirty="0"/>
              <a:t>User stories, requirements, success criteria, edge cases</a:t>
            </a:r>
          </a:p>
          <a:p>
            <a:pPr>
              <a:spcAft>
                <a:spcPts val="1800"/>
              </a:spcAft>
            </a:pPr>
            <a:r>
              <a:rPr lang="en-US" sz="1400" dirty="0"/>
              <a:t>Written in natural language, not code</a:t>
            </a:r>
          </a:p>
          <a:p>
            <a:pPr>
              <a:spcAft>
                <a:spcPts val="1800"/>
              </a:spcAft>
            </a:pPr>
            <a:r>
              <a:rPr lang="en-US" sz="1400" dirty="0"/>
              <a:t>Creates a Git branch per feature for isolated development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BA6E8FC-04E2-4BEA-05CB-D4E90C49CC70}"/>
              </a:ext>
            </a:extLst>
          </p:cNvPr>
          <p:cNvSpPr txBox="1">
            <a:spLocks/>
          </p:cNvSpPr>
          <p:nvPr/>
        </p:nvSpPr>
        <p:spPr>
          <a:xfrm>
            <a:off x="1051188" y="457201"/>
            <a:ext cx="7227397" cy="574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 i="0" u="none" strike="noStrike" cap="none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b="1" dirty="0">
                <a:latin typeface="DM Sans 14pt SemiBold" pitchFamily="2" charset="77"/>
              </a:rPr>
              <a:t>Specification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D399CEB-EDE7-AED5-3F8C-D904877D89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823" y="1516285"/>
            <a:ext cx="228600" cy="228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E3DC4A-22E5-FFE4-8FB5-E34284E5C43E}"/>
              </a:ext>
            </a:extLst>
          </p:cNvPr>
          <p:cNvSpPr txBox="1"/>
          <p:nvPr/>
        </p:nvSpPr>
        <p:spPr>
          <a:xfrm>
            <a:off x="592790" y="1766142"/>
            <a:ext cx="6627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speckit.specify</a:t>
            </a: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91E6264-4535-58E0-2DB7-25E707BFA3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2571683"/>
            <a:ext cx="228600" cy="2286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81709E0-45D9-77A5-8C2E-414EA359A2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008372"/>
            <a:ext cx="228600" cy="2286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E4E3DAA-CF37-7481-9A95-E93B61D59B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445061"/>
            <a:ext cx="228600" cy="2286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BE8B5CD-7748-31A3-2E00-9AFC02521B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881751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64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C829ACD-EF08-318D-5A5F-158C1E4DEDD2}"/>
              </a:ext>
            </a:extLst>
          </p:cNvPr>
          <p:cNvSpPr/>
          <p:nvPr/>
        </p:nvSpPr>
        <p:spPr>
          <a:xfrm>
            <a:off x="438866" y="1362044"/>
            <a:ext cx="8133633" cy="825985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rgbClr val="000000"/>
              </a:gs>
              <a:gs pos="100000">
                <a:srgbClr val="1E1E1E"/>
              </a:gs>
            </a:gsLst>
            <a:lin ang="2700000" scaled="1"/>
          </a:gradFill>
          <a:ln w="3175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4B9F55-271F-6A27-B4DA-64C05A74A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26547" cy="574516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05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21E98E-993C-501E-7EE2-6DC764EBD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1189" y="2592127"/>
            <a:ext cx="6908990" cy="2579248"/>
          </a:xfrm>
        </p:spPr>
        <p:txBody>
          <a:bodyPr/>
          <a:lstStyle/>
          <a:p>
            <a:pPr>
              <a:spcAft>
                <a:spcPts val="1800"/>
              </a:spcAft>
            </a:pPr>
            <a:r>
              <a:rPr lang="en-US" sz="1400" dirty="0"/>
              <a:t>Structured pass to surface underspecified areas</a:t>
            </a:r>
          </a:p>
          <a:p>
            <a:pPr>
              <a:spcAft>
                <a:spcPts val="1800"/>
              </a:spcAft>
            </a:pPr>
            <a:r>
              <a:rPr lang="en-US" sz="1400" dirty="0"/>
              <a:t>Edge cases, empty states, error handling</a:t>
            </a:r>
          </a:p>
          <a:p>
            <a:pPr>
              <a:spcAft>
                <a:spcPts val="1800"/>
              </a:spcAft>
            </a:pPr>
            <a:r>
              <a:rPr lang="en-US" sz="1400" dirty="0"/>
              <a:t>Resolve ambiguities before they become rework</a:t>
            </a:r>
          </a:p>
          <a:p>
            <a:pPr>
              <a:spcAft>
                <a:spcPts val="1800"/>
              </a:spcAft>
            </a:pPr>
            <a:r>
              <a:rPr lang="en-US" sz="1400" dirty="0"/>
              <a:t>Minimizes downstream surprises and hallucination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BA6E8FC-04E2-4BEA-05CB-D4E90C49CC70}"/>
              </a:ext>
            </a:extLst>
          </p:cNvPr>
          <p:cNvSpPr txBox="1">
            <a:spLocks/>
          </p:cNvSpPr>
          <p:nvPr/>
        </p:nvSpPr>
        <p:spPr>
          <a:xfrm>
            <a:off x="1051188" y="457201"/>
            <a:ext cx="7227397" cy="574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 i="0" u="none" strike="noStrike" cap="none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b="1" dirty="0">
                <a:latin typeface="DM Sans 14pt SemiBold" pitchFamily="2" charset="77"/>
              </a:rPr>
              <a:t>Clarify (Optional)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D399CEB-EDE7-AED5-3F8C-D904877D89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823" y="1516285"/>
            <a:ext cx="228600" cy="228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E3DC4A-22E5-FFE4-8FB5-E34284E5C43E}"/>
              </a:ext>
            </a:extLst>
          </p:cNvPr>
          <p:cNvSpPr txBox="1"/>
          <p:nvPr/>
        </p:nvSpPr>
        <p:spPr>
          <a:xfrm>
            <a:off x="592790" y="1766142"/>
            <a:ext cx="6627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speckit.clarify</a:t>
            </a: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91E6264-4535-58E0-2DB7-25E707BFA3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2571683"/>
            <a:ext cx="228600" cy="2286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81709E0-45D9-77A5-8C2E-414EA359A2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008372"/>
            <a:ext cx="228600" cy="2286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E4E3DAA-CF37-7481-9A95-E93B61D59B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445061"/>
            <a:ext cx="228600" cy="2286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BE8B5CD-7748-31A3-2E00-9AFC02521B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881751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02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C829ACD-EF08-318D-5A5F-158C1E4DEDD2}"/>
              </a:ext>
            </a:extLst>
          </p:cNvPr>
          <p:cNvSpPr/>
          <p:nvPr/>
        </p:nvSpPr>
        <p:spPr>
          <a:xfrm>
            <a:off x="438866" y="1362044"/>
            <a:ext cx="8133633" cy="825985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rgbClr val="000000"/>
              </a:gs>
              <a:gs pos="100000">
                <a:srgbClr val="1E1E1E"/>
              </a:gs>
            </a:gsLst>
            <a:lin ang="2700000" scaled="1"/>
          </a:gradFill>
          <a:ln w="3175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4B9F55-271F-6A27-B4DA-64C05A74A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26547" cy="574516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06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21E98E-993C-501E-7EE2-6DC764EBD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1189" y="2592127"/>
            <a:ext cx="6908990" cy="2579248"/>
          </a:xfrm>
        </p:spPr>
        <p:txBody>
          <a:bodyPr/>
          <a:lstStyle/>
          <a:p>
            <a:pPr>
              <a:spcAft>
                <a:spcPts val="1800"/>
              </a:spcAft>
            </a:pPr>
            <a:r>
              <a:rPr lang="en-US" sz="1400" dirty="0"/>
              <a:t>Translate intent into a technical blueprint</a:t>
            </a:r>
          </a:p>
          <a:p>
            <a:pPr>
              <a:spcAft>
                <a:spcPts val="1800"/>
              </a:spcAft>
            </a:pPr>
            <a:r>
              <a:rPr lang="en-US" sz="1400" dirty="0"/>
              <a:t>Architecture decisions, data models, API contracts</a:t>
            </a:r>
          </a:p>
          <a:p>
            <a:pPr>
              <a:spcAft>
                <a:spcPts val="1800"/>
              </a:spcAft>
            </a:pPr>
            <a:r>
              <a:rPr lang="en-US" sz="1400" dirty="0"/>
              <a:t>Checks plan against your constitution for compliance</a:t>
            </a:r>
          </a:p>
          <a:p>
            <a:pPr>
              <a:spcAft>
                <a:spcPts val="1800"/>
              </a:spcAft>
            </a:pPr>
            <a:r>
              <a:rPr lang="en-US" sz="1400" dirty="0"/>
              <a:t>Produces </a:t>
            </a:r>
            <a:r>
              <a:rPr lang="en-US" sz="1400" dirty="0" err="1"/>
              <a:t>research.md</a:t>
            </a:r>
            <a:r>
              <a:rPr lang="en-US" sz="1400" dirty="0"/>
              <a:t>, data-</a:t>
            </a:r>
            <a:r>
              <a:rPr lang="en-US" sz="1400" dirty="0" err="1"/>
              <a:t>model.md</a:t>
            </a:r>
            <a:r>
              <a:rPr lang="en-US" sz="1400" dirty="0"/>
              <a:t>, and contracts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BA6E8FC-04E2-4BEA-05CB-D4E90C49CC70}"/>
              </a:ext>
            </a:extLst>
          </p:cNvPr>
          <p:cNvSpPr txBox="1">
            <a:spLocks/>
          </p:cNvSpPr>
          <p:nvPr/>
        </p:nvSpPr>
        <p:spPr>
          <a:xfrm>
            <a:off x="1051188" y="457201"/>
            <a:ext cx="7227397" cy="574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 i="0" u="none" strike="noStrike" cap="none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b="1" dirty="0">
                <a:latin typeface="DM Sans 14pt SemiBold" pitchFamily="2" charset="77"/>
              </a:rPr>
              <a:t>Plan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D399CEB-EDE7-AED5-3F8C-D904877D89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823" y="1516285"/>
            <a:ext cx="228600" cy="228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E3DC4A-22E5-FFE4-8FB5-E34284E5C43E}"/>
              </a:ext>
            </a:extLst>
          </p:cNvPr>
          <p:cNvSpPr txBox="1"/>
          <p:nvPr/>
        </p:nvSpPr>
        <p:spPr>
          <a:xfrm>
            <a:off x="592790" y="1766142"/>
            <a:ext cx="6627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speckit.plan</a:t>
            </a: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91E6264-4535-58E0-2DB7-25E707BFA3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2571683"/>
            <a:ext cx="228600" cy="2286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81709E0-45D9-77A5-8C2E-414EA359A2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008372"/>
            <a:ext cx="228600" cy="2286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E4E3DAA-CF37-7481-9A95-E93B61D59B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445061"/>
            <a:ext cx="228600" cy="2286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BE8B5CD-7748-31A3-2E00-9AFC02521B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881751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060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C829ACD-EF08-318D-5A5F-158C1E4DEDD2}"/>
              </a:ext>
            </a:extLst>
          </p:cNvPr>
          <p:cNvSpPr/>
          <p:nvPr/>
        </p:nvSpPr>
        <p:spPr>
          <a:xfrm>
            <a:off x="438866" y="1362044"/>
            <a:ext cx="8133633" cy="825985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rgbClr val="000000"/>
              </a:gs>
              <a:gs pos="100000">
                <a:srgbClr val="1E1E1E"/>
              </a:gs>
            </a:gsLst>
            <a:lin ang="2700000" scaled="1"/>
          </a:gradFill>
          <a:ln w="3175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4B9F55-271F-6A27-B4DA-64C05A74A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26547" cy="574516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07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21E98E-993C-501E-7EE2-6DC764EBD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1189" y="2592127"/>
            <a:ext cx="6908990" cy="2579248"/>
          </a:xfrm>
        </p:spPr>
        <p:txBody>
          <a:bodyPr/>
          <a:lstStyle/>
          <a:p>
            <a:pPr>
              <a:spcAft>
                <a:spcPts val="1800"/>
              </a:spcAft>
            </a:pPr>
            <a:r>
              <a:rPr lang="en-US" sz="1400" dirty="0"/>
              <a:t>Break plan into atomic, testable work items</a:t>
            </a:r>
          </a:p>
          <a:p>
            <a:pPr>
              <a:spcAft>
                <a:spcPts val="1800"/>
              </a:spcAft>
            </a:pPr>
            <a:r>
              <a:rPr lang="en-US" sz="1400" dirty="0"/>
              <a:t>Each task scoped for a single PR (1-4 hours)</a:t>
            </a:r>
          </a:p>
          <a:p>
            <a:pPr>
              <a:spcAft>
                <a:spcPts val="1800"/>
              </a:spcAft>
            </a:pPr>
            <a:r>
              <a:rPr lang="en-US" sz="1400" dirty="0"/>
              <a:t>Ordered by dependencies, parallel opportunities marked</a:t>
            </a:r>
          </a:p>
          <a:p>
            <a:pPr>
              <a:spcAft>
                <a:spcPts val="1800"/>
              </a:spcAft>
            </a:pPr>
            <a:r>
              <a:rPr lang="en-US" sz="1400" dirty="0"/>
              <a:t>Quality checks via /</a:t>
            </a:r>
            <a:r>
              <a:rPr lang="en-US" sz="1400" dirty="0" err="1"/>
              <a:t>speckit.analyze</a:t>
            </a:r>
            <a:r>
              <a:rPr lang="en-US" sz="1400"/>
              <a:t> for gaps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BA6E8FC-04E2-4BEA-05CB-D4E90C49CC70}"/>
              </a:ext>
            </a:extLst>
          </p:cNvPr>
          <p:cNvSpPr txBox="1">
            <a:spLocks/>
          </p:cNvSpPr>
          <p:nvPr/>
        </p:nvSpPr>
        <p:spPr>
          <a:xfrm>
            <a:off x="1051188" y="457201"/>
            <a:ext cx="7227397" cy="574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 i="0" u="none" strike="noStrike" cap="none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b="1" dirty="0">
                <a:latin typeface="DM Sans 14pt SemiBold" pitchFamily="2" charset="77"/>
              </a:rPr>
              <a:t>Tasks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D399CEB-EDE7-AED5-3F8C-D904877D89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823" y="1516285"/>
            <a:ext cx="228600" cy="228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E3DC4A-22E5-FFE4-8FB5-E34284E5C43E}"/>
              </a:ext>
            </a:extLst>
          </p:cNvPr>
          <p:cNvSpPr txBox="1"/>
          <p:nvPr/>
        </p:nvSpPr>
        <p:spPr>
          <a:xfrm>
            <a:off x="592790" y="1766142"/>
            <a:ext cx="6627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speckit.tasks</a:t>
            </a: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91E6264-4535-58E0-2DB7-25E707BFA3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2571683"/>
            <a:ext cx="228600" cy="2286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81709E0-45D9-77A5-8C2E-414EA359A2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008372"/>
            <a:ext cx="228600" cy="2286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E4E3DAA-CF37-7481-9A95-E93B61D59B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445061"/>
            <a:ext cx="228600" cy="2286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BE8B5CD-7748-31A3-2E00-9AFC02521B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881751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954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C829ACD-EF08-318D-5A5F-158C1E4DEDD2}"/>
              </a:ext>
            </a:extLst>
          </p:cNvPr>
          <p:cNvSpPr/>
          <p:nvPr/>
        </p:nvSpPr>
        <p:spPr>
          <a:xfrm>
            <a:off x="438866" y="1362044"/>
            <a:ext cx="8133633" cy="825985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rgbClr val="000000"/>
              </a:gs>
              <a:gs pos="100000">
                <a:srgbClr val="1E1E1E"/>
              </a:gs>
            </a:gsLst>
            <a:lin ang="2700000" scaled="1"/>
          </a:gradFill>
          <a:ln w="3175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4B9F55-271F-6A27-B4DA-64C05A74A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26547" cy="574516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08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21E98E-993C-501E-7EE2-6DC764EBD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1189" y="2592127"/>
            <a:ext cx="6908990" cy="2579248"/>
          </a:xfrm>
        </p:spPr>
        <p:txBody>
          <a:bodyPr/>
          <a:lstStyle/>
          <a:p>
            <a:pPr>
              <a:spcAft>
                <a:spcPts val="1800"/>
              </a:spcAft>
            </a:pPr>
            <a:r>
              <a:rPr lang="en-US" sz="1400" dirty="0"/>
              <a:t>AI generates code and tests from spec + plan slices</a:t>
            </a:r>
          </a:p>
          <a:p>
            <a:pPr>
              <a:spcAft>
                <a:spcPts val="1800"/>
              </a:spcAft>
            </a:pPr>
            <a:r>
              <a:rPr lang="en-US" sz="1400" dirty="0"/>
              <a:t>Human validates each task against the specification</a:t>
            </a:r>
          </a:p>
          <a:p>
            <a:pPr>
              <a:spcAft>
                <a:spcPts val="1800"/>
              </a:spcAft>
            </a:pPr>
            <a:r>
              <a:rPr lang="en-US" sz="1400" dirty="0"/>
              <a:t>Commit only when validated by both AI and human</a:t>
            </a:r>
          </a:p>
          <a:p>
            <a:pPr>
              <a:spcAft>
                <a:spcPts val="1800"/>
              </a:spcAft>
            </a:pPr>
            <a:r>
              <a:rPr lang="en-US" sz="1400" dirty="0"/>
              <a:t>Post-merge changes start by revising the spec first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BA6E8FC-04E2-4BEA-05CB-D4E90C49CC70}"/>
              </a:ext>
            </a:extLst>
          </p:cNvPr>
          <p:cNvSpPr txBox="1">
            <a:spLocks/>
          </p:cNvSpPr>
          <p:nvPr/>
        </p:nvSpPr>
        <p:spPr>
          <a:xfrm>
            <a:off x="1051188" y="457201"/>
            <a:ext cx="7227397" cy="574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 i="0" u="none" strike="noStrike" cap="none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b="1" dirty="0">
                <a:latin typeface="DM Sans 14pt SemiBold" pitchFamily="2" charset="77"/>
              </a:rPr>
              <a:t>Implement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D399CEB-EDE7-AED5-3F8C-D904877D89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823" y="1516285"/>
            <a:ext cx="228600" cy="228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E3DC4A-22E5-FFE4-8FB5-E34284E5C43E}"/>
              </a:ext>
            </a:extLst>
          </p:cNvPr>
          <p:cNvSpPr txBox="1"/>
          <p:nvPr/>
        </p:nvSpPr>
        <p:spPr>
          <a:xfrm>
            <a:off x="592790" y="1766142"/>
            <a:ext cx="6627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speckit.implement</a:t>
            </a: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91E6264-4535-58E0-2DB7-25E707BFA3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2571683"/>
            <a:ext cx="228600" cy="2286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81709E0-45D9-77A5-8C2E-414EA359A2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008372"/>
            <a:ext cx="228600" cy="2286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E4E3DAA-CF37-7481-9A95-E93B61D59B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445061"/>
            <a:ext cx="228600" cy="2286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BE8B5CD-7748-31A3-2E00-9AFC02521B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23" y="3881751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317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DFA08-4347-E94A-F989-43611B41D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The Complete SDD 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A256C4-A149-64F2-D9ED-8228B6A3AD9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8867" y="1354067"/>
            <a:ext cx="5006712" cy="3245573"/>
          </a:xfrm>
        </p:spPr>
        <p:txBody>
          <a:bodyPr/>
          <a:lstStyle/>
          <a:p>
            <a:pPr marL="7938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DM Sans 14pt" pitchFamily="2" charset="77"/>
              </a:rPr>
              <a:t>Key Principles</a:t>
            </a:r>
          </a:p>
          <a:p>
            <a:pPr>
              <a:spcBef>
                <a:spcPts val="1200"/>
              </a:spcBef>
            </a:pPr>
            <a:r>
              <a:rPr lang="en-US" sz="1400" dirty="0"/>
              <a:t>Intent-first — define WHAT before HOW</a:t>
            </a:r>
          </a:p>
          <a:p>
            <a:pPr>
              <a:spcBef>
                <a:spcPts val="1200"/>
              </a:spcBef>
            </a:pPr>
            <a:r>
              <a:rPr lang="en-US" sz="1400" dirty="0"/>
              <a:t>Specs are version-controlled, living documents</a:t>
            </a:r>
          </a:p>
          <a:p>
            <a:pPr>
              <a:spcBef>
                <a:spcPts val="1200"/>
              </a:spcBef>
            </a:pPr>
            <a:r>
              <a:rPr lang="en-US" sz="1400" dirty="0"/>
              <a:t>Multi-step refinement, not one-shot prompt generation</a:t>
            </a:r>
          </a:p>
          <a:p>
            <a:pPr>
              <a:spcBef>
                <a:spcPts val="1200"/>
              </a:spcBef>
            </a:pPr>
            <a:r>
              <a:rPr lang="en-US" sz="1400" dirty="0"/>
              <a:t>Human-in-the-loop at every phase gate</a:t>
            </a:r>
          </a:p>
          <a:p>
            <a:pPr>
              <a:spcBef>
                <a:spcPts val="1200"/>
              </a:spcBef>
            </a:pPr>
            <a:r>
              <a:rPr lang="en-US" sz="1400" dirty="0"/>
              <a:t>Technology agnostic — works with any language or framework</a:t>
            </a:r>
          </a:p>
          <a:p>
            <a:pPr>
              <a:spcBef>
                <a:spcPts val="1200"/>
              </a:spcBef>
            </a:pPr>
            <a:r>
              <a:rPr lang="en-US" sz="1400" dirty="0"/>
              <a:t>The model executes intent, it doesn't invent it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D516D87-3655-DE22-D8D3-8459F19B4F7A}"/>
              </a:ext>
            </a:extLst>
          </p:cNvPr>
          <p:cNvGrpSpPr/>
          <p:nvPr/>
        </p:nvGrpSpPr>
        <p:grpSpPr>
          <a:xfrm>
            <a:off x="6905340" y="1691756"/>
            <a:ext cx="2646872" cy="410625"/>
            <a:chOff x="6905340" y="1691756"/>
            <a:chExt cx="2646872" cy="410625"/>
          </a:xfrm>
        </p:grpSpPr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07425C42-3CC5-4C77-32B0-41CBF3ED98A5}"/>
                </a:ext>
              </a:extLst>
            </p:cNvPr>
            <p:cNvSpPr/>
            <p:nvPr/>
          </p:nvSpPr>
          <p:spPr>
            <a:xfrm>
              <a:off x="6905340" y="1691756"/>
              <a:ext cx="2644511" cy="410625"/>
            </a:xfrm>
            <a:prstGeom prst="roundRect">
              <a:avLst>
                <a:gd name="adj" fmla="val 4242"/>
              </a:avLst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6B7D475A-D2D3-5045-D02C-C0E25E8EF111}"/>
                </a:ext>
              </a:extLst>
            </p:cNvPr>
            <p:cNvSpPr/>
            <p:nvPr/>
          </p:nvSpPr>
          <p:spPr>
            <a:xfrm>
              <a:off x="6907701" y="1691756"/>
              <a:ext cx="2644511" cy="410625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1">
                    <a:alpha val="20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5D518AB-AF08-CE62-DCF4-9060B18BC4E1}"/>
                </a:ext>
              </a:extLst>
            </p:cNvPr>
            <p:cNvSpPr txBox="1"/>
            <p:nvPr/>
          </p:nvSpPr>
          <p:spPr>
            <a:xfrm>
              <a:off x="6993068" y="1691756"/>
              <a:ext cx="2473777" cy="349839"/>
            </a:xfrm>
            <a:prstGeom prst="rect">
              <a:avLst/>
            </a:prstGeom>
            <a:noFill/>
          </p:spPr>
          <p:txBody>
            <a:bodyPr wrap="square" tIns="0" anchor="ctr">
              <a:spAutoFit/>
            </a:bodyPr>
            <a:lstStyle/>
            <a:p>
              <a:pPr marL="0" indent="0">
                <a:lnSpc>
                  <a:spcPts val="2700"/>
                </a:lnSpc>
                <a:buNone/>
              </a:pPr>
              <a:r>
                <a:rPr lang="en-US" sz="1200" dirty="0">
                  <a:solidFill>
                    <a:schemeClr val="bg1"/>
                  </a:solidFill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Initialize Working Directory</a:t>
              </a:r>
              <a:endParaRPr lang="en-US" sz="1200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5595643-F98A-B41D-86E2-AA0091DF3068}"/>
              </a:ext>
            </a:extLst>
          </p:cNvPr>
          <p:cNvGrpSpPr/>
          <p:nvPr/>
        </p:nvGrpSpPr>
        <p:grpSpPr>
          <a:xfrm>
            <a:off x="6905340" y="1031654"/>
            <a:ext cx="2646872" cy="410625"/>
            <a:chOff x="6905340" y="1031654"/>
            <a:chExt cx="2646872" cy="410625"/>
          </a:xfrm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3D11E856-0B27-5476-7D65-55D43E0F2E97}"/>
                </a:ext>
              </a:extLst>
            </p:cNvPr>
            <p:cNvSpPr/>
            <p:nvPr/>
          </p:nvSpPr>
          <p:spPr>
            <a:xfrm>
              <a:off x="6905340" y="1031654"/>
              <a:ext cx="2644511" cy="410625"/>
            </a:xfrm>
            <a:prstGeom prst="roundRect">
              <a:avLst>
                <a:gd name="adj" fmla="val 4242"/>
              </a:avLst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A5252A52-9081-A97D-7836-108893BEC2E0}"/>
                </a:ext>
              </a:extLst>
            </p:cNvPr>
            <p:cNvSpPr/>
            <p:nvPr/>
          </p:nvSpPr>
          <p:spPr>
            <a:xfrm>
              <a:off x="6907701" y="1031654"/>
              <a:ext cx="2644511" cy="410625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1">
                    <a:alpha val="20281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9877372-9F73-8E3A-0B21-4D05A50365AF}"/>
                </a:ext>
              </a:extLst>
            </p:cNvPr>
            <p:cNvSpPr txBox="1"/>
            <p:nvPr/>
          </p:nvSpPr>
          <p:spPr>
            <a:xfrm>
              <a:off x="6993068" y="1031654"/>
              <a:ext cx="2473777" cy="349839"/>
            </a:xfrm>
            <a:prstGeom prst="rect">
              <a:avLst/>
            </a:prstGeom>
            <a:noFill/>
          </p:spPr>
          <p:txBody>
            <a:bodyPr wrap="square" tIns="0" anchor="ctr">
              <a:spAutoFit/>
            </a:bodyPr>
            <a:lstStyle/>
            <a:p>
              <a:pPr marL="0" indent="0">
                <a:lnSpc>
                  <a:spcPts val="2700"/>
                </a:lnSpc>
                <a:buNone/>
              </a:pPr>
              <a:r>
                <a:rPr lang="en-US" sz="1200" dirty="0">
                  <a:solidFill>
                    <a:schemeClr val="bg1"/>
                  </a:solidFill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Install</a:t>
              </a:r>
              <a:endParaRPr lang="en-US" sz="1200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1B3FE31-D8CA-3F26-9EAE-C1B23F8FDD3A}"/>
              </a:ext>
            </a:extLst>
          </p:cNvPr>
          <p:cNvGrpSpPr/>
          <p:nvPr/>
        </p:nvGrpSpPr>
        <p:grpSpPr>
          <a:xfrm>
            <a:off x="6905340" y="3006206"/>
            <a:ext cx="2646872" cy="410625"/>
            <a:chOff x="6905340" y="3006206"/>
            <a:chExt cx="2646872" cy="410625"/>
          </a:xfrm>
        </p:grpSpPr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6B683336-F00E-43B3-0831-EBA5B296BFDD}"/>
                </a:ext>
              </a:extLst>
            </p:cNvPr>
            <p:cNvSpPr/>
            <p:nvPr/>
          </p:nvSpPr>
          <p:spPr>
            <a:xfrm>
              <a:off x="6905340" y="3006206"/>
              <a:ext cx="2644511" cy="410625"/>
            </a:xfrm>
            <a:prstGeom prst="roundRect">
              <a:avLst>
                <a:gd name="adj" fmla="val 4242"/>
              </a:avLst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DE162B83-D46F-CD1B-7C54-8F0BADC95EB7}"/>
                </a:ext>
              </a:extLst>
            </p:cNvPr>
            <p:cNvSpPr/>
            <p:nvPr/>
          </p:nvSpPr>
          <p:spPr>
            <a:xfrm>
              <a:off x="6907701" y="3006206"/>
              <a:ext cx="2644511" cy="410625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1">
                    <a:alpha val="20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E088BB4-014D-4F6D-C5CF-A98C45B60283}"/>
                </a:ext>
              </a:extLst>
            </p:cNvPr>
            <p:cNvSpPr txBox="1"/>
            <p:nvPr/>
          </p:nvSpPr>
          <p:spPr>
            <a:xfrm>
              <a:off x="6993068" y="3006206"/>
              <a:ext cx="2473777" cy="349839"/>
            </a:xfrm>
            <a:prstGeom prst="rect">
              <a:avLst/>
            </a:prstGeom>
            <a:noFill/>
          </p:spPr>
          <p:txBody>
            <a:bodyPr wrap="square" tIns="0" anchor="ctr">
              <a:spAutoFit/>
            </a:bodyPr>
            <a:lstStyle/>
            <a:p>
              <a:pPr marL="0" indent="0">
                <a:lnSpc>
                  <a:spcPts val="2700"/>
                </a:lnSpc>
                <a:buNone/>
              </a:pPr>
              <a:r>
                <a:rPr lang="en-US" sz="1200" dirty="0">
                  <a:solidFill>
                    <a:schemeClr val="bg1"/>
                  </a:solidFill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Specifications</a:t>
              </a:r>
              <a:endParaRPr lang="en-US" sz="1200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A7D825B-F76D-1C27-54E7-C69B0DA19326}"/>
              </a:ext>
            </a:extLst>
          </p:cNvPr>
          <p:cNvGrpSpPr/>
          <p:nvPr/>
        </p:nvGrpSpPr>
        <p:grpSpPr>
          <a:xfrm>
            <a:off x="6905340" y="2346104"/>
            <a:ext cx="2646872" cy="410625"/>
            <a:chOff x="6905340" y="2346104"/>
            <a:chExt cx="2646872" cy="410625"/>
          </a:xfrm>
        </p:grpSpPr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33A3CFEE-6E5F-BC61-FE9E-9AA17CD890DE}"/>
                </a:ext>
              </a:extLst>
            </p:cNvPr>
            <p:cNvSpPr/>
            <p:nvPr/>
          </p:nvSpPr>
          <p:spPr>
            <a:xfrm>
              <a:off x="6905340" y="2346104"/>
              <a:ext cx="2644511" cy="410625"/>
            </a:xfrm>
            <a:prstGeom prst="roundRect">
              <a:avLst>
                <a:gd name="adj" fmla="val 4242"/>
              </a:avLst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D4CBBA51-7573-C1BC-182E-A8185AE9AFFC}"/>
                </a:ext>
              </a:extLst>
            </p:cNvPr>
            <p:cNvSpPr/>
            <p:nvPr/>
          </p:nvSpPr>
          <p:spPr>
            <a:xfrm>
              <a:off x="6907701" y="2346104"/>
              <a:ext cx="2644511" cy="410625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1">
                    <a:alpha val="20281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3AED3F3-9234-0D60-96B2-75CDDFFF0B29}"/>
                </a:ext>
              </a:extLst>
            </p:cNvPr>
            <p:cNvSpPr txBox="1"/>
            <p:nvPr/>
          </p:nvSpPr>
          <p:spPr>
            <a:xfrm>
              <a:off x="6993068" y="2346104"/>
              <a:ext cx="2473777" cy="349839"/>
            </a:xfrm>
            <a:prstGeom prst="rect">
              <a:avLst/>
            </a:prstGeom>
            <a:noFill/>
          </p:spPr>
          <p:txBody>
            <a:bodyPr wrap="square" tIns="0" anchor="ctr">
              <a:spAutoFit/>
            </a:bodyPr>
            <a:lstStyle/>
            <a:p>
              <a:pPr marL="0" indent="0">
                <a:lnSpc>
                  <a:spcPts val="2700"/>
                </a:lnSpc>
                <a:buNone/>
              </a:pPr>
              <a:r>
                <a:rPr lang="en-US" sz="1200" dirty="0">
                  <a:solidFill>
                    <a:schemeClr val="bg1"/>
                  </a:solidFill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Constitution</a:t>
              </a:r>
              <a:endParaRPr lang="en-US" sz="1200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01DD666-ECC1-7D9E-7F76-095BBDBE5377}"/>
              </a:ext>
            </a:extLst>
          </p:cNvPr>
          <p:cNvGrpSpPr/>
          <p:nvPr/>
        </p:nvGrpSpPr>
        <p:grpSpPr>
          <a:xfrm>
            <a:off x="6905340" y="3652390"/>
            <a:ext cx="2646872" cy="410625"/>
            <a:chOff x="6905340" y="3652390"/>
            <a:chExt cx="2646872" cy="410625"/>
          </a:xfrm>
        </p:grpSpPr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821CE950-C43A-0B09-35D6-8D70786294E0}"/>
                </a:ext>
              </a:extLst>
            </p:cNvPr>
            <p:cNvSpPr/>
            <p:nvPr/>
          </p:nvSpPr>
          <p:spPr>
            <a:xfrm>
              <a:off x="6905340" y="3652390"/>
              <a:ext cx="2644511" cy="410625"/>
            </a:xfrm>
            <a:prstGeom prst="roundRect">
              <a:avLst>
                <a:gd name="adj" fmla="val 4242"/>
              </a:avLst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D9AAFD42-8EEA-EF98-838A-8D513285E328}"/>
                </a:ext>
              </a:extLst>
            </p:cNvPr>
            <p:cNvSpPr/>
            <p:nvPr/>
          </p:nvSpPr>
          <p:spPr>
            <a:xfrm>
              <a:off x="6907701" y="3652390"/>
              <a:ext cx="2644511" cy="410625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1">
                    <a:alpha val="20281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6DBDC0D-2C92-48A4-E60C-39297CD75D66}"/>
                </a:ext>
              </a:extLst>
            </p:cNvPr>
            <p:cNvSpPr txBox="1"/>
            <p:nvPr/>
          </p:nvSpPr>
          <p:spPr>
            <a:xfrm>
              <a:off x="6993068" y="3652390"/>
              <a:ext cx="2473777" cy="349839"/>
            </a:xfrm>
            <a:prstGeom prst="rect">
              <a:avLst/>
            </a:prstGeom>
            <a:noFill/>
          </p:spPr>
          <p:txBody>
            <a:bodyPr wrap="square" tIns="0" anchor="ctr">
              <a:spAutoFit/>
            </a:bodyPr>
            <a:lstStyle/>
            <a:p>
              <a:pPr marL="0" indent="0">
                <a:lnSpc>
                  <a:spcPts val="2700"/>
                </a:lnSpc>
                <a:buNone/>
              </a:pPr>
              <a:r>
                <a:rPr lang="en-US" sz="1200" dirty="0">
                  <a:solidFill>
                    <a:schemeClr val="bg1"/>
                  </a:solidFill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Clarify </a:t>
              </a:r>
              <a:r>
                <a:rPr lang="en-US" sz="1200" i="1" dirty="0">
                  <a:solidFill>
                    <a:schemeClr val="bg1"/>
                  </a:solidFill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(Optional)</a:t>
              </a:r>
              <a:endParaRPr lang="en-US" sz="1200" i="1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18F7285-CCC7-112D-6D40-9BDC7A0475F2}"/>
              </a:ext>
            </a:extLst>
          </p:cNvPr>
          <p:cNvGrpSpPr/>
          <p:nvPr/>
        </p:nvGrpSpPr>
        <p:grpSpPr>
          <a:xfrm>
            <a:off x="6905340" y="5626942"/>
            <a:ext cx="2646872" cy="410625"/>
            <a:chOff x="6905340" y="5626942"/>
            <a:chExt cx="2646872" cy="410625"/>
          </a:xfrm>
        </p:grpSpPr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E4306FE6-E99E-FF7A-4202-A4D495F4954E}"/>
                </a:ext>
              </a:extLst>
            </p:cNvPr>
            <p:cNvSpPr/>
            <p:nvPr/>
          </p:nvSpPr>
          <p:spPr>
            <a:xfrm>
              <a:off x="6905340" y="5626942"/>
              <a:ext cx="2644511" cy="410625"/>
            </a:xfrm>
            <a:prstGeom prst="roundRect">
              <a:avLst>
                <a:gd name="adj" fmla="val 4242"/>
              </a:avLst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A5866640-DA64-294F-9EE4-C7D953466C76}"/>
                </a:ext>
              </a:extLst>
            </p:cNvPr>
            <p:cNvSpPr/>
            <p:nvPr/>
          </p:nvSpPr>
          <p:spPr>
            <a:xfrm>
              <a:off x="6907701" y="5626942"/>
              <a:ext cx="2644511" cy="410625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1">
                    <a:alpha val="20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274898-FEE6-4FCA-5D18-AE426FDFA249}"/>
                </a:ext>
              </a:extLst>
            </p:cNvPr>
            <p:cNvSpPr txBox="1"/>
            <p:nvPr/>
          </p:nvSpPr>
          <p:spPr>
            <a:xfrm>
              <a:off x="6993068" y="5626942"/>
              <a:ext cx="2473777" cy="349839"/>
            </a:xfrm>
            <a:prstGeom prst="rect">
              <a:avLst/>
            </a:prstGeom>
            <a:noFill/>
          </p:spPr>
          <p:txBody>
            <a:bodyPr wrap="square" tIns="0" anchor="ctr">
              <a:spAutoFit/>
            </a:bodyPr>
            <a:lstStyle/>
            <a:p>
              <a:pPr marL="0" indent="0">
                <a:lnSpc>
                  <a:spcPts val="2700"/>
                </a:lnSpc>
                <a:buNone/>
              </a:pPr>
              <a:r>
                <a:rPr lang="en-US" sz="1200" dirty="0">
                  <a:solidFill>
                    <a:schemeClr val="bg1"/>
                  </a:solidFill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Implement</a:t>
              </a:r>
              <a:endParaRPr lang="en-US" sz="1200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2B16A11-A7AB-D37F-B5ED-FFD5B31843CE}"/>
              </a:ext>
            </a:extLst>
          </p:cNvPr>
          <p:cNvGrpSpPr/>
          <p:nvPr/>
        </p:nvGrpSpPr>
        <p:grpSpPr>
          <a:xfrm>
            <a:off x="6905340" y="4966840"/>
            <a:ext cx="2646872" cy="410625"/>
            <a:chOff x="6905340" y="4966840"/>
            <a:chExt cx="2646872" cy="410625"/>
          </a:xfrm>
        </p:grpSpPr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16DC7D22-20CA-BDCC-76D1-D1901FE71C6A}"/>
                </a:ext>
              </a:extLst>
            </p:cNvPr>
            <p:cNvSpPr/>
            <p:nvPr/>
          </p:nvSpPr>
          <p:spPr>
            <a:xfrm>
              <a:off x="6905340" y="4966840"/>
              <a:ext cx="2644511" cy="410625"/>
            </a:xfrm>
            <a:prstGeom prst="roundRect">
              <a:avLst>
                <a:gd name="adj" fmla="val 4242"/>
              </a:avLst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A998D13A-356C-981A-E852-A3348408C67C}"/>
                </a:ext>
              </a:extLst>
            </p:cNvPr>
            <p:cNvSpPr/>
            <p:nvPr/>
          </p:nvSpPr>
          <p:spPr>
            <a:xfrm>
              <a:off x="6907701" y="4966840"/>
              <a:ext cx="2644511" cy="410625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1">
                    <a:alpha val="20281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60390C6-7F68-2610-8772-4A6A3017807D}"/>
                </a:ext>
              </a:extLst>
            </p:cNvPr>
            <p:cNvSpPr txBox="1"/>
            <p:nvPr/>
          </p:nvSpPr>
          <p:spPr>
            <a:xfrm>
              <a:off x="6993068" y="4966840"/>
              <a:ext cx="2473777" cy="349839"/>
            </a:xfrm>
            <a:prstGeom prst="rect">
              <a:avLst/>
            </a:prstGeom>
            <a:noFill/>
          </p:spPr>
          <p:txBody>
            <a:bodyPr wrap="square" tIns="0" anchor="ctr">
              <a:spAutoFit/>
            </a:bodyPr>
            <a:lstStyle/>
            <a:p>
              <a:pPr marL="0" indent="0">
                <a:lnSpc>
                  <a:spcPts val="2700"/>
                </a:lnSpc>
                <a:buNone/>
              </a:pPr>
              <a:r>
                <a:rPr lang="en-US" sz="1200" dirty="0">
                  <a:solidFill>
                    <a:schemeClr val="bg1"/>
                  </a:solidFill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Tasks</a:t>
              </a:r>
              <a:endParaRPr lang="en-US" sz="1200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8D735CE-C3EF-BB0E-F0AC-50E3ED5703AF}"/>
              </a:ext>
            </a:extLst>
          </p:cNvPr>
          <p:cNvCxnSpPr>
            <a:cxnSpLocks/>
          </p:cNvCxnSpPr>
          <p:nvPr/>
        </p:nvCxnSpPr>
        <p:spPr>
          <a:xfrm>
            <a:off x="8228094" y="1442279"/>
            <a:ext cx="0" cy="24947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87450C9-C2EE-ADCF-8EE3-0F52AFFD8AA1}"/>
              </a:ext>
            </a:extLst>
          </p:cNvPr>
          <p:cNvCxnSpPr>
            <a:cxnSpLocks/>
          </p:cNvCxnSpPr>
          <p:nvPr/>
        </p:nvCxnSpPr>
        <p:spPr>
          <a:xfrm>
            <a:off x="8228094" y="2095422"/>
            <a:ext cx="3724" cy="24947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01CAA4E-E471-41A6-381D-F0B434B35DBF}"/>
              </a:ext>
            </a:extLst>
          </p:cNvPr>
          <p:cNvCxnSpPr>
            <a:cxnSpLocks/>
          </p:cNvCxnSpPr>
          <p:nvPr/>
        </p:nvCxnSpPr>
        <p:spPr>
          <a:xfrm>
            <a:off x="8228094" y="2756729"/>
            <a:ext cx="3724" cy="24947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5286C85-39D6-0451-39C6-F4AA4BA4678C}"/>
              </a:ext>
            </a:extLst>
          </p:cNvPr>
          <p:cNvCxnSpPr>
            <a:cxnSpLocks/>
          </p:cNvCxnSpPr>
          <p:nvPr/>
        </p:nvCxnSpPr>
        <p:spPr>
          <a:xfrm>
            <a:off x="8228094" y="3401707"/>
            <a:ext cx="3724" cy="24947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A81E038-73A0-DBB3-E92D-9CF0908F2B12}"/>
              </a:ext>
            </a:extLst>
          </p:cNvPr>
          <p:cNvGrpSpPr/>
          <p:nvPr/>
        </p:nvGrpSpPr>
        <p:grpSpPr>
          <a:xfrm>
            <a:off x="6905340" y="4312492"/>
            <a:ext cx="2646872" cy="410625"/>
            <a:chOff x="6905340" y="4312492"/>
            <a:chExt cx="2646872" cy="410625"/>
          </a:xfrm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4989DB6F-74BE-DD9B-962D-33A45466EC4C}"/>
                </a:ext>
              </a:extLst>
            </p:cNvPr>
            <p:cNvSpPr/>
            <p:nvPr/>
          </p:nvSpPr>
          <p:spPr>
            <a:xfrm>
              <a:off x="6905340" y="4312492"/>
              <a:ext cx="2644511" cy="410625"/>
            </a:xfrm>
            <a:prstGeom prst="roundRect">
              <a:avLst>
                <a:gd name="adj" fmla="val 4242"/>
              </a:avLst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5802144A-6A4C-E708-6544-F284798FA7EF}"/>
                </a:ext>
              </a:extLst>
            </p:cNvPr>
            <p:cNvSpPr/>
            <p:nvPr/>
          </p:nvSpPr>
          <p:spPr>
            <a:xfrm>
              <a:off x="6907701" y="4312492"/>
              <a:ext cx="2644511" cy="410625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1">
                    <a:alpha val="20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E31987B-9299-55DB-569D-0659781E61EC}"/>
                </a:ext>
              </a:extLst>
            </p:cNvPr>
            <p:cNvSpPr txBox="1"/>
            <p:nvPr/>
          </p:nvSpPr>
          <p:spPr>
            <a:xfrm>
              <a:off x="6993068" y="4312492"/>
              <a:ext cx="2473777" cy="349839"/>
            </a:xfrm>
            <a:prstGeom prst="rect">
              <a:avLst/>
            </a:prstGeom>
            <a:noFill/>
          </p:spPr>
          <p:txBody>
            <a:bodyPr wrap="square" tIns="0" anchor="ctr">
              <a:spAutoFit/>
            </a:bodyPr>
            <a:lstStyle/>
            <a:p>
              <a:pPr marL="0" indent="0">
                <a:lnSpc>
                  <a:spcPts val="2700"/>
                </a:lnSpc>
                <a:buNone/>
              </a:pPr>
              <a:r>
                <a:rPr lang="en-US" sz="1200" dirty="0">
                  <a:solidFill>
                    <a:schemeClr val="bg1"/>
                  </a:solidFill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Plan</a:t>
              </a:r>
              <a:endParaRPr lang="en-US" sz="1200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7CC1164-35A6-3247-AFBE-8B32C9826381}"/>
              </a:ext>
            </a:extLst>
          </p:cNvPr>
          <p:cNvCxnSpPr>
            <a:cxnSpLocks/>
          </p:cNvCxnSpPr>
          <p:nvPr/>
        </p:nvCxnSpPr>
        <p:spPr>
          <a:xfrm>
            <a:off x="8228094" y="4707993"/>
            <a:ext cx="3724" cy="24947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159B56F-5DE6-871F-17BD-330FE6281FA0}"/>
              </a:ext>
            </a:extLst>
          </p:cNvPr>
          <p:cNvCxnSpPr>
            <a:cxnSpLocks/>
          </p:cNvCxnSpPr>
          <p:nvPr/>
        </p:nvCxnSpPr>
        <p:spPr>
          <a:xfrm>
            <a:off x="8228094" y="5369300"/>
            <a:ext cx="3724" cy="24947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BEE6AD-05B4-1269-9899-87D7E26978B3}"/>
              </a:ext>
            </a:extLst>
          </p:cNvPr>
          <p:cNvCxnSpPr>
            <a:cxnSpLocks/>
          </p:cNvCxnSpPr>
          <p:nvPr/>
        </p:nvCxnSpPr>
        <p:spPr>
          <a:xfrm>
            <a:off x="8228094" y="4054850"/>
            <a:ext cx="3724" cy="24947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862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9464914-311F-A103-E060-0F1A0E9412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906" b="33439"/>
          <a:stretch>
            <a:fillRect/>
          </a:stretch>
        </p:blipFill>
        <p:spPr>
          <a:xfrm>
            <a:off x="5287617" y="896862"/>
            <a:ext cx="6904383" cy="5961138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26FA32E-33EA-3B41-FA6D-B742E6B89598}"/>
              </a:ext>
            </a:extLst>
          </p:cNvPr>
          <p:cNvSpPr txBox="1">
            <a:spLocks/>
          </p:cNvSpPr>
          <p:nvPr/>
        </p:nvSpPr>
        <p:spPr>
          <a:xfrm>
            <a:off x="934913" y="2334200"/>
            <a:ext cx="5161087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 b="0" i="0" u="none" strike="noStrike" cap="none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accent2"/>
                </a:solidFill>
              </a:rPr>
              <a:t>PART 3</a:t>
            </a:r>
          </a:p>
          <a:p>
            <a:pPr>
              <a:spcAft>
                <a:spcPts val="1200"/>
              </a:spcAft>
            </a:pPr>
            <a:r>
              <a:rPr lang="en-US" sz="5400" b="1" dirty="0">
                <a:latin typeface="Bebas Neue" panose="020B0606020202050201" pitchFamily="34" charset="77"/>
              </a:rPr>
              <a:t>Live Example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bg1">
                    <a:alpha val="65000"/>
                  </a:schemeClr>
                </a:solidFill>
              </a:rPr>
              <a:t>Cisco </a:t>
            </a:r>
            <a:r>
              <a:rPr lang="en-US" sz="2000" dirty="0" err="1">
                <a:solidFill>
                  <a:schemeClr val="bg1">
                    <a:alpha val="65000"/>
                  </a:schemeClr>
                </a:solidFill>
              </a:rPr>
              <a:t>pyATS</a:t>
            </a:r>
            <a:r>
              <a:rPr lang="en-US" sz="2000" dirty="0">
                <a:solidFill>
                  <a:schemeClr val="bg1">
                    <a:alpha val="65000"/>
                  </a:schemeClr>
                </a:solidFill>
              </a:rPr>
              <a:t> interface health check</a:t>
            </a:r>
          </a:p>
          <a:p>
            <a:pPr>
              <a:spcAft>
                <a:spcPts val="1200"/>
              </a:spcAft>
            </a:pPr>
            <a:endParaRPr lang="en-US" sz="2000" dirty="0">
              <a:solidFill>
                <a:schemeClr val="bg1">
                  <a:alpha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032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095E8F-EF8D-222A-BE93-4B32885D1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6" y="1875320"/>
            <a:ext cx="6525269" cy="547006"/>
          </a:xfrm>
        </p:spPr>
        <p:txBody>
          <a:bodyPr/>
          <a:lstStyle/>
          <a:p>
            <a:r>
              <a:rPr lang="en-US" dirty="0"/>
              <a:t>Cisco </a:t>
            </a:r>
            <a:r>
              <a:rPr lang="en-US" dirty="0" err="1"/>
              <a:t>pyATS</a:t>
            </a:r>
            <a:r>
              <a:rPr lang="en-US" dirty="0"/>
              <a:t> Interface Health Check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516ED51-303C-C1E4-23A5-B3FF407E093E}"/>
              </a:ext>
            </a:extLst>
          </p:cNvPr>
          <p:cNvSpPr txBox="1">
            <a:spLocks/>
          </p:cNvSpPr>
          <p:nvPr/>
        </p:nvSpPr>
        <p:spPr>
          <a:xfrm>
            <a:off x="553166" y="2715036"/>
            <a:ext cx="6133383" cy="3245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93688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7938" indent="0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accent2"/>
                </a:solidFill>
                <a:latin typeface="DM Sans 14pt" pitchFamily="2" charset="77"/>
              </a:rPr>
              <a:t>Project Scope</a:t>
            </a:r>
          </a:p>
          <a:p>
            <a:pPr>
              <a:spcBef>
                <a:spcPts val="1200"/>
              </a:spcBef>
            </a:pPr>
            <a:r>
              <a:rPr lang="en-US" sz="1400" dirty="0"/>
              <a:t>Connect to Cisco devices using </a:t>
            </a:r>
            <a:r>
              <a:rPr lang="en-US" sz="1400" dirty="0" err="1"/>
              <a:t>pyATS</a:t>
            </a:r>
            <a:r>
              <a:rPr lang="en-US" sz="1400" dirty="0"/>
              <a:t>/Genie</a:t>
            </a:r>
          </a:p>
          <a:p>
            <a:pPr>
              <a:spcBef>
                <a:spcPts val="1200"/>
              </a:spcBef>
            </a:pPr>
            <a:r>
              <a:rPr lang="en-US" sz="1400" dirty="0"/>
              <a:t>Parse interface status with Genie parsers</a:t>
            </a:r>
          </a:p>
          <a:p>
            <a:pPr>
              <a:spcBef>
                <a:spcPts val="1200"/>
              </a:spcBef>
            </a:pPr>
            <a:r>
              <a:rPr lang="en-US" sz="1400" dirty="0"/>
              <a:t>Check for down interfaces, CRC errors, input/output errors</a:t>
            </a:r>
          </a:p>
          <a:p>
            <a:pPr>
              <a:spcBef>
                <a:spcPts val="1200"/>
              </a:spcBef>
            </a:pPr>
            <a:r>
              <a:rPr lang="en-US" sz="1400" dirty="0"/>
              <a:t>Generate health report with pass/fail status per interface</a:t>
            </a:r>
          </a:p>
          <a:p>
            <a:pPr>
              <a:spcBef>
                <a:spcPts val="1200"/>
              </a:spcBef>
            </a:pPr>
            <a:r>
              <a:rPr lang="en-US" sz="1400" dirty="0"/>
              <a:t>Alert on interfaces exceeding error thresholds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57E78D-28F7-233C-7C90-E0196F61182B}"/>
              </a:ext>
            </a:extLst>
          </p:cNvPr>
          <p:cNvSpPr txBox="1"/>
          <p:nvPr/>
        </p:nvSpPr>
        <p:spPr>
          <a:xfrm>
            <a:off x="342900" y="1551215"/>
            <a:ext cx="1531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20000"/>
                    <a:lumOff val="80000"/>
                  </a:schemeClr>
                </a:solidFill>
                <a:latin typeface="DM Sans 14pt" pitchFamily="2" charset="77"/>
              </a:rPr>
              <a:t>Example Project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421CC7-0481-B38A-D77C-4AA7631C1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66" y="536006"/>
            <a:ext cx="2084614" cy="63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972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44A9DD4-BA1F-FE22-B738-778EE64CD580}"/>
              </a:ext>
            </a:extLst>
          </p:cNvPr>
          <p:cNvSpPr/>
          <p:nvPr/>
        </p:nvSpPr>
        <p:spPr>
          <a:xfrm>
            <a:off x="438866" y="1704944"/>
            <a:ext cx="5006713" cy="4238656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rgbClr val="000000"/>
              </a:gs>
              <a:gs pos="100000">
                <a:srgbClr val="1E1E1E"/>
              </a:gs>
            </a:gsLst>
            <a:lin ang="2700000" scaled="1"/>
          </a:gradFill>
          <a:ln w="3175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EC1640-7E67-AEB2-51F4-A547F5957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791937"/>
            <a:ext cx="4571600" cy="574516"/>
          </a:xfrm>
        </p:spPr>
        <p:txBody>
          <a:bodyPr/>
          <a:lstStyle/>
          <a:p>
            <a:r>
              <a:rPr lang="en-US" dirty="0"/>
              <a:t>Constitution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10CF2-D9AB-943B-B8A7-F55DD3C75ECF}"/>
              </a:ext>
            </a:extLst>
          </p:cNvPr>
          <p:cNvSpPr txBox="1"/>
          <p:nvPr/>
        </p:nvSpPr>
        <p:spPr>
          <a:xfrm>
            <a:off x="342900" y="412190"/>
            <a:ext cx="2098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DM Sans 14pt" pitchFamily="2" charset="77"/>
              </a:rPr>
              <a:t>pyATS</a:t>
            </a:r>
            <a:r>
              <a:rPr lang="en-US" sz="1400" dirty="0">
                <a:solidFill>
                  <a:schemeClr val="accent2">
                    <a:lumMod val="20000"/>
                    <a:lumOff val="80000"/>
                  </a:schemeClr>
                </a:solidFill>
                <a:latin typeface="DM Sans 14pt" pitchFamily="2" charset="77"/>
              </a:rPr>
              <a:t> Interface Health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52A14F1-99F7-14A2-8558-2B266295F1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823" y="1859185"/>
            <a:ext cx="228600" cy="228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5EE393-1A1C-4CBA-B45C-9D2C035AAFF8}"/>
              </a:ext>
            </a:extLst>
          </p:cNvPr>
          <p:cNvSpPr txBox="1"/>
          <p:nvPr/>
        </p:nvSpPr>
        <p:spPr>
          <a:xfrm>
            <a:off x="592791" y="2109042"/>
            <a:ext cx="4665010" cy="2751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speckit.constitution</a:t>
            </a: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project uses Python 3.10+ with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pyATS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Genie.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device connections must use testbed YAML files.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 store credentials in code — use environment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 or vault references.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functions must have docstrings and type hints.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 use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aetest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with mocked device connections.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changes are READ-ONLY — no configuration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modifications permitted.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handling must gracefully handle unreachable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devices without crashing the entire health check.</a:t>
            </a:r>
          </a:p>
        </p:txBody>
      </p:sp>
    </p:spTree>
    <p:extLst>
      <p:ext uri="{BB962C8B-B14F-4D97-AF65-F5344CB8AC3E}">
        <p14:creationId xmlns:p14="http://schemas.microsoft.com/office/powerpoint/2010/main" val="3992655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C1640-7E67-AEB2-51F4-A547F5957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791937"/>
            <a:ext cx="4571600" cy="574516"/>
          </a:xfrm>
        </p:spPr>
        <p:txBody>
          <a:bodyPr/>
          <a:lstStyle/>
          <a:p>
            <a:r>
              <a:rPr lang="en-US" dirty="0"/>
              <a:t>Specification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10CF2-D9AB-943B-B8A7-F55DD3C75ECF}"/>
              </a:ext>
            </a:extLst>
          </p:cNvPr>
          <p:cNvSpPr txBox="1"/>
          <p:nvPr/>
        </p:nvSpPr>
        <p:spPr>
          <a:xfrm>
            <a:off x="342900" y="412190"/>
            <a:ext cx="2098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DM Sans 14pt" pitchFamily="2" charset="77"/>
              </a:rPr>
              <a:t>pyATS</a:t>
            </a:r>
            <a:r>
              <a:rPr lang="en-US" sz="1400" dirty="0">
                <a:solidFill>
                  <a:schemeClr val="accent2">
                    <a:lumMod val="20000"/>
                    <a:lumOff val="80000"/>
                  </a:schemeClr>
                </a:solidFill>
                <a:latin typeface="DM Sans 14pt" pitchFamily="2" charset="77"/>
              </a:rPr>
              <a:t> Interface Health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CA2B2BF-DD37-6E97-FD1D-B02726208AF1}"/>
              </a:ext>
            </a:extLst>
          </p:cNvPr>
          <p:cNvSpPr/>
          <p:nvPr/>
        </p:nvSpPr>
        <p:spPr>
          <a:xfrm>
            <a:off x="438866" y="1704944"/>
            <a:ext cx="5006713" cy="4238656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rgbClr val="000000"/>
              </a:gs>
              <a:gs pos="100000">
                <a:srgbClr val="1E1E1E"/>
              </a:gs>
            </a:gsLst>
            <a:lin ang="2700000" scaled="1"/>
          </a:gradFill>
          <a:ln w="3175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52A14F1-99F7-14A2-8558-2B266295F1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823" y="1859185"/>
            <a:ext cx="228600" cy="228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5EE393-1A1C-4CBA-B45C-9D2C035AAFF8}"/>
              </a:ext>
            </a:extLst>
          </p:cNvPr>
          <p:cNvSpPr txBox="1"/>
          <p:nvPr/>
        </p:nvSpPr>
        <p:spPr>
          <a:xfrm>
            <a:off x="592791" y="2109042"/>
            <a:ext cx="4665010" cy="367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speckit.specify</a:t>
            </a: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a CLI tool that connects to Cisco devices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via a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pyATS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testbed, runs "show interfaces" on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device, and produces a health report.</a:t>
            </a:r>
          </a:p>
          <a:p>
            <a:pPr marL="0" indent="0">
              <a:lnSpc>
                <a:spcPts val="1800"/>
              </a:lnSpc>
              <a:buNone/>
            </a:pPr>
            <a:endParaRPr lang="en-US" sz="1200" dirty="0">
              <a:solidFill>
                <a:schemeClr val="bg1">
                  <a:lumMod val="75000"/>
                </a:schemeClr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Requirements: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Accept a testbed YAML file as input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Connect to all devices in the testbed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Parse interface output using Genie parsers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Flag interfaces with: status down, CRC &gt; 0,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errors &gt; threshold, output errors &gt; threshold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Configurable error thresholds via CLI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Output: JSON report + terminal summary table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Exit code 1 if any interface fails health check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Gracefully skip unreachable devices with warnings</a:t>
            </a:r>
          </a:p>
        </p:txBody>
      </p:sp>
    </p:spTree>
    <p:extLst>
      <p:ext uri="{BB962C8B-B14F-4D97-AF65-F5344CB8AC3E}">
        <p14:creationId xmlns:p14="http://schemas.microsoft.com/office/powerpoint/2010/main" val="635489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C1640-7E67-AEB2-51F4-A547F5957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791937"/>
            <a:ext cx="5929276" cy="522513"/>
          </a:xfrm>
        </p:spPr>
        <p:txBody>
          <a:bodyPr/>
          <a:lstStyle/>
          <a:p>
            <a:r>
              <a:rPr lang="en-US" dirty="0"/>
              <a:t>Plan → Tasks → Implement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10CF2-D9AB-943B-B8A7-F55DD3C75ECF}"/>
              </a:ext>
            </a:extLst>
          </p:cNvPr>
          <p:cNvSpPr txBox="1"/>
          <p:nvPr/>
        </p:nvSpPr>
        <p:spPr>
          <a:xfrm>
            <a:off x="342900" y="412190"/>
            <a:ext cx="2098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DM Sans 14pt" pitchFamily="2" charset="77"/>
              </a:rPr>
              <a:t>pyATS</a:t>
            </a:r>
            <a:r>
              <a:rPr lang="en-US" sz="1400" dirty="0">
                <a:solidFill>
                  <a:schemeClr val="accent2">
                    <a:lumMod val="20000"/>
                    <a:lumOff val="80000"/>
                  </a:schemeClr>
                </a:solidFill>
                <a:latin typeface="DM Sans 14pt" pitchFamily="2" charset="77"/>
              </a:rPr>
              <a:t> Interface Health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85A1A2E-BAA4-978D-B352-4199263B69F8}"/>
              </a:ext>
            </a:extLst>
          </p:cNvPr>
          <p:cNvGrpSpPr/>
          <p:nvPr/>
        </p:nvGrpSpPr>
        <p:grpSpPr>
          <a:xfrm>
            <a:off x="755625" y="1941618"/>
            <a:ext cx="3371851" cy="3226375"/>
            <a:chOff x="755625" y="1941618"/>
            <a:chExt cx="3371851" cy="3226375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4906ACC5-8A96-83D2-943C-79BFD97D58EB}"/>
                </a:ext>
              </a:extLst>
            </p:cNvPr>
            <p:cNvSpPr/>
            <p:nvPr/>
          </p:nvSpPr>
          <p:spPr>
            <a:xfrm>
              <a:off x="755625" y="1941618"/>
              <a:ext cx="3371851" cy="3226375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" name="Text Placeholder 3">
              <a:extLst>
                <a:ext uri="{FF2B5EF4-FFF2-40B4-BE49-F238E27FC236}">
                  <a16:creationId xmlns:a16="http://schemas.microsoft.com/office/drawing/2014/main" id="{57A242D0-77C7-5F8C-DCC1-6ED578552527}"/>
                </a:ext>
              </a:extLst>
            </p:cNvPr>
            <p:cNvSpPr txBox="1">
              <a:spLocks/>
            </p:cNvSpPr>
            <p:nvPr/>
          </p:nvSpPr>
          <p:spPr>
            <a:xfrm>
              <a:off x="1123736" y="2249673"/>
              <a:ext cx="2606413" cy="23468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>
                <a:buFont typeface="Arial" panose="020B0604020202020204" pitchFamily="34" charset="0"/>
                <a:buNone/>
              </a:pPr>
              <a:r>
                <a:rPr lang="en-US" sz="1800" b="1" dirty="0">
                  <a:solidFill>
                    <a:schemeClr val="accent2"/>
                  </a:solidFill>
                  <a:latin typeface="DM Sans 14pt" pitchFamily="2" charset="77"/>
                </a:rPr>
                <a:t>Plan</a:t>
              </a:r>
            </a:p>
            <a:p>
              <a:pPr>
                <a:spcBef>
                  <a:spcPts val="1200"/>
                </a:spcBef>
              </a:pPr>
              <a:r>
                <a:rPr lang="en-US" sz="1200" dirty="0"/>
                <a:t>CLI </a:t>
              </a:r>
              <a:r>
                <a:rPr lang="en-US" sz="1200" dirty="0" err="1"/>
                <a:t>arg</a:t>
              </a:r>
              <a:r>
                <a:rPr lang="en-US" sz="1200" dirty="0"/>
                <a:t> parsing module</a:t>
              </a:r>
            </a:p>
            <a:p>
              <a:pPr>
                <a:spcBef>
                  <a:spcPts val="1200"/>
                </a:spcBef>
              </a:pPr>
              <a:r>
                <a:rPr lang="en-US" sz="1200" dirty="0"/>
                <a:t>Testbed loader + connection manager</a:t>
              </a:r>
            </a:p>
            <a:p>
              <a:pPr>
                <a:spcBef>
                  <a:spcPts val="1200"/>
                </a:spcBef>
              </a:pPr>
              <a:r>
                <a:rPr lang="en-US" sz="1200" dirty="0"/>
                <a:t>Genie parser integration</a:t>
              </a:r>
            </a:p>
            <a:p>
              <a:pPr>
                <a:spcBef>
                  <a:spcPts val="1200"/>
                </a:spcBef>
              </a:pPr>
              <a:r>
                <a:rPr lang="en-US" sz="1200" dirty="0"/>
                <a:t>Health analysis engine</a:t>
              </a:r>
            </a:p>
            <a:p>
              <a:pPr>
                <a:spcBef>
                  <a:spcPts val="1200"/>
                </a:spcBef>
              </a:pPr>
              <a:r>
                <a:rPr lang="en-US" sz="1200" dirty="0"/>
                <a:t>Report generator </a:t>
              </a:r>
              <a:br>
                <a:rPr lang="en-US" sz="1200" dirty="0"/>
              </a:br>
              <a:r>
                <a:rPr lang="en-US" sz="1200" dirty="0"/>
                <a:t>(JSON + table)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DC19124-863C-6515-B340-9AD712680F27}"/>
              </a:ext>
            </a:extLst>
          </p:cNvPr>
          <p:cNvGrpSpPr/>
          <p:nvPr/>
        </p:nvGrpSpPr>
        <p:grpSpPr>
          <a:xfrm>
            <a:off x="4388732" y="1941618"/>
            <a:ext cx="3371851" cy="3226375"/>
            <a:chOff x="4388732" y="1941618"/>
            <a:chExt cx="3371851" cy="3226375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88A3E3B4-CAB7-31C5-8BF5-825B14DC77B6}"/>
                </a:ext>
              </a:extLst>
            </p:cNvPr>
            <p:cNvSpPr/>
            <p:nvPr/>
          </p:nvSpPr>
          <p:spPr>
            <a:xfrm>
              <a:off x="4388732" y="1941618"/>
              <a:ext cx="3371851" cy="3226375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" name="Text Placeholder 3">
              <a:extLst>
                <a:ext uri="{FF2B5EF4-FFF2-40B4-BE49-F238E27FC236}">
                  <a16:creationId xmlns:a16="http://schemas.microsoft.com/office/drawing/2014/main" id="{58BC3745-B1B5-31A9-A2B8-1B0073535BE7}"/>
                </a:ext>
              </a:extLst>
            </p:cNvPr>
            <p:cNvSpPr txBox="1">
              <a:spLocks/>
            </p:cNvSpPr>
            <p:nvPr/>
          </p:nvSpPr>
          <p:spPr>
            <a:xfrm>
              <a:off x="4729627" y="2249673"/>
              <a:ext cx="2737041" cy="25835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>
                <a:buFont typeface="Arial" panose="020B0604020202020204" pitchFamily="34" charset="0"/>
                <a:buNone/>
              </a:pPr>
              <a:r>
                <a:rPr lang="en-US" sz="1800" b="1" dirty="0">
                  <a:solidFill>
                    <a:schemeClr val="accent2"/>
                  </a:solidFill>
                  <a:latin typeface="DM Sans 14pt" pitchFamily="2" charset="77"/>
                </a:rPr>
                <a:t>Tasks</a:t>
              </a:r>
            </a:p>
            <a:p>
              <a:pPr>
                <a:spcBef>
                  <a:spcPts val="1200"/>
                </a:spcBef>
              </a:pPr>
              <a:r>
                <a:rPr lang="en-US" sz="1200" dirty="0"/>
                <a:t>Create project scaffold + </a:t>
              </a:r>
              <a:r>
                <a:rPr lang="en-US" sz="1200" dirty="0" err="1"/>
                <a:t>pyproject.toml</a:t>
              </a:r>
              <a:endParaRPr lang="en-US" sz="1200" dirty="0"/>
            </a:p>
            <a:p>
              <a:pPr>
                <a:spcBef>
                  <a:spcPts val="1200"/>
                </a:spcBef>
              </a:pPr>
              <a:r>
                <a:rPr lang="en-US" sz="1200" dirty="0"/>
                <a:t>Build testbed connection handler</a:t>
              </a:r>
            </a:p>
            <a:p>
              <a:pPr>
                <a:spcBef>
                  <a:spcPts val="1200"/>
                </a:spcBef>
              </a:pPr>
              <a:r>
                <a:rPr lang="en-US" sz="1200" dirty="0"/>
                <a:t>Implement interface parser wrapper</a:t>
              </a:r>
            </a:p>
            <a:p>
              <a:pPr>
                <a:spcBef>
                  <a:spcPts val="1200"/>
                </a:spcBef>
              </a:pPr>
              <a:r>
                <a:rPr lang="en-US" sz="1200" dirty="0"/>
                <a:t>Build health check logic with thresholds</a:t>
              </a:r>
            </a:p>
            <a:p>
              <a:pPr>
                <a:spcBef>
                  <a:spcPts val="1200"/>
                </a:spcBef>
              </a:pPr>
              <a:r>
                <a:rPr lang="en-US" sz="1200" dirty="0"/>
                <a:t>Create report output formatters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CE47E29-7118-893E-45C6-CD3117722CA1}"/>
              </a:ext>
            </a:extLst>
          </p:cNvPr>
          <p:cNvGrpSpPr/>
          <p:nvPr/>
        </p:nvGrpSpPr>
        <p:grpSpPr>
          <a:xfrm>
            <a:off x="8021839" y="1941618"/>
            <a:ext cx="3371851" cy="3226375"/>
            <a:chOff x="8021839" y="1941618"/>
            <a:chExt cx="3371851" cy="3226375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89A57CE3-DB73-32D0-5002-5B57858713C1}"/>
                </a:ext>
              </a:extLst>
            </p:cNvPr>
            <p:cNvSpPr/>
            <p:nvPr/>
          </p:nvSpPr>
          <p:spPr>
            <a:xfrm>
              <a:off x="8021839" y="1941618"/>
              <a:ext cx="3371851" cy="3226375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" name="Text Placeholder 3">
              <a:extLst>
                <a:ext uri="{FF2B5EF4-FFF2-40B4-BE49-F238E27FC236}">
                  <a16:creationId xmlns:a16="http://schemas.microsoft.com/office/drawing/2014/main" id="{F157310F-F7C7-C5F5-1547-F8DC6A0D91BF}"/>
                </a:ext>
              </a:extLst>
            </p:cNvPr>
            <p:cNvSpPr txBox="1">
              <a:spLocks/>
            </p:cNvSpPr>
            <p:nvPr/>
          </p:nvSpPr>
          <p:spPr>
            <a:xfrm>
              <a:off x="8362735" y="2249673"/>
              <a:ext cx="2745205" cy="23468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>
                <a:buFont typeface="Arial" panose="020B0604020202020204" pitchFamily="34" charset="0"/>
                <a:buNone/>
              </a:pPr>
              <a:r>
                <a:rPr lang="en-US" sz="1800" b="1" dirty="0">
                  <a:solidFill>
                    <a:schemeClr val="accent2"/>
                  </a:solidFill>
                  <a:latin typeface="DM Sans 14pt" pitchFamily="2" charset="77"/>
                </a:rPr>
                <a:t>Implement</a:t>
              </a:r>
            </a:p>
            <a:p>
              <a:pPr>
                <a:spcBef>
                  <a:spcPts val="1200"/>
                </a:spcBef>
              </a:pPr>
              <a:r>
                <a:rPr lang="en-US" sz="1200" dirty="0"/>
                <a:t>AI generates code per task</a:t>
              </a:r>
            </a:p>
            <a:p>
              <a:pPr>
                <a:spcBef>
                  <a:spcPts val="1200"/>
                </a:spcBef>
              </a:pPr>
              <a:r>
                <a:rPr lang="en-US" sz="1200" dirty="0"/>
                <a:t>Human reviews each PR</a:t>
              </a:r>
            </a:p>
            <a:p>
              <a:pPr>
                <a:spcBef>
                  <a:spcPts val="1200"/>
                </a:spcBef>
              </a:pPr>
              <a:r>
                <a:rPr lang="en-US" sz="1200" dirty="0" err="1"/>
                <a:t>pytest</a:t>
              </a:r>
              <a:r>
                <a:rPr lang="en-US" sz="1200" dirty="0"/>
                <a:t> validates against spec</a:t>
              </a:r>
            </a:p>
            <a:p>
              <a:pPr>
                <a:spcBef>
                  <a:spcPts val="1200"/>
                </a:spcBef>
              </a:pPr>
              <a:r>
                <a:rPr lang="en-US" sz="1200" dirty="0"/>
                <a:t>Iterate until spec is met</a:t>
              </a:r>
            </a:p>
            <a:p>
              <a:pPr>
                <a:spcBef>
                  <a:spcPts val="1200"/>
                </a:spcBef>
              </a:pPr>
              <a:r>
                <a:rPr lang="en-US" sz="1200" dirty="0"/>
                <a:t>Merge when validated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90872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9464914-311F-A103-E060-0F1A0E9412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906" b="33439"/>
          <a:stretch>
            <a:fillRect/>
          </a:stretch>
        </p:blipFill>
        <p:spPr>
          <a:xfrm>
            <a:off x="5287617" y="896862"/>
            <a:ext cx="6904383" cy="5961138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26FA32E-33EA-3B41-FA6D-B742E6B89598}"/>
              </a:ext>
            </a:extLst>
          </p:cNvPr>
          <p:cNvSpPr txBox="1">
            <a:spLocks/>
          </p:cNvSpPr>
          <p:nvPr/>
        </p:nvSpPr>
        <p:spPr>
          <a:xfrm>
            <a:off x="934913" y="2334200"/>
            <a:ext cx="5161087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 b="0" i="0" u="none" strike="noStrike" cap="none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accent2"/>
                </a:solidFill>
              </a:rPr>
              <a:t>PART 4</a:t>
            </a:r>
          </a:p>
          <a:p>
            <a:pPr>
              <a:spcAft>
                <a:spcPts val="1200"/>
              </a:spcAft>
            </a:pPr>
            <a:r>
              <a:rPr lang="en-US" sz="5400" b="1" dirty="0">
                <a:latin typeface="Bebas Neue" panose="020B0606020202050201" pitchFamily="34" charset="77"/>
              </a:rPr>
              <a:t>Hands-On Guide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bg1">
                    <a:alpha val="65000"/>
                  </a:schemeClr>
                </a:solidFill>
              </a:rPr>
              <a:t>Try it yourself — step-by-step exercise</a:t>
            </a:r>
          </a:p>
        </p:txBody>
      </p:sp>
    </p:spTree>
    <p:extLst>
      <p:ext uri="{BB962C8B-B14F-4D97-AF65-F5344CB8AC3E}">
        <p14:creationId xmlns:p14="http://schemas.microsoft.com/office/powerpoint/2010/main" val="1563416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C1640-7E67-AEB2-51F4-A547F5957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791937"/>
            <a:ext cx="5929276" cy="574453"/>
          </a:xfrm>
        </p:spPr>
        <p:txBody>
          <a:bodyPr/>
          <a:lstStyle/>
          <a:p>
            <a:r>
              <a:rPr lang="en-US" dirty="0"/>
              <a:t>Try It Yourself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10CF2-D9AB-943B-B8A7-F55DD3C75ECF}"/>
              </a:ext>
            </a:extLst>
          </p:cNvPr>
          <p:cNvSpPr txBox="1"/>
          <p:nvPr/>
        </p:nvSpPr>
        <p:spPr>
          <a:xfrm>
            <a:off x="342900" y="412190"/>
            <a:ext cx="1795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20000"/>
                    <a:lumOff val="80000"/>
                  </a:schemeClr>
                </a:solidFill>
                <a:latin typeface="DM Sans 14pt" pitchFamily="2" charset="77"/>
              </a:rPr>
              <a:t>Hands-On Exercise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D8DA9E3-63EB-BE46-CF87-7F1306AF8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1510860"/>
            <a:ext cx="5978262" cy="326104"/>
          </a:xfrm>
        </p:spPr>
        <p:txBody>
          <a:bodyPr/>
          <a:lstStyle/>
          <a:p>
            <a:r>
              <a:rPr lang="en-US" sz="1400" dirty="0"/>
              <a:t>Build the </a:t>
            </a:r>
            <a:r>
              <a:rPr lang="en-US" sz="1400" dirty="0" err="1"/>
              <a:t>pyATS</a:t>
            </a:r>
            <a:r>
              <a:rPr lang="en-US" sz="1400" dirty="0"/>
              <a:t> interface health check using SDD</a:t>
            </a:r>
          </a:p>
          <a:p>
            <a:endParaRPr lang="en-US" sz="1400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0800DAB-0833-6C6A-E80C-C2AD833B0C12}"/>
              </a:ext>
            </a:extLst>
          </p:cNvPr>
          <p:cNvSpPr/>
          <p:nvPr/>
        </p:nvSpPr>
        <p:spPr>
          <a:xfrm>
            <a:off x="438866" y="2056009"/>
            <a:ext cx="9782820" cy="3177298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rgbClr val="000000"/>
              </a:gs>
              <a:gs pos="100000">
                <a:srgbClr val="1E1E1E"/>
              </a:gs>
            </a:gsLst>
            <a:lin ang="2700000" scaled="1"/>
          </a:gradFill>
          <a:ln w="3175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4FDC6AB-6459-7398-D4AD-AB5C399727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823" y="2301980"/>
            <a:ext cx="228600" cy="2286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DEAC1C8-4E28-4ED2-80DC-52DFD5264A59}"/>
              </a:ext>
            </a:extLst>
          </p:cNvPr>
          <p:cNvSpPr txBox="1"/>
          <p:nvPr/>
        </p:nvSpPr>
        <p:spPr>
          <a:xfrm>
            <a:off x="592790" y="2658296"/>
            <a:ext cx="6722409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pip install specify-cli &amp;&amp; specify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pyats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-health --integration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speckit.constitution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define read-only,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pyATS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rules</a:t>
            </a:r>
          </a:p>
          <a:p>
            <a:pPr marL="0" indent="0">
              <a:spcAft>
                <a:spcPts val="600"/>
              </a:spcAft>
              <a:buNone/>
            </a:pP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speckit.specify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describe the interface health checker</a:t>
            </a:r>
          </a:p>
          <a:p>
            <a:pPr marL="0" indent="0">
              <a:spcAft>
                <a:spcPts val="600"/>
              </a:spcAft>
              <a:buNone/>
            </a:pP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speckit.plan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Python,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pyATS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Click CLI,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speckit.tasks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atomic work items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AFED95-4751-5746-3B76-E60BE588FBE0}"/>
              </a:ext>
            </a:extLst>
          </p:cNvPr>
          <p:cNvSpPr txBox="1"/>
          <p:nvPr/>
        </p:nvSpPr>
        <p:spPr>
          <a:xfrm>
            <a:off x="7821384" y="2658296"/>
            <a:ext cx="2158849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+ Initialize</a:t>
            </a:r>
          </a:p>
          <a:p>
            <a:pPr marL="0" indent="0" algn="r">
              <a:spcAft>
                <a:spcPts val="600"/>
              </a:spcAft>
              <a:buNone/>
            </a:pPr>
            <a:endParaRPr lang="en-US" sz="1200" dirty="0">
              <a:solidFill>
                <a:schemeClr val="bg1">
                  <a:lumMod val="75000"/>
                </a:schemeClr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r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guardrails</a:t>
            </a:r>
          </a:p>
          <a:p>
            <a:pPr marL="0" indent="0" algn="r">
              <a:spcAft>
                <a:spcPts val="600"/>
              </a:spcAft>
              <a:buNone/>
            </a:pPr>
            <a:endParaRPr lang="en-US" sz="1200" dirty="0">
              <a:solidFill>
                <a:schemeClr val="bg1">
                  <a:lumMod val="75000"/>
                </a:schemeClr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r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the spec</a:t>
            </a:r>
          </a:p>
          <a:p>
            <a:pPr marL="0" indent="0" algn="r">
              <a:spcAft>
                <a:spcPts val="600"/>
              </a:spcAft>
              <a:buNone/>
            </a:pPr>
            <a:endParaRPr lang="en-US" sz="1200" dirty="0">
              <a:solidFill>
                <a:schemeClr val="bg1">
                  <a:lumMod val="75000"/>
                </a:schemeClr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r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plan</a:t>
            </a:r>
          </a:p>
          <a:p>
            <a:pPr marL="0" indent="0" algn="r">
              <a:spcAft>
                <a:spcPts val="600"/>
              </a:spcAft>
              <a:buNone/>
            </a:pPr>
            <a:endParaRPr lang="en-US" sz="1200" dirty="0">
              <a:solidFill>
                <a:schemeClr val="bg1">
                  <a:lumMod val="75000"/>
                </a:schemeClr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r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into tasks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97691B0-51BD-B37C-0934-D5791C8C8BF3}"/>
              </a:ext>
            </a:extLst>
          </p:cNvPr>
          <p:cNvCxnSpPr/>
          <p:nvPr/>
        </p:nvCxnSpPr>
        <p:spPr>
          <a:xfrm>
            <a:off x="661823" y="3020786"/>
            <a:ext cx="9318410" cy="0"/>
          </a:xfrm>
          <a:prstGeom prst="line">
            <a:avLst/>
          </a:prstGeom>
          <a:ln w="317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CE8B07-B94B-F7F9-4222-BCB968701FD2}"/>
              </a:ext>
            </a:extLst>
          </p:cNvPr>
          <p:cNvCxnSpPr/>
          <p:nvPr/>
        </p:nvCxnSpPr>
        <p:spPr>
          <a:xfrm>
            <a:off x="661823" y="3567793"/>
            <a:ext cx="9318410" cy="0"/>
          </a:xfrm>
          <a:prstGeom prst="line">
            <a:avLst/>
          </a:prstGeom>
          <a:ln w="317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F5CD149-038B-0876-59AC-137789CEDD78}"/>
              </a:ext>
            </a:extLst>
          </p:cNvPr>
          <p:cNvCxnSpPr/>
          <p:nvPr/>
        </p:nvCxnSpPr>
        <p:spPr>
          <a:xfrm>
            <a:off x="661823" y="4090307"/>
            <a:ext cx="9318410" cy="0"/>
          </a:xfrm>
          <a:prstGeom prst="line">
            <a:avLst/>
          </a:prstGeom>
          <a:ln w="317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8EDF689-3EE4-FFFB-CA3E-E17883BC9F2E}"/>
              </a:ext>
            </a:extLst>
          </p:cNvPr>
          <p:cNvCxnSpPr/>
          <p:nvPr/>
        </p:nvCxnSpPr>
        <p:spPr>
          <a:xfrm>
            <a:off x="661823" y="4612821"/>
            <a:ext cx="9318410" cy="0"/>
          </a:xfrm>
          <a:prstGeom prst="line">
            <a:avLst/>
          </a:prstGeom>
          <a:ln w="317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AC9C8E8-F6B9-A57A-D91C-6C808498ADD9}"/>
              </a:ext>
            </a:extLst>
          </p:cNvPr>
          <p:cNvSpPr txBox="1">
            <a:spLocks/>
          </p:cNvSpPr>
          <p:nvPr/>
        </p:nvSpPr>
        <p:spPr>
          <a:xfrm>
            <a:off x="438866" y="5625660"/>
            <a:ext cx="7725419" cy="326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sz="1400" dirty="0"/>
              <a:t>Full exercise available in the session resources — try it at your own pace!</a:t>
            </a: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29146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9464914-311F-A103-E060-0F1A0E9412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906" b="33439"/>
          <a:stretch>
            <a:fillRect/>
          </a:stretch>
        </p:blipFill>
        <p:spPr>
          <a:xfrm>
            <a:off x="5287617" y="896862"/>
            <a:ext cx="6904383" cy="5961138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26FA32E-33EA-3B41-FA6D-B742E6B89598}"/>
              </a:ext>
            </a:extLst>
          </p:cNvPr>
          <p:cNvSpPr txBox="1">
            <a:spLocks/>
          </p:cNvSpPr>
          <p:nvPr/>
        </p:nvSpPr>
        <p:spPr>
          <a:xfrm>
            <a:off x="934913" y="2334200"/>
            <a:ext cx="5931251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 b="0" i="0" u="none" strike="noStrike" cap="none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accent2"/>
                </a:solidFill>
              </a:rPr>
              <a:t>PART 5</a:t>
            </a:r>
          </a:p>
          <a:p>
            <a:pPr>
              <a:spcAft>
                <a:spcPts val="1200"/>
              </a:spcAft>
            </a:pPr>
            <a:r>
              <a:rPr lang="en-US" sz="5400" b="1" dirty="0" err="1">
                <a:latin typeface="Bebas Neue" panose="020B0606020202050201" pitchFamily="34" charset="77"/>
              </a:rPr>
              <a:t>Itential</a:t>
            </a:r>
            <a:r>
              <a:rPr lang="en-US" sz="5400" b="1" dirty="0">
                <a:latin typeface="Bebas Neue" panose="020B0606020202050201" pitchFamily="34" charset="77"/>
              </a:rPr>
              <a:t> + SDD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bg1">
                    <a:alpha val="65000"/>
                  </a:schemeClr>
                </a:solidFill>
              </a:rPr>
              <a:t>Builder Skills on the Anthropic Marketplace</a:t>
            </a:r>
          </a:p>
        </p:txBody>
      </p:sp>
    </p:spTree>
    <p:extLst>
      <p:ext uri="{BB962C8B-B14F-4D97-AF65-F5344CB8AC3E}">
        <p14:creationId xmlns:p14="http://schemas.microsoft.com/office/powerpoint/2010/main" val="423649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632587-7D22-928F-FB1B-A4F9E0D30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95550" y="3731546"/>
            <a:ext cx="7200900" cy="473061"/>
          </a:xfrm>
        </p:spPr>
        <p:txBody>
          <a:bodyPr/>
          <a:lstStyle/>
          <a:p>
            <a:pPr algn="ctr"/>
            <a:r>
              <a:rPr lang="en-US" sz="4000" b="1" dirty="0" err="1">
                <a:latin typeface="DM Sans 14pt SemiBold" pitchFamily="2" charset="77"/>
              </a:rPr>
              <a:t>Itential</a:t>
            </a:r>
            <a:r>
              <a:rPr lang="en-US" sz="4000" b="1" dirty="0">
                <a:latin typeface="DM Sans 14pt SemiBold" pitchFamily="2" charset="77"/>
              </a:rPr>
              <a:t> Skills for Claude Code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535462F-9647-D71D-4086-FA86D2D53B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95550" y="1028700"/>
            <a:ext cx="7200900" cy="2400300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BDA26BF-5184-8F6D-83D0-0D3527DB18E1}"/>
              </a:ext>
            </a:extLst>
          </p:cNvPr>
          <p:cNvSpPr txBox="1">
            <a:spLocks/>
          </p:cNvSpPr>
          <p:nvPr/>
        </p:nvSpPr>
        <p:spPr>
          <a:xfrm>
            <a:off x="2495550" y="4409181"/>
            <a:ext cx="7200900" cy="47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algn="ctr"/>
            <a:r>
              <a:rPr lang="en-US" sz="2400" b="1" dirty="0">
                <a:solidFill>
                  <a:schemeClr val="accent2"/>
                </a:solidFill>
                <a:latin typeface="DM Sans 14pt SemiBold" pitchFamily="2" charset="77"/>
              </a:rPr>
              <a:t>Builder Skills on the Anthropic Marketplace</a:t>
            </a: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BAFB5AF0-4FB4-3596-2E7D-22D8334B87F0}"/>
              </a:ext>
            </a:extLst>
          </p:cNvPr>
          <p:cNvSpPr/>
          <p:nvPr/>
        </p:nvSpPr>
        <p:spPr>
          <a:xfrm>
            <a:off x="2255520" y="508681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From Spec to Deployed — in Minutes, Not Months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956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49674-84D0-9256-90A5-86869480A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6" y="457201"/>
            <a:ext cx="5657133" cy="547006"/>
          </a:xfrm>
        </p:spPr>
        <p:txBody>
          <a:bodyPr/>
          <a:lstStyle/>
          <a:p>
            <a:r>
              <a:rPr lang="en-US" dirty="0" err="1"/>
              <a:t>Itential</a:t>
            </a:r>
            <a:r>
              <a:rPr lang="en-US" dirty="0"/>
              <a:t> Agentic Builder Skills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60606-8249-F5C5-FF50-C4210F6D0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6" y="1159796"/>
            <a:ext cx="7905033" cy="390145"/>
          </a:xfrm>
        </p:spPr>
        <p:txBody>
          <a:bodyPr/>
          <a:lstStyle/>
          <a:p>
            <a:r>
              <a:rPr lang="en-US" dirty="0"/>
              <a:t>AI agent skills for Claude Code that implement SDD for infrastructure automation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B32F7-2173-D4FB-0B0E-FA90B075055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859487" y="1884558"/>
            <a:ext cx="2566306" cy="3382679"/>
          </a:xfrm>
        </p:spPr>
        <p:txBody>
          <a:bodyPr/>
          <a:lstStyle/>
          <a:p>
            <a:pPr marL="7938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  <a:latin typeface="DM Sans 14pt" pitchFamily="2" charset="77"/>
              </a:rPr>
              <a:t>What They Build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Workflows</a:t>
            </a:r>
          </a:p>
          <a:p>
            <a:pPr>
              <a:spcAft>
                <a:spcPts val="1200"/>
              </a:spcAft>
            </a:pPr>
            <a:r>
              <a:rPr lang="en-US" sz="1400" dirty="0" err="1"/>
              <a:t>FlowAgents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/>
              <a:t>Command Templates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Config Manager Assets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Lifecycle Manager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IAG Services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Python Scripts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Ansible Playbooks</a:t>
            </a:r>
          </a:p>
          <a:p>
            <a:pPr>
              <a:spcAft>
                <a:spcPts val="1200"/>
              </a:spcAft>
            </a:pPr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019FCF5-A25D-8D73-C2DD-860A6269CCAA}"/>
              </a:ext>
            </a:extLst>
          </p:cNvPr>
          <p:cNvGrpSpPr/>
          <p:nvPr/>
        </p:nvGrpSpPr>
        <p:grpSpPr>
          <a:xfrm>
            <a:off x="536838" y="3324217"/>
            <a:ext cx="6080680" cy="825985"/>
            <a:chOff x="536838" y="3324217"/>
            <a:chExt cx="6080680" cy="825985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538574F-4BEA-3493-4E0E-0AB1B20F363F}"/>
                </a:ext>
              </a:extLst>
            </p:cNvPr>
            <p:cNvSpPr/>
            <p:nvPr/>
          </p:nvSpPr>
          <p:spPr>
            <a:xfrm>
              <a:off x="536838" y="3324217"/>
              <a:ext cx="6080680" cy="825985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rgbClr val="000000"/>
                </a:gs>
                <a:gs pos="100000">
                  <a:srgbClr val="1E1E1E"/>
                </a:gs>
              </a:gsLst>
              <a:lin ang="2700000" scaled="1"/>
            </a:gradFill>
            <a:ln w="3175">
              <a:solidFill>
                <a:schemeClr val="bg1">
                  <a:lumMod val="50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37BFACBF-F937-B970-1DF1-62F4B1312A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59795" y="3478458"/>
              <a:ext cx="228600" cy="2286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45B967F-8FB8-0BA2-06C8-A71AD756A30C}"/>
                </a:ext>
              </a:extLst>
            </p:cNvPr>
            <p:cNvSpPr txBox="1"/>
            <p:nvPr/>
          </p:nvSpPr>
          <p:spPr>
            <a:xfrm>
              <a:off x="690762" y="3728315"/>
              <a:ext cx="453438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/plugin marketplace add </a:t>
              </a:r>
              <a:r>
                <a:rPr lang="en-US" sz="1200" dirty="0" err="1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itential</a:t>
              </a: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/builder-skills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8E38910-D416-AC7E-E7D3-850BAB61478B}"/>
              </a:ext>
            </a:extLst>
          </p:cNvPr>
          <p:cNvGrpSpPr/>
          <p:nvPr/>
        </p:nvGrpSpPr>
        <p:grpSpPr>
          <a:xfrm>
            <a:off x="536838" y="1937104"/>
            <a:ext cx="1948550" cy="1183687"/>
            <a:chOff x="536838" y="1937104"/>
            <a:chExt cx="1948550" cy="1183687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29639B10-7AC2-C194-701B-995F327E4902}"/>
                </a:ext>
              </a:extLst>
            </p:cNvPr>
            <p:cNvSpPr/>
            <p:nvPr/>
          </p:nvSpPr>
          <p:spPr>
            <a:xfrm>
              <a:off x="536838" y="1937104"/>
              <a:ext cx="1948550" cy="1183687"/>
            </a:xfrm>
            <a:prstGeom prst="roundRect">
              <a:avLst>
                <a:gd name="adj" fmla="val 4242"/>
              </a:avLst>
            </a:prstGeom>
            <a:solidFill>
              <a:schemeClr val="tx1"/>
            </a:solidFill>
            <a:ln w="3175">
              <a:solidFill>
                <a:schemeClr val="bg1">
                  <a:lumMod val="50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CE72974F-2415-A9A2-2522-2F996B7C75B1}"/>
                </a:ext>
              </a:extLst>
            </p:cNvPr>
            <p:cNvSpPr txBox="1">
              <a:spLocks/>
            </p:cNvSpPr>
            <p:nvPr/>
          </p:nvSpPr>
          <p:spPr>
            <a:xfrm>
              <a:off x="1306004" y="2085245"/>
              <a:ext cx="410219" cy="574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3733" b="0" i="0" u="none" strike="noStrike" cap="none">
                  <a:solidFill>
                    <a:schemeClr val="bg1"/>
                  </a:solidFill>
                  <a:latin typeface="Bebas Neue" panose="020B0606020202050201" pitchFamily="34" charset="77"/>
                  <a:ea typeface="Inter"/>
                  <a:cs typeface="Bebas Neue" panose="020B0606020202050201" pitchFamily="34" charset="77"/>
                  <a:sym typeface="Inter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algn="ctr"/>
              <a:r>
                <a:rPr lang="en-US" dirty="0">
                  <a:solidFill>
                    <a:schemeClr val="accent2">
                      <a:lumMod val="20000"/>
                      <a:lumOff val="80000"/>
                    </a:schemeClr>
                  </a:solidFill>
                </a:rPr>
                <a:t>1</a:t>
              </a:r>
            </a:p>
          </p:txBody>
        </p:sp>
        <p:sp>
          <p:nvSpPr>
            <p:cNvPr id="12" name="Title 1">
              <a:extLst>
                <a:ext uri="{FF2B5EF4-FFF2-40B4-BE49-F238E27FC236}">
                  <a16:creationId xmlns:a16="http://schemas.microsoft.com/office/drawing/2014/main" id="{8B159A91-1585-6E7C-8BD3-90B0F2942C73}"/>
                </a:ext>
              </a:extLst>
            </p:cNvPr>
            <p:cNvSpPr txBox="1">
              <a:spLocks/>
            </p:cNvSpPr>
            <p:nvPr/>
          </p:nvSpPr>
          <p:spPr>
            <a:xfrm>
              <a:off x="1063794" y="2659698"/>
              <a:ext cx="894638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3733" b="0" i="0" u="none" strike="noStrike" cap="none">
                  <a:solidFill>
                    <a:schemeClr val="bg1"/>
                  </a:solidFill>
                  <a:latin typeface="Bebas Neue" panose="020B0606020202050201" pitchFamily="34" charset="77"/>
                  <a:ea typeface="Inter"/>
                  <a:cs typeface="Bebas Neue" panose="020B0606020202050201" pitchFamily="34" charset="77"/>
                  <a:sym typeface="Inter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algn="ctr"/>
              <a:r>
                <a:rPr lang="en-US" sz="1600" dirty="0">
                  <a:latin typeface="DM Sans 14pt" pitchFamily="2" charset="77"/>
                </a:rPr>
                <a:t>Plugin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5DCE530-A9B8-F5C2-B084-FB7D66E83E26}"/>
              </a:ext>
            </a:extLst>
          </p:cNvPr>
          <p:cNvGrpSpPr/>
          <p:nvPr/>
        </p:nvGrpSpPr>
        <p:grpSpPr>
          <a:xfrm>
            <a:off x="2602903" y="1937104"/>
            <a:ext cx="1948550" cy="1183687"/>
            <a:chOff x="2602903" y="1937104"/>
            <a:chExt cx="1948550" cy="1183687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AADD4D52-C8F2-F8CC-8B83-C3AAF0FDE46D}"/>
                </a:ext>
              </a:extLst>
            </p:cNvPr>
            <p:cNvSpPr/>
            <p:nvPr/>
          </p:nvSpPr>
          <p:spPr>
            <a:xfrm>
              <a:off x="2602903" y="1937104"/>
              <a:ext cx="1948550" cy="1183687"/>
            </a:xfrm>
            <a:prstGeom prst="roundRect">
              <a:avLst>
                <a:gd name="adj" fmla="val 4242"/>
              </a:avLst>
            </a:prstGeom>
            <a:solidFill>
              <a:schemeClr val="tx1"/>
            </a:solidFill>
            <a:ln w="3175">
              <a:solidFill>
                <a:schemeClr val="bg1">
                  <a:lumMod val="50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0C6B2828-D10E-E696-630D-F638359A6FF9}"/>
                </a:ext>
              </a:extLst>
            </p:cNvPr>
            <p:cNvSpPr txBox="1">
              <a:spLocks/>
            </p:cNvSpPr>
            <p:nvPr/>
          </p:nvSpPr>
          <p:spPr>
            <a:xfrm>
              <a:off x="3372069" y="2085245"/>
              <a:ext cx="410219" cy="574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3733" b="0" i="0" u="none" strike="noStrike" cap="none">
                  <a:solidFill>
                    <a:schemeClr val="bg1"/>
                  </a:solidFill>
                  <a:latin typeface="Bebas Neue" panose="020B0606020202050201" pitchFamily="34" charset="77"/>
                  <a:ea typeface="Inter"/>
                  <a:cs typeface="Bebas Neue" panose="020B0606020202050201" pitchFamily="34" charset="77"/>
                  <a:sym typeface="Inter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algn="ctr"/>
              <a:r>
                <a:rPr lang="en-US" dirty="0">
                  <a:solidFill>
                    <a:schemeClr val="accent2">
                      <a:lumMod val="20000"/>
                      <a:lumOff val="80000"/>
                    </a:schemeClr>
                  </a:solidFill>
                </a:rPr>
                <a:t>13</a:t>
              </a:r>
            </a:p>
          </p:txBody>
        </p:sp>
        <p:sp>
          <p:nvSpPr>
            <p:cNvPr id="14" name="Title 1">
              <a:extLst>
                <a:ext uri="{FF2B5EF4-FFF2-40B4-BE49-F238E27FC236}">
                  <a16:creationId xmlns:a16="http://schemas.microsoft.com/office/drawing/2014/main" id="{3581A309-152F-E28A-1F2B-0C2B773E408E}"/>
                </a:ext>
              </a:extLst>
            </p:cNvPr>
            <p:cNvSpPr txBox="1">
              <a:spLocks/>
            </p:cNvSpPr>
            <p:nvPr/>
          </p:nvSpPr>
          <p:spPr>
            <a:xfrm>
              <a:off x="3129859" y="2659698"/>
              <a:ext cx="894638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3733" b="0" i="0" u="none" strike="noStrike" cap="none">
                  <a:solidFill>
                    <a:schemeClr val="bg1"/>
                  </a:solidFill>
                  <a:latin typeface="Bebas Neue" panose="020B0606020202050201" pitchFamily="34" charset="77"/>
                  <a:ea typeface="Inter"/>
                  <a:cs typeface="Bebas Neue" panose="020B0606020202050201" pitchFamily="34" charset="77"/>
                  <a:sym typeface="Inter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algn="ctr"/>
              <a:r>
                <a:rPr lang="en-US" sz="1600" dirty="0">
                  <a:latin typeface="DM Sans 14pt" pitchFamily="2" charset="77"/>
                </a:rPr>
                <a:t>Skills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A4BCDAE-9DF2-E0A1-701C-05F09F3E7985}"/>
              </a:ext>
            </a:extLst>
          </p:cNvPr>
          <p:cNvGrpSpPr/>
          <p:nvPr/>
        </p:nvGrpSpPr>
        <p:grpSpPr>
          <a:xfrm>
            <a:off x="4668968" y="1937104"/>
            <a:ext cx="1948550" cy="1183687"/>
            <a:chOff x="4668968" y="1937104"/>
            <a:chExt cx="1948550" cy="1183687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9A1F85FF-A03B-99A9-9E84-F8B298434601}"/>
                </a:ext>
              </a:extLst>
            </p:cNvPr>
            <p:cNvSpPr/>
            <p:nvPr/>
          </p:nvSpPr>
          <p:spPr>
            <a:xfrm>
              <a:off x="4668968" y="1937104"/>
              <a:ext cx="1948550" cy="1183687"/>
            </a:xfrm>
            <a:prstGeom prst="roundRect">
              <a:avLst>
                <a:gd name="adj" fmla="val 4242"/>
              </a:avLst>
            </a:prstGeom>
            <a:solidFill>
              <a:schemeClr val="tx1"/>
            </a:solidFill>
            <a:ln w="3175">
              <a:solidFill>
                <a:schemeClr val="bg1">
                  <a:lumMod val="50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Title 1">
              <a:extLst>
                <a:ext uri="{FF2B5EF4-FFF2-40B4-BE49-F238E27FC236}">
                  <a16:creationId xmlns:a16="http://schemas.microsoft.com/office/drawing/2014/main" id="{272F447C-DAAD-6693-37C1-8481ECE87404}"/>
                </a:ext>
              </a:extLst>
            </p:cNvPr>
            <p:cNvSpPr txBox="1">
              <a:spLocks/>
            </p:cNvSpPr>
            <p:nvPr/>
          </p:nvSpPr>
          <p:spPr>
            <a:xfrm>
              <a:off x="5438134" y="2085245"/>
              <a:ext cx="410219" cy="574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3733" b="0" i="0" u="none" strike="noStrike" cap="none">
                  <a:solidFill>
                    <a:schemeClr val="bg1"/>
                  </a:solidFill>
                  <a:latin typeface="Bebas Neue" panose="020B0606020202050201" pitchFamily="34" charset="77"/>
                  <a:ea typeface="Inter"/>
                  <a:cs typeface="Bebas Neue" panose="020B0606020202050201" pitchFamily="34" charset="77"/>
                  <a:sym typeface="Inter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algn="ctr"/>
              <a:r>
                <a:rPr lang="en-US" dirty="0">
                  <a:solidFill>
                    <a:schemeClr val="accent2">
                      <a:lumMod val="20000"/>
                      <a:lumOff val="80000"/>
                    </a:schemeClr>
                  </a:solidFill>
                </a:rPr>
                <a:t>3</a:t>
              </a:r>
            </a:p>
          </p:txBody>
        </p:sp>
        <p:sp>
          <p:nvSpPr>
            <p:cNvPr id="16" name="Title 1">
              <a:extLst>
                <a:ext uri="{FF2B5EF4-FFF2-40B4-BE49-F238E27FC236}">
                  <a16:creationId xmlns:a16="http://schemas.microsoft.com/office/drawing/2014/main" id="{B746A765-816A-EFD7-1068-B97ACA5E1D4C}"/>
                </a:ext>
              </a:extLst>
            </p:cNvPr>
            <p:cNvSpPr txBox="1">
              <a:spLocks/>
            </p:cNvSpPr>
            <p:nvPr/>
          </p:nvSpPr>
          <p:spPr>
            <a:xfrm>
              <a:off x="4729199" y="2659698"/>
              <a:ext cx="1828088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3733" b="0" i="0" u="none" strike="noStrike" cap="none">
                  <a:solidFill>
                    <a:schemeClr val="bg1"/>
                  </a:solidFill>
                  <a:latin typeface="Bebas Neue" panose="020B0606020202050201" pitchFamily="34" charset="77"/>
                  <a:ea typeface="Inter"/>
                  <a:cs typeface="Bebas Neue" panose="020B0606020202050201" pitchFamily="34" charset="77"/>
                  <a:sym typeface="Inter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Inter"/>
                <a:buNone/>
                <a:defRPr sz="2400" b="1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algn="ctr"/>
              <a:r>
                <a:rPr lang="en-US" sz="1600" dirty="0">
                  <a:latin typeface="DM Sans 14pt" pitchFamily="2" charset="77"/>
                </a:rPr>
                <a:t>Delivery Agents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5235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FF27C-5ACC-0811-F0E5-F77C09D30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The 3 Delivery Agents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C0EA0-818B-EFF7-708D-50D950A92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1159796"/>
            <a:ext cx="7937690" cy="260790"/>
          </a:xfrm>
        </p:spPr>
        <p:txBody>
          <a:bodyPr/>
          <a:lstStyle/>
          <a:p>
            <a:r>
              <a:rPr lang="en-US" dirty="0"/>
              <a:t>Each agent has a defined responsibility — lifecycle clarity, not agent proliferation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10465CD-F73C-059C-B21D-5AF4C973D5B4}"/>
              </a:ext>
            </a:extLst>
          </p:cNvPr>
          <p:cNvGrpSpPr/>
          <p:nvPr/>
        </p:nvGrpSpPr>
        <p:grpSpPr>
          <a:xfrm>
            <a:off x="738023" y="1949499"/>
            <a:ext cx="9318410" cy="876809"/>
            <a:chOff x="738023" y="1949499"/>
            <a:chExt cx="9318410" cy="87680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238DB1A-8268-10DB-BA16-4D16CEE4A23A}"/>
                </a:ext>
              </a:extLst>
            </p:cNvPr>
            <p:cNvSpPr txBox="1"/>
            <p:nvPr/>
          </p:nvSpPr>
          <p:spPr>
            <a:xfrm>
              <a:off x="1249851" y="1949499"/>
              <a:ext cx="6517105" cy="6642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200"/>
                </a:lnSpc>
                <a:spcAft>
                  <a:spcPts val="600"/>
                </a:spcAft>
                <a:buNone/>
              </a:pPr>
              <a:r>
                <a:rPr lang="en-US" sz="1600" dirty="0">
                  <a:solidFill>
                    <a:schemeClr val="accent2"/>
                  </a:solidFill>
                  <a:latin typeface="DM Sans 14pt" pitchFamily="2" charset="77"/>
                </a:rPr>
                <a:t>Spec Agent</a:t>
              </a:r>
            </a:p>
            <a:p>
              <a:pPr>
                <a:lnSpc>
                  <a:spcPts val="1800"/>
                </a:lnSpc>
                <a:spcAft>
                  <a:spcPts val="600"/>
                </a:spcAft>
                <a:buClr>
                  <a:schemeClr val="accent2"/>
                </a:buClr>
              </a:pPr>
              <a:r>
                <a:rPr lang="en-US" sz="12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Captures and structures the automation intent from plain-language descriptions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1C191BBE-57D5-5529-FE9A-328D49003F5A}"/>
                </a:ext>
              </a:extLst>
            </p:cNvPr>
            <p:cNvSpPr/>
            <p:nvPr/>
          </p:nvSpPr>
          <p:spPr>
            <a:xfrm>
              <a:off x="782480" y="1969391"/>
              <a:ext cx="328578" cy="328578"/>
            </a:xfrm>
            <a:prstGeom prst="round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  <a:gs pos="50000">
                  <a:schemeClr val="tx1"/>
                </a:gs>
              </a:gsLst>
              <a:lin ang="13500000" scaled="1"/>
              <a:tileRect/>
            </a:gradFill>
            <a:ln w="63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E7E4F39D-F56E-E340-6E5F-8FC49B628F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53888" y="2046166"/>
              <a:ext cx="186297" cy="186297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65E7B6B-F3A0-3EB5-6FBF-136DB207E830}"/>
                </a:ext>
              </a:extLst>
            </p:cNvPr>
            <p:cNvCxnSpPr/>
            <p:nvPr/>
          </p:nvCxnSpPr>
          <p:spPr>
            <a:xfrm>
              <a:off x="738023" y="2826308"/>
              <a:ext cx="9318410" cy="0"/>
            </a:xfrm>
            <a:prstGeom prst="line">
              <a:avLst/>
            </a:prstGeom>
            <a:ln w="317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CD6E90C-CAFB-8F31-02FD-CEE2AE228805}"/>
                </a:ext>
              </a:extLst>
            </p:cNvPr>
            <p:cNvSpPr txBox="1"/>
            <p:nvPr/>
          </p:nvSpPr>
          <p:spPr>
            <a:xfrm>
              <a:off x="8822267" y="2041488"/>
              <a:ext cx="1234166" cy="3436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ts val="2200"/>
                </a:lnSpc>
                <a:spcAft>
                  <a:spcPts val="600"/>
                </a:spcAft>
                <a:buNone/>
              </a:pPr>
              <a:r>
                <a:rPr lang="en-US" sz="1200" dirty="0">
                  <a:solidFill>
                    <a:schemeClr val="bg1">
                      <a:lumMod val="7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Requirements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ED4357A-4F09-A795-6EA4-5873D24C3F53}"/>
              </a:ext>
            </a:extLst>
          </p:cNvPr>
          <p:cNvGrpSpPr/>
          <p:nvPr/>
        </p:nvGrpSpPr>
        <p:grpSpPr>
          <a:xfrm>
            <a:off x="738023" y="3096858"/>
            <a:ext cx="9318410" cy="870731"/>
            <a:chOff x="738023" y="3096858"/>
            <a:chExt cx="9318410" cy="87073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0EF88F0-5362-1DF1-DB15-B8809BA807C5}"/>
                </a:ext>
              </a:extLst>
            </p:cNvPr>
            <p:cNvSpPr txBox="1"/>
            <p:nvPr/>
          </p:nvSpPr>
          <p:spPr>
            <a:xfrm>
              <a:off x="1249851" y="3096858"/>
              <a:ext cx="6517105" cy="6642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200"/>
                </a:lnSpc>
                <a:spcAft>
                  <a:spcPts val="600"/>
                </a:spcAft>
                <a:buNone/>
              </a:pPr>
              <a:r>
                <a:rPr lang="en-US" sz="1600" dirty="0">
                  <a:solidFill>
                    <a:schemeClr val="accent2"/>
                  </a:solidFill>
                  <a:latin typeface="DM Sans 14pt" pitchFamily="2" charset="77"/>
                </a:rPr>
                <a:t>Solution Arch Agent</a:t>
              </a:r>
            </a:p>
            <a:p>
              <a:pPr>
                <a:lnSpc>
                  <a:spcPts val="1800"/>
                </a:lnSpc>
                <a:spcAft>
                  <a:spcPts val="600"/>
                </a:spcAft>
                <a:buClr>
                  <a:schemeClr val="accent2"/>
                </a:buClr>
              </a:pPr>
              <a:r>
                <a:rPr lang="en-US" sz="12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Validates feasibility, discovers platform adapters, designs the solution architecture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37F671C7-485E-57CB-5360-7D8D84D45804}"/>
                </a:ext>
              </a:extLst>
            </p:cNvPr>
            <p:cNvSpPr/>
            <p:nvPr/>
          </p:nvSpPr>
          <p:spPr>
            <a:xfrm>
              <a:off x="782480" y="3100422"/>
              <a:ext cx="328578" cy="328578"/>
            </a:xfrm>
            <a:prstGeom prst="round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  <a:gs pos="50000">
                  <a:schemeClr val="tx1"/>
                </a:gs>
              </a:gsLst>
              <a:lin ang="13500000" scaled="1"/>
              <a:tileRect/>
            </a:gradFill>
            <a:ln w="63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B2E56E7D-D04F-1364-CA16-4620D1EDFA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3888" y="3178962"/>
              <a:ext cx="186297" cy="186297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EABED7-90A9-FC1A-E134-DAE835C96692}"/>
                </a:ext>
              </a:extLst>
            </p:cNvPr>
            <p:cNvCxnSpPr/>
            <p:nvPr/>
          </p:nvCxnSpPr>
          <p:spPr>
            <a:xfrm>
              <a:off x="738023" y="3967589"/>
              <a:ext cx="9318410" cy="0"/>
            </a:xfrm>
            <a:prstGeom prst="line">
              <a:avLst/>
            </a:prstGeom>
            <a:ln w="317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53803B6-7B8E-A5B1-2105-C6B2E076F446}"/>
                </a:ext>
              </a:extLst>
            </p:cNvPr>
            <p:cNvSpPr txBox="1"/>
            <p:nvPr/>
          </p:nvSpPr>
          <p:spPr>
            <a:xfrm>
              <a:off x="8390467" y="3182806"/>
              <a:ext cx="1665966" cy="3436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ts val="2200"/>
                </a:lnSpc>
                <a:spcAft>
                  <a:spcPts val="600"/>
                </a:spcAft>
                <a:buNone/>
              </a:pPr>
              <a:r>
                <a:rPr lang="en-US" sz="1200" dirty="0">
                  <a:solidFill>
                    <a:schemeClr val="bg1">
                      <a:lumMod val="7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Feasibility + Design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043856D-BB3E-AF04-F8B4-15A5259D6C16}"/>
              </a:ext>
            </a:extLst>
          </p:cNvPr>
          <p:cNvGrpSpPr/>
          <p:nvPr/>
        </p:nvGrpSpPr>
        <p:grpSpPr>
          <a:xfrm>
            <a:off x="782480" y="4244217"/>
            <a:ext cx="9273953" cy="664284"/>
            <a:chOff x="782480" y="4244217"/>
            <a:chExt cx="9273953" cy="66428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7A153C1-93BD-8226-1944-5C3A4F452AD7}"/>
                </a:ext>
              </a:extLst>
            </p:cNvPr>
            <p:cNvSpPr txBox="1"/>
            <p:nvPr/>
          </p:nvSpPr>
          <p:spPr>
            <a:xfrm>
              <a:off x="1249851" y="4244217"/>
              <a:ext cx="6517105" cy="6642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200"/>
                </a:lnSpc>
                <a:spcAft>
                  <a:spcPts val="600"/>
                </a:spcAft>
                <a:buNone/>
              </a:pPr>
              <a:r>
                <a:rPr lang="en-US" sz="1600" dirty="0">
                  <a:solidFill>
                    <a:schemeClr val="accent2"/>
                  </a:solidFill>
                  <a:latin typeface="DM Sans 14pt" pitchFamily="2" charset="77"/>
                </a:rPr>
                <a:t>Builder Agent</a:t>
              </a:r>
            </a:p>
            <a:p>
              <a:pPr>
                <a:lnSpc>
                  <a:spcPts val="1800"/>
                </a:lnSpc>
                <a:spcAft>
                  <a:spcPts val="600"/>
                </a:spcAft>
                <a:buClr>
                  <a:schemeClr val="accent2"/>
                </a:buClr>
              </a:pPr>
              <a:r>
                <a:rPr lang="en-US" sz="12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Generates, deploys, tests, and documents all platform assets from the design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9623CFE3-1686-E68E-3530-7015E272C281}"/>
                </a:ext>
              </a:extLst>
            </p:cNvPr>
            <p:cNvSpPr/>
            <p:nvPr/>
          </p:nvSpPr>
          <p:spPr>
            <a:xfrm>
              <a:off x="782480" y="4247781"/>
              <a:ext cx="328578" cy="328578"/>
            </a:xfrm>
            <a:prstGeom prst="round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  <a:gs pos="50000">
                  <a:schemeClr val="tx1"/>
                </a:gs>
              </a:gsLst>
              <a:lin ang="13500000" scaled="1"/>
              <a:tileRect/>
            </a:gradFill>
            <a:ln w="63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67281CB5-236B-460F-FDBA-C9C1B50098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69029" y="4325397"/>
              <a:ext cx="173346" cy="173346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2ECBD56-651A-97FC-B2C9-A8557B94B90B}"/>
                </a:ext>
              </a:extLst>
            </p:cNvPr>
            <p:cNvSpPr txBox="1"/>
            <p:nvPr/>
          </p:nvSpPr>
          <p:spPr>
            <a:xfrm>
              <a:off x="8390467" y="4325397"/>
              <a:ext cx="1665966" cy="3436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ts val="2200"/>
                </a:lnSpc>
                <a:spcAft>
                  <a:spcPts val="600"/>
                </a:spcAft>
                <a:buNone/>
              </a:pPr>
              <a:r>
                <a:rPr lang="en-US" sz="1200" dirty="0">
                  <a:solidFill>
                    <a:schemeClr val="bg1">
                      <a:lumMod val="7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Build + As-Built</a:t>
              </a:r>
            </a:p>
          </p:txBody>
        </p:sp>
      </p:grp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64EEFA6-F663-AB6C-0E32-518889E9F996}"/>
              </a:ext>
            </a:extLst>
          </p:cNvPr>
          <p:cNvSpPr txBox="1">
            <a:spLocks/>
          </p:cNvSpPr>
          <p:nvPr/>
        </p:nvSpPr>
        <p:spPr>
          <a:xfrm>
            <a:off x="438867" y="5437414"/>
            <a:ext cx="7937690" cy="260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dirty="0"/>
              <a:t>Requirements  →  Feasibility  →  Design  →  Build  →  As-Built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928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860C0-CB95-888E-2BFF-C497F468A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11338266" cy="574453"/>
          </a:xfrm>
        </p:spPr>
        <p:txBody>
          <a:bodyPr/>
          <a:lstStyle/>
          <a:p>
            <a:pPr algn="ctr"/>
            <a:r>
              <a:rPr lang="en-US" dirty="0"/>
              <a:t>The Speed of SDD + </a:t>
            </a:r>
            <a:r>
              <a:rPr lang="en-US" dirty="0" err="1"/>
              <a:t>Itential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004EE8-581D-AE3A-F4AA-41B67117E6EA}"/>
              </a:ext>
            </a:extLst>
          </p:cNvPr>
          <p:cNvSpPr txBox="1"/>
          <p:nvPr/>
        </p:nvSpPr>
        <p:spPr>
          <a:xfrm>
            <a:off x="1857048" y="5020753"/>
            <a:ext cx="8183456" cy="953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2">
                    <a:lumMod val="20000"/>
                    <a:lumOff val="80000"/>
                  </a:schemeClr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Real Example</a:t>
            </a:r>
          </a:p>
          <a:p>
            <a:pPr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complete 10-task DNS provisioning workflow with Operations Manager form — deployed in under 20 minutes from a single spec.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C6FC88-6284-F04A-AD60-7F2BC5575026}"/>
              </a:ext>
            </a:extLst>
          </p:cNvPr>
          <p:cNvGrpSpPr/>
          <p:nvPr/>
        </p:nvGrpSpPr>
        <p:grpSpPr>
          <a:xfrm>
            <a:off x="1857048" y="1544740"/>
            <a:ext cx="3569797" cy="2962926"/>
            <a:chOff x="1857048" y="1544740"/>
            <a:chExt cx="3569797" cy="2962926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A5EB5FD4-F9EC-A31E-DF03-ABB766EC6A89}"/>
                </a:ext>
              </a:extLst>
            </p:cNvPr>
            <p:cNvSpPr/>
            <p:nvPr/>
          </p:nvSpPr>
          <p:spPr>
            <a:xfrm>
              <a:off x="1857048" y="1544740"/>
              <a:ext cx="3569797" cy="2962926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" name="Text Placeholder 2">
              <a:extLst>
                <a:ext uri="{FF2B5EF4-FFF2-40B4-BE49-F238E27FC236}">
                  <a16:creationId xmlns:a16="http://schemas.microsoft.com/office/drawing/2014/main" id="{5FC9C7D3-3966-605B-8B9E-13C57D571693}"/>
                </a:ext>
              </a:extLst>
            </p:cNvPr>
            <p:cNvSpPr txBox="1">
              <a:spLocks/>
            </p:cNvSpPr>
            <p:nvPr/>
          </p:nvSpPr>
          <p:spPr>
            <a:xfrm>
              <a:off x="1857048" y="1846581"/>
              <a:ext cx="3569797" cy="3179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algn="ctr"/>
              <a:r>
                <a:rPr lang="en-US" b="1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DM Sans 14pt" pitchFamily="2" charset="77"/>
                </a:rPr>
                <a:t>Traditional Approach</a:t>
              </a:r>
            </a:p>
            <a:p>
              <a:pPr algn="ctr"/>
              <a:endPara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DM Sans 14pt" pitchFamily="2" charset="77"/>
              </a:endParaRPr>
            </a:p>
          </p:txBody>
        </p:sp>
        <p:sp>
          <p:nvSpPr>
            <p:cNvPr id="22" name="Text Placeholder 2">
              <a:extLst>
                <a:ext uri="{FF2B5EF4-FFF2-40B4-BE49-F238E27FC236}">
                  <a16:creationId xmlns:a16="http://schemas.microsoft.com/office/drawing/2014/main" id="{614BC34F-7E39-FB0E-D2D4-78E146CC96D8}"/>
                </a:ext>
              </a:extLst>
            </p:cNvPr>
            <p:cNvSpPr txBox="1">
              <a:spLocks/>
            </p:cNvSpPr>
            <p:nvPr/>
          </p:nvSpPr>
          <p:spPr>
            <a:xfrm>
              <a:off x="2474824" y="2890588"/>
              <a:ext cx="2334244" cy="3179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algn="ctr"/>
              <a:r>
                <a:rPr lang="en-US" sz="2400" dirty="0">
                  <a:solidFill>
                    <a:schemeClr val="accent3"/>
                  </a:solidFill>
                  <a:latin typeface="DM Sans 14pt" pitchFamily="2" charset="77"/>
                </a:rPr>
                <a:t>Days to Weeks to Months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6685009-B078-44E5-AE29-25174EAC2CBC}"/>
                </a:ext>
              </a:extLst>
            </p:cNvPr>
            <p:cNvSpPr txBox="1"/>
            <p:nvPr/>
          </p:nvSpPr>
          <p:spPr>
            <a:xfrm>
              <a:off x="2195425" y="3728885"/>
              <a:ext cx="2893042" cy="491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ts val="1600"/>
                </a:lnSpc>
                <a:spcAft>
                  <a:spcPts val="600"/>
                </a:spcAft>
                <a:buNone/>
              </a:pPr>
              <a:r>
                <a:rPr lang="en-US" sz="1100" dirty="0">
                  <a:solidFill>
                    <a:schemeClr val="bg1">
                      <a:lumMod val="7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Manual task wiring, adapter config, design decisions in someone's head</a:t>
              </a:r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03C31DDA-A3DF-65E8-6AE4-00327126A2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434854" y="2259270"/>
              <a:ext cx="414183" cy="414183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2B70DB6-7D34-947C-CA5C-7A68A8FD9B9C}"/>
              </a:ext>
            </a:extLst>
          </p:cNvPr>
          <p:cNvGrpSpPr/>
          <p:nvPr/>
        </p:nvGrpSpPr>
        <p:grpSpPr>
          <a:xfrm>
            <a:off x="6470708" y="1544740"/>
            <a:ext cx="3569797" cy="2962926"/>
            <a:chOff x="6470708" y="1544740"/>
            <a:chExt cx="3569797" cy="2962926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D4293BD0-1D15-F65A-9AFB-2EA568BA11C7}"/>
                </a:ext>
              </a:extLst>
            </p:cNvPr>
            <p:cNvSpPr/>
            <p:nvPr/>
          </p:nvSpPr>
          <p:spPr>
            <a:xfrm>
              <a:off x="6470708" y="1544740"/>
              <a:ext cx="3569797" cy="2962926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Text Placeholder 2">
              <a:extLst>
                <a:ext uri="{FF2B5EF4-FFF2-40B4-BE49-F238E27FC236}">
                  <a16:creationId xmlns:a16="http://schemas.microsoft.com/office/drawing/2014/main" id="{DA4709FB-0561-6980-786F-B0E42258F9D0}"/>
                </a:ext>
              </a:extLst>
            </p:cNvPr>
            <p:cNvSpPr txBox="1">
              <a:spLocks/>
            </p:cNvSpPr>
            <p:nvPr/>
          </p:nvSpPr>
          <p:spPr>
            <a:xfrm>
              <a:off x="6470708" y="1846581"/>
              <a:ext cx="3569796" cy="3179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algn="ctr"/>
              <a:r>
                <a:rPr lang="en-US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DM Sans 14pt" pitchFamily="2" charset="77"/>
                </a:rPr>
                <a:t>With </a:t>
              </a:r>
              <a:r>
                <a:rPr lang="en-US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DM Sans 14pt" pitchFamily="2" charset="77"/>
                </a:rPr>
                <a:t>Itential</a:t>
              </a:r>
              <a:r>
                <a:rPr lang="en-US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DM Sans 14pt" pitchFamily="2" charset="77"/>
                </a:rPr>
                <a:t> + SDD</a:t>
              </a:r>
            </a:p>
          </p:txBody>
        </p:sp>
        <p:sp>
          <p:nvSpPr>
            <p:cNvPr id="24" name="Text Placeholder 2">
              <a:extLst>
                <a:ext uri="{FF2B5EF4-FFF2-40B4-BE49-F238E27FC236}">
                  <a16:creationId xmlns:a16="http://schemas.microsoft.com/office/drawing/2014/main" id="{A3087897-ABC3-60CD-F593-4D40B3E1BD43}"/>
                </a:ext>
              </a:extLst>
            </p:cNvPr>
            <p:cNvSpPr txBox="1">
              <a:spLocks/>
            </p:cNvSpPr>
            <p:nvPr/>
          </p:nvSpPr>
          <p:spPr>
            <a:xfrm>
              <a:off x="6870909" y="2890588"/>
              <a:ext cx="2769394" cy="3179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algn="ctr"/>
              <a:r>
                <a:rPr lang="en-US" sz="2400" dirty="0">
                  <a:solidFill>
                    <a:schemeClr val="accent1"/>
                  </a:solidFill>
                  <a:latin typeface="DM Sans 14pt" pitchFamily="2" charset="77"/>
                </a:rPr>
                <a:t>30 – 45 Minutes</a:t>
              </a:r>
            </a:p>
            <a:p>
              <a:pPr algn="ctr"/>
              <a:r>
                <a:rPr lang="en-US" sz="1400" i="1" dirty="0">
                  <a:solidFill>
                    <a:schemeClr val="accent1"/>
                  </a:solidFill>
                  <a:latin typeface="DM Sans 14pt" pitchFamily="2" charset="77"/>
                </a:rPr>
                <a:t>Nothing but natural language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40F0891-CCC0-0FEF-3CC2-AC6C92F0EEAD}"/>
                </a:ext>
              </a:extLst>
            </p:cNvPr>
            <p:cNvSpPr txBox="1"/>
            <p:nvPr/>
          </p:nvSpPr>
          <p:spPr>
            <a:xfrm>
              <a:off x="6809085" y="3728885"/>
              <a:ext cx="2893042" cy="4878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ts val="1600"/>
                </a:lnSpc>
                <a:spcAft>
                  <a:spcPts val="600"/>
                </a:spcAft>
                <a:buNone/>
              </a:pPr>
              <a:r>
                <a:rPr lang="en-US" sz="1100" dirty="0">
                  <a:solidFill>
                    <a:schemeClr val="bg1">
                      <a:lumMod val="7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Governed, tested, documented — not a prototype that needs cleanup</a:t>
              </a:r>
            </a:p>
          </p:txBody>
        </p:sp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FC57E012-8DFC-315B-7E67-64743CEC35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048514" y="2263200"/>
              <a:ext cx="414183" cy="414183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AC00E6C-447B-86FB-E23B-1DDF95A999EB}"/>
              </a:ext>
            </a:extLst>
          </p:cNvPr>
          <p:cNvGrpSpPr/>
          <p:nvPr/>
        </p:nvGrpSpPr>
        <p:grpSpPr>
          <a:xfrm>
            <a:off x="5321548" y="2929781"/>
            <a:ext cx="1254457" cy="192843"/>
            <a:chOff x="5321548" y="2974052"/>
            <a:chExt cx="1369921" cy="210593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616AB25-4A9B-2B13-7B0B-6404034DB62F}"/>
                </a:ext>
              </a:extLst>
            </p:cNvPr>
            <p:cNvSpPr/>
            <p:nvPr/>
          </p:nvSpPr>
          <p:spPr>
            <a:xfrm>
              <a:off x="5321548" y="2974052"/>
              <a:ext cx="210593" cy="21059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C249C7A-288E-F5EE-B617-259101F3C340}"/>
                </a:ext>
              </a:extLst>
            </p:cNvPr>
            <p:cNvSpPr/>
            <p:nvPr/>
          </p:nvSpPr>
          <p:spPr>
            <a:xfrm>
              <a:off x="6480876" y="2974052"/>
              <a:ext cx="210593" cy="21059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B46A0B0-2FA0-392E-696B-4097A0FFEF04}"/>
                </a:ext>
              </a:extLst>
            </p:cNvPr>
            <p:cNvCxnSpPr>
              <a:stCxn id="13" idx="6"/>
              <a:endCxn id="17" idx="2"/>
            </p:cNvCxnSpPr>
            <p:nvPr/>
          </p:nvCxnSpPr>
          <p:spPr>
            <a:xfrm>
              <a:off x="5532141" y="3079349"/>
              <a:ext cx="948735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38967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28031-8639-AF10-69BF-0210D1F11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F072A-DD24-B271-BD81-D6884783B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8533" y="1213529"/>
            <a:ext cx="6190533" cy="1094800"/>
          </a:xfrm>
        </p:spPr>
        <p:txBody>
          <a:bodyPr/>
          <a:lstStyle/>
          <a:p>
            <a:pPr>
              <a:lnSpc>
                <a:spcPts val="2200"/>
              </a:lnSpc>
              <a:spcAft>
                <a:spcPts val="2400"/>
              </a:spcAft>
            </a:pPr>
            <a:r>
              <a:rPr lang="en-US" sz="1500" dirty="0"/>
              <a:t>SDD inverts the power structure — specs generate code, not the other way around</a:t>
            </a:r>
          </a:p>
          <a:p>
            <a:pPr>
              <a:lnSpc>
                <a:spcPts val="2200"/>
              </a:lnSpc>
              <a:spcAft>
                <a:spcPts val="2400"/>
              </a:spcAft>
            </a:pPr>
            <a:r>
              <a:rPr lang="en-US" sz="1500" dirty="0"/>
              <a:t>Network engineers are natural SDD practitioners — you already front-load intent</a:t>
            </a:r>
          </a:p>
          <a:p>
            <a:pPr>
              <a:lnSpc>
                <a:spcPts val="2200"/>
              </a:lnSpc>
              <a:spcAft>
                <a:spcPts val="2400"/>
              </a:spcAft>
            </a:pPr>
            <a:r>
              <a:rPr lang="en-US" sz="1500" dirty="0"/>
              <a:t>GitHub </a:t>
            </a:r>
            <a:r>
              <a:rPr lang="en-US" sz="1500" dirty="0" err="1"/>
              <a:t>SpecKit</a:t>
            </a:r>
            <a:r>
              <a:rPr lang="en-US" sz="1500" dirty="0"/>
              <a:t> gives you a structured 8-step workflow for any AI coding tool</a:t>
            </a:r>
          </a:p>
          <a:p>
            <a:pPr>
              <a:lnSpc>
                <a:spcPts val="2200"/>
              </a:lnSpc>
              <a:spcAft>
                <a:spcPts val="2400"/>
              </a:spcAft>
            </a:pPr>
            <a:r>
              <a:rPr lang="en-US" sz="1500" dirty="0" err="1"/>
              <a:t>Itential</a:t>
            </a:r>
            <a:r>
              <a:rPr lang="en-US" sz="1500" dirty="0"/>
              <a:t> Builder Skills bring SDD to infrastructure automation on the Anthropic Marketplace</a:t>
            </a:r>
          </a:p>
          <a:p>
            <a:pPr>
              <a:lnSpc>
                <a:spcPts val="2200"/>
              </a:lnSpc>
              <a:spcAft>
                <a:spcPts val="2400"/>
              </a:spcAft>
            </a:pPr>
            <a:r>
              <a:rPr lang="en-US" sz="1500" dirty="0"/>
              <a:t>Workflows that took days-to-months now take 30-45 minutes of natural language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44FC2B8-1F4F-D1C2-55BC-74E8F8563627}"/>
              </a:ext>
            </a:extLst>
          </p:cNvPr>
          <p:cNvSpPr/>
          <p:nvPr/>
        </p:nvSpPr>
        <p:spPr>
          <a:xfrm>
            <a:off x="532000" y="1266439"/>
            <a:ext cx="328578" cy="328578"/>
          </a:xfrm>
          <a:prstGeom prst="round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  <a:gs pos="50000">
                <a:schemeClr val="tx1"/>
              </a:gs>
            </a:gsLst>
            <a:lin ang="13500000" scaled="1"/>
            <a:tileRect/>
          </a:gradFill>
          <a:ln w="6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6C41E3C-D9E5-D922-8265-AC9D4C686AC7}"/>
              </a:ext>
            </a:extLst>
          </p:cNvPr>
          <p:cNvSpPr/>
          <p:nvPr/>
        </p:nvSpPr>
        <p:spPr>
          <a:xfrm>
            <a:off x="532000" y="2122428"/>
            <a:ext cx="328578" cy="328578"/>
          </a:xfrm>
          <a:prstGeom prst="round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  <a:gs pos="50000">
                <a:schemeClr val="tx1"/>
              </a:gs>
            </a:gsLst>
            <a:lin ang="13500000" scaled="1"/>
            <a:tileRect/>
          </a:gradFill>
          <a:ln w="6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4897909-5CCE-987A-F1DA-CF6E91ABE77B}"/>
              </a:ext>
            </a:extLst>
          </p:cNvPr>
          <p:cNvSpPr/>
          <p:nvPr/>
        </p:nvSpPr>
        <p:spPr>
          <a:xfrm>
            <a:off x="532000" y="2978417"/>
            <a:ext cx="328578" cy="328578"/>
          </a:xfrm>
          <a:prstGeom prst="round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  <a:gs pos="50000">
                <a:schemeClr val="tx1"/>
              </a:gs>
            </a:gsLst>
            <a:lin ang="13500000" scaled="1"/>
            <a:tileRect/>
          </a:gradFill>
          <a:ln w="6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D4D8604-B4B6-35C7-0275-5C0D19773DB7}"/>
              </a:ext>
            </a:extLst>
          </p:cNvPr>
          <p:cNvSpPr/>
          <p:nvPr/>
        </p:nvSpPr>
        <p:spPr>
          <a:xfrm>
            <a:off x="532000" y="3834406"/>
            <a:ext cx="328578" cy="328578"/>
          </a:xfrm>
          <a:prstGeom prst="round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  <a:gs pos="50000">
                <a:schemeClr val="tx1"/>
              </a:gs>
            </a:gsLst>
            <a:lin ang="13500000" scaled="1"/>
            <a:tileRect/>
          </a:gradFill>
          <a:ln w="6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0F5D7EC-F53F-5523-5759-0BE96454ED0D}"/>
              </a:ext>
            </a:extLst>
          </p:cNvPr>
          <p:cNvSpPr/>
          <p:nvPr/>
        </p:nvSpPr>
        <p:spPr>
          <a:xfrm>
            <a:off x="532000" y="4690395"/>
            <a:ext cx="328578" cy="328578"/>
          </a:xfrm>
          <a:prstGeom prst="round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  <a:gs pos="50000">
                <a:schemeClr val="tx1"/>
              </a:gs>
            </a:gsLst>
            <a:lin ang="13500000" scaled="1"/>
            <a:tileRect/>
          </a:gradFill>
          <a:ln w="6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48322CE-026C-5FC0-B4D7-98644FC6FA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2050" y="1336489"/>
            <a:ext cx="188478" cy="18847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C771576D-ABF8-CD9D-6262-BFEFEC7348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050" y="2197156"/>
            <a:ext cx="188478" cy="18847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4B2EECD-6B0F-1A05-47AC-8A9D24B4E6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728" y="3053806"/>
            <a:ext cx="177800" cy="1778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9A23312-7A9B-E104-5234-FC61393D60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2728" y="4765784"/>
            <a:ext cx="177800" cy="1778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C2DA9C61-CD02-7A02-4ED1-9896D238EF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2728" y="3909795"/>
            <a:ext cx="177800" cy="1778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7181617-739E-D4F7-BC2D-E7D7C59772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2132" b="58647"/>
          <a:stretch>
            <a:fillRect/>
          </a:stretch>
        </p:blipFill>
        <p:spPr>
          <a:xfrm flipH="1">
            <a:off x="5935133" y="0"/>
            <a:ext cx="6256867" cy="332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3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98E42-8FD2-9290-C459-3F8208EC6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8AA225-4A37-234F-0834-D69289C816D2}"/>
              </a:ext>
            </a:extLst>
          </p:cNvPr>
          <p:cNvSpPr txBox="1"/>
          <p:nvPr/>
        </p:nvSpPr>
        <p:spPr>
          <a:xfrm>
            <a:off x="611023" y="1185239"/>
            <a:ext cx="6517105" cy="664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DM Sans 14pt" pitchFamily="2" charset="77"/>
              </a:rPr>
              <a:t>GitHub </a:t>
            </a:r>
            <a:r>
              <a:rPr lang="en-US" sz="1600" dirty="0" err="1">
                <a:solidFill>
                  <a:schemeClr val="accent2"/>
                </a:solidFill>
                <a:latin typeface="DM Sans 14pt" pitchFamily="2" charset="77"/>
              </a:rPr>
              <a:t>SpecKit</a:t>
            </a:r>
            <a:endParaRPr lang="en-US" sz="1600" dirty="0">
              <a:solidFill>
                <a:schemeClr val="accent2"/>
              </a:solidFill>
              <a:latin typeface="DM Sans 14pt" pitchFamily="2" charset="77"/>
            </a:endParaRPr>
          </a:p>
          <a:p>
            <a:pPr>
              <a:lnSpc>
                <a:spcPts val="1800"/>
              </a:lnSpc>
              <a:spcAft>
                <a:spcPts val="600"/>
              </a:spcAft>
              <a:buClr>
                <a:schemeClr val="accent2"/>
              </a:buClr>
            </a:pPr>
            <a:r>
              <a:rPr lang="en-US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Open source SDD toolkit — 92K+ stars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8E10A63-99E8-3C02-928A-08BC91004BB7}"/>
              </a:ext>
            </a:extLst>
          </p:cNvPr>
          <p:cNvCxnSpPr/>
          <p:nvPr/>
        </p:nvCxnSpPr>
        <p:spPr>
          <a:xfrm>
            <a:off x="611023" y="2021974"/>
            <a:ext cx="9318410" cy="0"/>
          </a:xfrm>
          <a:prstGeom prst="line">
            <a:avLst/>
          </a:prstGeom>
          <a:ln w="317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D8931F5-B615-F9FD-E2A9-E44DA68035DB}"/>
              </a:ext>
            </a:extLst>
          </p:cNvPr>
          <p:cNvSpPr txBox="1"/>
          <p:nvPr/>
        </p:nvSpPr>
        <p:spPr>
          <a:xfrm>
            <a:off x="5985933" y="1277228"/>
            <a:ext cx="3943500" cy="343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github.com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github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/spec-kit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00EFA8-FE56-061D-515C-75F45A4A347D}"/>
              </a:ext>
            </a:extLst>
          </p:cNvPr>
          <p:cNvSpPr txBox="1"/>
          <p:nvPr/>
        </p:nvSpPr>
        <p:spPr>
          <a:xfrm>
            <a:off x="611023" y="2207622"/>
            <a:ext cx="6517105" cy="664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DM Sans 14pt" pitchFamily="2" charset="77"/>
              </a:rPr>
              <a:t>SDD Methodology</a:t>
            </a:r>
          </a:p>
          <a:p>
            <a:pPr>
              <a:lnSpc>
                <a:spcPts val="1800"/>
              </a:lnSpc>
              <a:spcAft>
                <a:spcPts val="600"/>
              </a:spcAft>
              <a:buClr>
                <a:schemeClr val="accent2"/>
              </a:buClr>
            </a:pPr>
            <a:r>
              <a:rPr lang="en-US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full philosophy and manifesto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1100C4-AA2E-3BB8-C6A9-E8DE6B78D2B9}"/>
              </a:ext>
            </a:extLst>
          </p:cNvPr>
          <p:cNvCxnSpPr/>
          <p:nvPr/>
        </p:nvCxnSpPr>
        <p:spPr>
          <a:xfrm>
            <a:off x="611023" y="3088775"/>
            <a:ext cx="9318410" cy="0"/>
          </a:xfrm>
          <a:prstGeom prst="line">
            <a:avLst/>
          </a:prstGeom>
          <a:ln w="317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DCFB37A-5302-3236-8936-9C306635D2B2}"/>
              </a:ext>
            </a:extLst>
          </p:cNvPr>
          <p:cNvSpPr txBox="1"/>
          <p:nvPr/>
        </p:nvSpPr>
        <p:spPr>
          <a:xfrm>
            <a:off x="5317067" y="2299611"/>
            <a:ext cx="4612366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github.com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github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/spec-kit/blob/main/spec-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driven.md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r">
              <a:lnSpc>
                <a:spcPts val="2200"/>
              </a:lnSpc>
              <a:spcAft>
                <a:spcPts val="600"/>
              </a:spcAft>
              <a:buNone/>
            </a:pPr>
            <a:endParaRPr lang="en-US" sz="1200" dirty="0" err="1">
              <a:solidFill>
                <a:schemeClr val="bg1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55F763-8F5A-C812-F15C-965A7261B64A}"/>
              </a:ext>
            </a:extLst>
          </p:cNvPr>
          <p:cNvSpPr txBox="1"/>
          <p:nvPr/>
        </p:nvSpPr>
        <p:spPr>
          <a:xfrm>
            <a:off x="611023" y="3271146"/>
            <a:ext cx="6517105" cy="664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600" dirty="0" err="1">
                <a:solidFill>
                  <a:schemeClr val="accent2"/>
                </a:solidFill>
                <a:latin typeface="DM Sans 14pt" pitchFamily="2" charset="77"/>
              </a:rPr>
              <a:t>Itential</a:t>
            </a:r>
            <a:r>
              <a:rPr lang="en-US" sz="1600" dirty="0">
                <a:solidFill>
                  <a:schemeClr val="accent2"/>
                </a:solidFill>
                <a:latin typeface="DM Sans 14pt" pitchFamily="2" charset="77"/>
              </a:rPr>
              <a:t> Builder Skills</a:t>
            </a:r>
          </a:p>
          <a:p>
            <a:pPr>
              <a:lnSpc>
                <a:spcPts val="1800"/>
              </a:lnSpc>
              <a:spcAft>
                <a:spcPts val="600"/>
              </a:spcAft>
              <a:buClr>
                <a:schemeClr val="accent2"/>
              </a:buClr>
            </a:pPr>
            <a:r>
              <a:rPr lang="en-US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13 skills, 3 agents for infrastructure automation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12729B7-3213-674A-9275-B6301E06EBAA}"/>
              </a:ext>
            </a:extLst>
          </p:cNvPr>
          <p:cNvCxnSpPr/>
          <p:nvPr/>
        </p:nvCxnSpPr>
        <p:spPr>
          <a:xfrm>
            <a:off x="611023" y="4155575"/>
            <a:ext cx="9318410" cy="0"/>
          </a:xfrm>
          <a:prstGeom prst="line">
            <a:avLst/>
          </a:prstGeom>
          <a:ln w="317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3D313BE-A5AC-3798-186C-8F6EF375086E}"/>
              </a:ext>
            </a:extLst>
          </p:cNvPr>
          <p:cNvSpPr txBox="1"/>
          <p:nvPr/>
        </p:nvSpPr>
        <p:spPr>
          <a:xfrm>
            <a:off x="5985933" y="3363135"/>
            <a:ext cx="3943500" cy="343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github.com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itential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/builder-skills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34416D-4C73-40B2-6CCF-632DEA3C7A8A}"/>
              </a:ext>
            </a:extLst>
          </p:cNvPr>
          <p:cNvSpPr txBox="1"/>
          <p:nvPr/>
        </p:nvSpPr>
        <p:spPr>
          <a:xfrm>
            <a:off x="611023" y="4321885"/>
            <a:ext cx="6517105" cy="664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DM Sans 14pt" pitchFamily="2" charset="77"/>
              </a:rPr>
              <a:t>Anthropic Marketplace</a:t>
            </a:r>
          </a:p>
          <a:p>
            <a:pPr>
              <a:lnSpc>
                <a:spcPts val="1800"/>
              </a:lnSpc>
              <a:spcAft>
                <a:spcPts val="600"/>
              </a:spcAft>
              <a:buClr>
                <a:schemeClr val="accent2"/>
              </a:buClr>
            </a:pPr>
            <a:r>
              <a:rPr lang="en-US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Install directly into Claude Code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B28102-5D0D-D442-36CE-371E30B344F6}"/>
              </a:ext>
            </a:extLst>
          </p:cNvPr>
          <p:cNvCxnSpPr/>
          <p:nvPr/>
        </p:nvCxnSpPr>
        <p:spPr>
          <a:xfrm>
            <a:off x="611023" y="5188507"/>
            <a:ext cx="9318410" cy="0"/>
          </a:xfrm>
          <a:prstGeom prst="line">
            <a:avLst/>
          </a:prstGeom>
          <a:ln w="317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1B5DBC8-EB32-5AAE-177A-76D12D447D50}"/>
              </a:ext>
            </a:extLst>
          </p:cNvPr>
          <p:cNvSpPr txBox="1"/>
          <p:nvPr/>
        </p:nvSpPr>
        <p:spPr>
          <a:xfrm>
            <a:off x="5985933" y="4413874"/>
            <a:ext cx="3943500" cy="343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itential.com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/blog/.../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itential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-skills-for-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claude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-code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FE9334-2724-6035-1E8E-9CFDBB8BB89E}"/>
              </a:ext>
            </a:extLst>
          </p:cNvPr>
          <p:cNvSpPr txBox="1"/>
          <p:nvPr/>
        </p:nvSpPr>
        <p:spPr>
          <a:xfrm>
            <a:off x="611023" y="5355626"/>
            <a:ext cx="6517105" cy="664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DM Sans 14pt" pitchFamily="2" charset="77"/>
              </a:rPr>
              <a:t>SDD for Network Engineers</a:t>
            </a:r>
          </a:p>
          <a:p>
            <a:pPr>
              <a:lnSpc>
                <a:spcPts val="1800"/>
              </a:lnSpc>
              <a:spcAft>
                <a:spcPts val="600"/>
              </a:spcAft>
              <a:buClr>
                <a:schemeClr val="accent2"/>
              </a:buClr>
            </a:pPr>
            <a:r>
              <a:rPr lang="en-US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this is your operating model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A6C2C7-8A78-3E6B-14AA-ECC4D4A8432F}"/>
              </a:ext>
            </a:extLst>
          </p:cNvPr>
          <p:cNvSpPr txBox="1"/>
          <p:nvPr/>
        </p:nvSpPr>
        <p:spPr>
          <a:xfrm>
            <a:off x="4699000" y="5447615"/>
            <a:ext cx="5230433" cy="343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200" dirty="0" err="1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itential.com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/blog/.../network-engineers-spec-driven-development</a:t>
            </a:r>
          </a:p>
        </p:txBody>
      </p:sp>
    </p:spTree>
    <p:extLst>
      <p:ext uri="{BB962C8B-B14F-4D97-AF65-F5344CB8AC3E}">
        <p14:creationId xmlns:p14="http://schemas.microsoft.com/office/powerpoint/2010/main" val="1032498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>
          <a:extLst>
            <a:ext uri="{FF2B5EF4-FFF2-40B4-BE49-F238E27FC236}">
              <a16:creationId xmlns:a16="http://schemas.microsoft.com/office/drawing/2014/main" id="{0E641D2D-C205-D5B0-19CB-89835B924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76">
            <a:extLst>
              <a:ext uri="{FF2B5EF4-FFF2-40B4-BE49-F238E27FC236}">
                <a16:creationId xmlns:a16="http://schemas.microsoft.com/office/drawing/2014/main" id="{3A607C98-6359-CFF7-BF7D-923300C856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2237" y="1403132"/>
            <a:ext cx="7152000" cy="225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6600" dirty="0"/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3EDF268-6A97-6835-9DC2-7C253422FB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238" y="5727690"/>
            <a:ext cx="1353562" cy="404366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46835B3-6C2E-98A6-81CB-F8884D548E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2569" b="25244"/>
          <a:stretch>
            <a:fillRect/>
          </a:stretch>
        </p:blipFill>
        <p:spPr>
          <a:xfrm>
            <a:off x="5285535" y="952695"/>
            <a:ext cx="6906466" cy="5905305"/>
          </a:xfrm>
          <a:prstGeom prst="rect">
            <a:avLst/>
          </a:prstGeom>
        </p:spPr>
      </p:pic>
      <p:sp>
        <p:nvSpPr>
          <p:cNvPr id="5" name="Subtitle 11">
            <a:extLst>
              <a:ext uri="{FF2B5EF4-FFF2-40B4-BE49-F238E27FC236}">
                <a16:creationId xmlns:a16="http://schemas.microsoft.com/office/drawing/2014/main" id="{32EBB94C-0442-0285-9F0F-AF06DE82CD4E}"/>
              </a:ext>
            </a:extLst>
          </p:cNvPr>
          <p:cNvSpPr txBox="1">
            <a:spLocks/>
          </p:cNvSpPr>
          <p:nvPr/>
        </p:nvSpPr>
        <p:spPr>
          <a:xfrm>
            <a:off x="602237" y="3201667"/>
            <a:ext cx="4475949" cy="454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 b="0" i="0" u="none" strike="noStrike" cap="none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/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GitHub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SpecKit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Itential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Skills  ·  Claude Code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894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AE203-122C-B314-17A8-7A94D1DAA53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02524" y="826430"/>
            <a:ext cx="6302375" cy="2962275"/>
          </a:xfrm>
          <a:prstGeom prst="rect">
            <a:avLst/>
          </a:prstGeom>
        </p:spPr>
        <p:txBody>
          <a:bodyPr/>
          <a:lstStyle/>
          <a:p>
            <a:pPr>
              <a:lnSpc>
                <a:spcPts val="6500"/>
              </a:lnSpc>
              <a:spcBef>
                <a:spcPts val="1800"/>
              </a:spcBef>
              <a:spcAft>
                <a:spcPts val="1800"/>
              </a:spcAft>
            </a:pPr>
            <a:r>
              <a:rPr lang="en-US" sz="3600" b="1" dirty="0">
                <a:solidFill>
                  <a:schemeClr val="bg1"/>
                </a:solidFill>
                <a:latin typeface="DM Sans 14pt SemiBold" pitchFamily="2" charset="77"/>
              </a:rPr>
              <a:t>Learn More About </a:t>
            </a:r>
            <a:br>
              <a:rPr lang="en-US" sz="6000" b="1" dirty="0">
                <a:latin typeface="DM Sans 14pt SemiBold" pitchFamily="2" charset="77"/>
              </a:rPr>
            </a:br>
            <a:r>
              <a:rPr lang="en-US" sz="6000" b="1" dirty="0">
                <a:solidFill>
                  <a:schemeClr val="accent2"/>
                </a:solidFill>
                <a:latin typeface="DM Sans 14pt SemiBold" pitchFamily="2" charset="77"/>
              </a:rPr>
              <a:t>Spec-Driven Development</a:t>
            </a:r>
            <a:endParaRPr lang="en-US" sz="4400" b="1" dirty="0">
              <a:solidFill>
                <a:schemeClr val="accent2"/>
              </a:solidFill>
              <a:latin typeface="DM Sans 14pt SemiBold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7E5FE9-F668-5BA2-E502-338AFF74E6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0" r="36302"/>
          <a:stretch>
            <a:fillRect/>
          </a:stretch>
        </p:blipFill>
        <p:spPr>
          <a:xfrm>
            <a:off x="6969512" y="0"/>
            <a:ext cx="5222488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62F6DFF-1CDC-5E71-2B7F-1D84C599BE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524" y="3529362"/>
            <a:ext cx="2293505" cy="259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2709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F22952AC-9A3C-9570-5F80-66B921528E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2569" b="53251"/>
          <a:stretch>
            <a:fillRect/>
          </a:stretch>
        </p:blipFill>
        <p:spPr>
          <a:xfrm>
            <a:off x="2932771" y="-89210"/>
            <a:ext cx="9259230" cy="69472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6AA072-CBBE-207E-63D0-22A580A37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33" y="549607"/>
            <a:ext cx="4630615" cy="53125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43A69FD-3909-23BA-AB55-29ECC3189D82}"/>
              </a:ext>
            </a:extLst>
          </p:cNvPr>
          <p:cNvSpPr txBox="1">
            <a:spLocks/>
          </p:cNvSpPr>
          <p:nvPr/>
        </p:nvSpPr>
        <p:spPr>
          <a:xfrm>
            <a:off x="678602" y="1372531"/>
            <a:ext cx="6302375" cy="204970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1E"/>
              </a:buClr>
              <a:buFont typeface="Arial"/>
              <a:defRPr sz="1867" b="0" i="0" u="none" strike="noStrike" cap="none">
                <a:solidFill>
                  <a:srgbClr val="00001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1E"/>
              </a:buClr>
              <a:buFont typeface="Arial"/>
              <a:defRPr sz="1867" b="0" i="0" u="none" strike="noStrike" cap="none">
                <a:solidFill>
                  <a:srgbClr val="00001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1E"/>
              </a:buClr>
              <a:buFont typeface="Arial"/>
              <a:defRPr sz="1867" b="0" i="0" u="none" strike="noStrike" cap="none">
                <a:solidFill>
                  <a:srgbClr val="00001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1E"/>
              </a:buClr>
              <a:buFont typeface="Arial"/>
              <a:defRPr sz="1867" b="0" i="0" u="none" strike="noStrike" cap="none">
                <a:solidFill>
                  <a:srgbClr val="00001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1E"/>
              </a:buClr>
              <a:buFont typeface="Arial"/>
              <a:defRPr sz="1867" b="0" i="0" u="none" strike="noStrike" cap="none">
                <a:solidFill>
                  <a:srgbClr val="00001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1E"/>
              </a:buClr>
              <a:buFont typeface="Arial"/>
              <a:defRPr sz="1867" b="0" i="0" u="none" strike="noStrike" cap="none">
                <a:solidFill>
                  <a:srgbClr val="00001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1E"/>
              </a:buClr>
              <a:buFont typeface="Arial"/>
              <a:defRPr sz="1867" b="0" i="0" u="none" strike="noStrike" cap="none">
                <a:solidFill>
                  <a:srgbClr val="00001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1E"/>
              </a:buClr>
              <a:buFont typeface="Arial"/>
              <a:defRPr sz="1867" b="0" i="0" u="none" strike="noStrike" cap="none">
                <a:solidFill>
                  <a:srgbClr val="00001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1E"/>
              </a:buClr>
              <a:buFont typeface="Arial"/>
              <a:defRPr sz="1867" b="0" i="0" u="none" strike="noStrike" cap="none">
                <a:solidFill>
                  <a:srgbClr val="00001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ts val="7800"/>
              </a:lnSpc>
              <a:spcBef>
                <a:spcPts val="1800"/>
              </a:spcBef>
              <a:spcAft>
                <a:spcPts val="1800"/>
              </a:spcAft>
            </a:pPr>
            <a:r>
              <a:rPr lang="en-US" sz="7200" b="1" dirty="0">
                <a:solidFill>
                  <a:schemeClr val="bg1"/>
                </a:solidFill>
                <a:latin typeface="Bebas Neue" panose="020B0606020202050201" pitchFamily="34" charset="77"/>
              </a:rPr>
              <a:t>Tacos, Agents &amp; </a:t>
            </a:r>
            <a:r>
              <a:rPr lang="en-US" sz="7200" b="1" dirty="0">
                <a:solidFill>
                  <a:schemeClr val="accent2"/>
                </a:solidFill>
                <a:latin typeface="Bebas Neue" panose="020B0606020202050201" pitchFamily="34" charset="77"/>
              </a:rPr>
              <a:t>Great Connections</a:t>
            </a:r>
            <a:endParaRPr lang="en-US" sz="8800" b="1" dirty="0">
              <a:solidFill>
                <a:schemeClr val="accent2"/>
              </a:solidFill>
              <a:latin typeface="Bebas Neue" panose="020B0606020202050201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0940DD-493B-F7C7-C674-FCA2FB23114C}"/>
              </a:ext>
            </a:extLst>
          </p:cNvPr>
          <p:cNvSpPr txBox="1"/>
          <p:nvPr/>
        </p:nvSpPr>
        <p:spPr>
          <a:xfrm>
            <a:off x="1271528" y="3618630"/>
            <a:ext cx="1968809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DM Sans 14pt" pitchFamily="2" charset="77"/>
              </a:rPr>
              <a:t>Tuesday, June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D1DDC8-7967-BAF6-EA35-13CDC11DEB09}"/>
              </a:ext>
            </a:extLst>
          </p:cNvPr>
          <p:cNvSpPr txBox="1"/>
          <p:nvPr/>
        </p:nvSpPr>
        <p:spPr>
          <a:xfrm>
            <a:off x="3944390" y="3618630"/>
            <a:ext cx="1880643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DM Sans 14pt" pitchFamily="2" charset="77"/>
              </a:rPr>
              <a:t>6:30 – 8:30 PM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FE6C79-DB64-22E4-842E-5172ACC10BDD}"/>
              </a:ext>
            </a:extLst>
          </p:cNvPr>
          <p:cNvSpPr txBox="1"/>
          <p:nvPr/>
        </p:nvSpPr>
        <p:spPr>
          <a:xfrm>
            <a:off x="1282116" y="4193777"/>
            <a:ext cx="3145413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DM Sans 14pt" pitchFamily="2" charset="77"/>
              </a:rPr>
              <a:t>Border Grill · Mandalay Bay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C211ABD-DFEE-E138-39A0-DBEF1F376F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2724" y="3610631"/>
            <a:ext cx="395655" cy="39565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56BCD9F-AFC9-F1A0-DEA8-097A4FC5DC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3170" y="3610631"/>
            <a:ext cx="395655" cy="39565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131A3A6-C481-60EE-1B5C-E3E90781ED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228" y="4185778"/>
            <a:ext cx="395655" cy="39565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4E7BB7E6-D75D-2F2C-7BC4-4932C0C20A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833" y="5012510"/>
            <a:ext cx="1335759" cy="150998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3AB3E02-66EE-B1C2-87AA-6853AF06815B}"/>
              </a:ext>
            </a:extLst>
          </p:cNvPr>
          <p:cNvSpPr txBox="1"/>
          <p:nvPr/>
        </p:nvSpPr>
        <p:spPr>
          <a:xfrm>
            <a:off x="2425461" y="5255194"/>
            <a:ext cx="28216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  <a:latin typeface="DM Sans 14pt" pitchFamily="2" charset="77"/>
              </a:rPr>
              <a:t>Space is Limited. </a:t>
            </a:r>
            <a:br>
              <a:rPr lang="en-US" sz="2400" b="1" dirty="0">
                <a:solidFill>
                  <a:schemeClr val="accent2"/>
                </a:solidFill>
                <a:latin typeface="DM Sans 14pt" pitchFamily="2" charset="77"/>
              </a:rPr>
            </a:br>
            <a:r>
              <a:rPr lang="en-US" sz="2400" b="1" dirty="0">
                <a:solidFill>
                  <a:schemeClr val="accent2"/>
                </a:solidFill>
                <a:latin typeface="DM Sans 14pt" pitchFamily="2" charset="77"/>
              </a:rPr>
              <a:t>RSVP Now.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1C1C1B-35AA-0E3A-1EE6-4677611B14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5424" y="0"/>
            <a:ext cx="53578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642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AF1E089-E1F3-1847-63B6-7B5ADEE456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8936" y="1370546"/>
            <a:ext cx="3824868" cy="10046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6C3860-2503-AAB6-D9F9-C380BE3A1B0F}"/>
              </a:ext>
            </a:extLst>
          </p:cNvPr>
          <p:cNvSpPr txBox="1"/>
          <p:nvPr/>
        </p:nvSpPr>
        <p:spPr>
          <a:xfrm>
            <a:off x="1248936" y="2676292"/>
            <a:ext cx="59993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DM Sans 14pt SemiBold" pitchFamily="2" charset="77"/>
              </a:rPr>
              <a:t>All the presentations from the </a:t>
            </a:r>
            <a:r>
              <a:rPr lang="en-US" sz="3600" b="1" dirty="0" err="1">
                <a:solidFill>
                  <a:schemeClr val="bg1"/>
                </a:solidFill>
                <a:latin typeface="DM Sans 14pt SemiBold" pitchFamily="2" charset="77"/>
              </a:rPr>
              <a:t>VibeOps</a:t>
            </a:r>
            <a:r>
              <a:rPr lang="en-US" sz="3600" b="1" dirty="0">
                <a:solidFill>
                  <a:schemeClr val="bg1"/>
                </a:solidFill>
                <a:latin typeface="DM Sans 14pt SemiBold" pitchFamily="2" charset="77"/>
              </a:rPr>
              <a:t> Lounge are available on GitHub.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49754-3001-C8B8-6295-066E536EA989}"/>
              </a:ext>
            </a:extLst>
          </p:cNvPr>
          <p:cNvSpPr txBox="1"/>
          <p:nvPr/>
        </p:nvSpPr>
        <p:spPr>
          <a:xfrm>
            <a:off x="1248936" y="4928839"/>
            <a:ext cx="7205819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github.com</a:t>
            </a:r>
            <a:r>
              <a:rPr lang="en-US" dirty="0">
                <a:solidFill>
                  <a:schemeClr val="accent2"/>
                </a:solidFill>
              </a:rPr>
              <a:t>/automateyournetwork/CiscoLive2026_VibeOpsLounge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F26FCF2-F1C4-5F0B-1973-FE4FAFAA88B0}"/>
              </a:ext>
            </a:extLst>
          </p:cNvPr>
          <p:cNvGrpSpPr/>
          <p:nvPr/>
        </p:nvGrpSpPr>
        <p:grpSpPr>
          <a:xfrm>
            <a:off x="7944030" y="-24233"/>
            <a:ext cx="4247970" cy="6906466"/>
            <a:chOff x="7944030" y="-24233"/>
            <a:chExt cx="4247970" cy="6906466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09BA482-4213-B0E8-A092-BDAAD412DF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12569" b="53251"/>
            <a:stretch>
              <a:fillRect/>
            </a:stretch>
          </p:blipFill>
          <p:spPr>
            <a:xfrm rot="16200000">
              <a:off x="6892326" y="1582559"/>
              <a:ext cx="6906466" cy="3692882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12D6303E-4733-1FA9-04C8-0BF9A427C3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944030" y="1549505"/>
              <a:ext cx="2882069" cy="3237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011316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Itential">
  <a:themeElements>
    <a:clrScheme name="Custom 13">
      <a:dk1>
        <a:srgbClr val="00001E"/>
      </a:dk1>
      <a:lt1>
        <a:srgbClr val="FFFFFF"/>
      </a:lt1>
      <a:dk2>
        <a:srgbClr val="070C31"/>
      </a:dk2>
      <a:lt2>
        <a:srgbClr val="F2F6F6"/>
      </a:lt2>
      <a:accent1>
        <a:srgbClr val="0099FF"/>
      </a:accent1>
      <a:accent2>
        <a:srgbClr val="FF0095"/>
      </a:accent2>
      <a:accent3>
        <a:srgbClr val="AD0AFD"/>
      </a:accent3>
      <a:accent4>
        <a:srgbClr val="CCFF00"/>
      </a:accent4>
      <a:accent5>
        <a:srgbClr val="00F3DB"/>
      </a:accent5>
      <a:accent6>
        <a:srgbClr val="F36B20"/>
      </a:accent6>
      <a:hlink>
        <a:srgbClr val="0099FF"/>
      </a:hlink>
      <a:folHlink>
        <a:srgbClr val="1B93D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Itential 2025">
      <a:dk1>
        <a:srgbClr val="00001E"/>
      </a:dk1>
      <a:lt1>
        <a:srgbClr val="FFFFFF"/>
      </a:lt1>
      <a:dk2>
        <a:srgbClr val="00001E"/>
      </a:dk2>
      <a:lt2>
        <a:srgbClr val="FFFFFF"/>
      </a:lt2>
      <a:accent1>
        <a:srgbClr val="0099FF"/>
      </a:accent1>
      <a:accent2>
        <a:srgbClr val="FF0095"/>
      </a:accent2>
      <a:accent3>
        <a:srgbClr val="00001E"/>
      </a:accent3>
      <a:accent4>
        <a:srgbClr val="E8EDF2"/>
      </a:accent4>
      <a:accent5>
        <a:srgbClr val="0099FF"/>
      </a:accent5>
      <a:accent6>
        <a:srgbClr val="F0F4F8"/>
      </a:accent6>
      <a:hlink>
        <a:srgbClr val="0099FF"/>
      </a:hlink>
      <a:folHlink>
        <a:srgbClr val="1B93D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2440</TotalTime>
  <Words>1584</Words>
  <Application>Microsoft Macintosh PowerPoint</Application>
  <PresentationFormat>Widescreen</PresentationFormat>
  <Paragraphs>312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52" baseType="lpstr">
      <vt:lpstr>DM Sans 14pt SemiBold</vt:lpstr>
      <vt:lpstr>Inter</vt:lpstr>
      <vt:lpstr>Consolas</vt:lpstr>
      <vt:lpstr>JetBrains Mono</vt:lpstr>
      <vt:lpstr>Open Sans Light</vt:lpstr>
      <vt:lpstr>Arial</vt:lpstr>
      <vt:lpstr>DM Sans</vt:lpstr>
      <vt:lpstr>JetBrains Mono Medium</vt:lpstr>
      <vt:lpstr>Open Sans Extrabold</vt:lpstr>
      <vt:lpstr>JetBrains Mono SemiBold</vt:lpstr>
      <vt:lpstr>Open Sans</vt:lpstr>
      <vt:lpstr>Bebas Neue</vt:lpstr>
      <vt:lpstr>Inter SemiBold</vt:lpstr>
      <vt:lpstr>Calibri</vt:lpstr>
      <vt:lpstr>DM Sans 14pt</vt:lpstr>
      <vt:lpstr>Inter Medium</vt:lpstr>
      <vt:lpstr>JetBrains Mono ExtraBold</vt:lpstr>
      <vt:lpstr>1_Itential</vt:lpstr>
      <vt:lpstr>A New Way to Develop</vt:lpstr>
      <vt:lpstr>What We’ll Cover</vt:lpstr>
      <vt:lpstr>PowerPoint Presentation</vt:lpstr>
      <vt:lpstr>The Old Way: Code Is King</vt:lpstr>
      <vt:lpstr>The Power Inversion</vt:lpstr>
      <vt:lpstr>You Have Been Doing This for Years</vt:lpstr>
      <vt:lpstr>PowerPoint Presentation</vt:lpstr>
      <vt:lpstr>01</vt:lpstr>
      <vt:lpstr>02</vt:lpstr>
      <vt:lpstr>03</vt:lpstr>
      <vt:lpstr>04</vt:lpstr>
      <vt:lpstr>05</vt:lpstr>
      <vt:lpstr>06</vt:lpstr>
      <vt:lpstr>07</vt:lpstr>
      <vt:lpstr>08</vt:lpstr>
      <vt:lpstr>The Complete SDD Flow</vt:lpstr>
      <vt:lpstr>PowerPoint Presentation</vt:lpstr>
      <vt:lpstr>Cisco pyATS Interface Health Check</vt:lpstr>
      <vt:lpstr>Constitution</vt:lpstr>
      <vt:lpstr>Specification</vt:lpstr>
      <vt:lpstr>Plan → Tasks → Implement</vt:lpstr>
      <vt:lpstr>PowerPoint Presentation</vt:lpstr>
      <vt:lpstr>Try It Yourself</vt:lpstr>
      <vt:lpstr>PowerPoint Presentation</vt:lpstr>
      <vt:lpstr>PowerPoint Presentation</vt:lpstr>
      <vt:lpstr>Itential Agentic Builder Skills</vt:lpstr>
      <vt:lpstr>The 3 Delivery Agents</vt:lpstr>
      <vt:lpstr>The Speed of SDD + Itential</vt:lpstr>
      <vt:lpstr>Key Takeaways</vt:lpstr>
      <vt:lpstr>Resources</vt:lpstr>
      <vt:lpstr>Questions?</vt:lpstr>
      <vt:lpstr>Learn More About  Spec-Driven Development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Megan Burgwald</cp:lastModifiedBy>
  <cp:revision>52</cp:revision>
  <dcterms:modified xsi:type="dcterms:W3CDTF">2026-05-27T15:15:27Z</dcterms:modified>
</cp:coreProperties>
</file>