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0" r:id="rId1"/>
  </p:sldMasterIdLst>
  <p:notesMasterIdLst>
    <p:notesMasterId r:id="rId13"/>
  </p:notesMasterIdLst>
  <p:sldIdLst>
    <p:sldId id="256" r:id="rId2"/>
    <p:sldId id="2147473443" r:id="rId3"/>
    <p:sldId id="2147473445" r:id="rId4"/>
    <p:sldId id="2147473446" r:id="rId5"/>
    <p:sldId id="2147473447" r:id="rId6"/>
    <p:sldId id="2147473448" r:id="rId7"/>
    <p:sldId id="2147473440" r:id="rId8"/>
    <p:sldId id="2147473449" r:id="rId9"/>
    <p:sldId id="2147473450" r:id="rId10"/>
    <p:sldId id="257" r:id="rId11"/>
    <p:sldId id="2147473452" r:id="rId12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DM Sans 14pt"/>
      <p:regular r:id="rId18"/>
      <p:bold r:id="rId19"/>
      <p:italic r:id="rId20"/>
      <p:boldItalic r:id="rId21"/>
    </p:embeddedFont>
    <p:embeddedFont>
      <p:font typeface="DM Sans 14pt SemiBold"/>
      <p:regular r:id="rId22"/>
      <p:bold r:id="rId23"/>
      <p:italic r:id="rId24"/>
      <p:boldItalic r:id="rId25"/>
    </p:embeddedFon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JetBrains Mono" panose="020B0604020202020204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Open Sans Light" panose="020B0306030504020204" pitchFamily="34" charset="0"/>
      <p:regular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A8BF1-A1F5-4AAE-97D1-920F3A139029}" v="1" dt="2026-05-26T16:06:41.653"/>
    <p1510:client id="{682C0BF6-45B9-4EFB-855F-6FCCDF438E99}" v="46" dt="2026-05-27T15:01:47.824"/>
    <p1510:client id="{F56DF49E-67A6-4A9A-9614-1B94960D5521}" v="2" dt="2026-05-27T16:40:26.252"/>
  </p1510:revLst>
</p1510:revInfo>
</file>

<file path=ppt/tableStyles.xml><?xml version="1.0" encoding="utf-8"?>
<a:tblStyleLst xmlns:a="http://schemas.openxmlformats.org/drawingml/2006/main" def="{C21EC180-500D-4391-9AB7-3260FDF59E6C}">
  <a:tblStyle styleId="{C21EC180-500D-4391-9AB7-3260FDF59E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2"/>
    <p:restoredTop sz="96301"/>
  </p:normalViewPr>
  <p:slideViewPr>
    <p:cSldViewPr snapToGrid="0">
      <p:cViewPr varScale="1">
        <p:scale>
          <a:sx n="123" d="100"/>
          <a:sy n="123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font" Target="fonts/font26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Relationship Id="rId20" Type="http://schemas.openxmlformats.org/officeDocument/2006/relationships/font" Target="fonts/font7.fntdata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Capobianco" userId="FgpS6XYwbXINj6dw0+Yh+p8PGqG3Z6QJqMYsWQjKqOE=" providerId="None" clId="Web-{F56DF49E-67A6-4A9A-9614-1B94960D5521}"/>
    <pc:docChg chg="delSld sldOrd">
      <pc:chgData name="John Capobianco" userId="FgpS6XYwbXINj6dw0+Yh+p8PGqG3Z6QJqMYsWQjKqOE=" providerId="None" clId="Web-{F56DF49E-67A6-4A9A-9614-1B94960D5521}" dt="2026-05-27T16:40:26.252" v="1"/>
      <pc:docMkLst>
        <pc:docMk/>
      </pc:docMkLst>
      <pc:sldChg chg="ord">
        <pc:chgData name="John Capobianco" userId="FgpS6XYwbXINj6dw0+Yh+p8PGqG3Z6QJqMYsWQjKqOE=" providerId="None" clId="Web-{F56DF49E-67A6-4A9A-9614-1B94960D5521}" dt="2026-05-27T16:40:20.096" v="0"/>
        <pc:sldMkLst>
          <pc:docMk/>
          <pc:sldMk cId="1861222003" sldId="2147473440"/>
        </pc:sldMkLst>
      </pc:sldChg>
      <pc:sldChg chg="del">
        <pc:chgData name="John Capobianco" userId="FgpS6XYwbXINj6dw0+Yh+p8PGqG3Z6QJqMYsWQjKqOE=" providerId="None" clId="Web-{F56DF49E-67A6-4A9A-9614-1B94960D5521}" dt="2026-05-27T16:40:26.252" v="1"/>
        <pc:sldMkLst>
          <pc:docMk/>
          <pc:sldMk cId="3880580766" sldId="2147473451"/>
        </pc:sldMkLst>
      </pc:sldChg>
    </pc:docChg>
  </pc:docChgLst>
  <pc:docChgLst>
    <pc:chgData name="John Capobianco" userId="FgpS6XYwbXINj6dw0+Yh+p8PGqG3Z6QJqMYsWQjKqOE=" providerId="None" clId="Web-{0FDA8BF1-A1F5-4AAE-97D1-920F3A139029}"/>
    <pc:docChg chg="delSld">
      <pc:chgData name="John Capobianco" userId="FgpS6XYwbXINj6dw0+Yh+p8PGqG3Z6QJqMYsWQjKqOE=" providerId="None" clId="Web-{0FDA8BF1-A1F5-4AAE-97D1-920F3A139029}" dt="2026-05-26T16:06:41.653" v="0"/>
      <pc:docMkLst>
        <pc:docMk/>
      </pc:docMkLst>
      <pc:sldChg chg="del">
        <pc:chgData name="John Capobianco" userId="FgpS6XYwbXINj6dw0+Yh+p8PGqG3Z6QJqMYsWQjKqOE=" providerId="None" clId="Web-{0FDA8BF1-A1F5-4AAE-97D1-920F3A139029}" dt="2026-05-26T16:06:41.653" v="0"/>
        <pc:sldMkLst>
          <pc:docMk/>
          <pc:sldMk cId="420554805" sldId="2147473451"/>
        </pc:sldMkLst>
      </pc:sldChg>
    </pc:docChg>
  </pc:docChgLst>
  <pc:docChgLst>
    <pc:chgData name="John Capobianco" userId="FgpS6XYwbXINj6dw0+Yh+p8PGqG3Z6QJqMYsWQjKqOE=" providerId="None" clId="Web-{682C0BF6-45B9-4EFB-855F-6FCCDF438E99}"/>
    <pc:docChg chg="addSld delSld modSld">
      <pc:chgData name="John Capobianco" userId="FgpS6XYwbXINj6dw0+Yh+p8PGqG3Z6QJqMYsWQjKqOE=" providerId="None" clId="Web-{682C0BF6-45B9-4EFB-855F-6FCCDF438E99}" dt="2026-05-27T15:01:47.824" v="35" actId="1076"/>
      <pc:docMkLst>
        <pc:docMk/>
      </pc:docMkLst>
      <pc:sldChg chg="addSp delSp modSp add replId">
        <pc:chgData name="John Capobianco" userId="FgpS6XYwbXINj6dw0+Yh+p8PGqG3Z6QJqMYsWQjKqOE=" providerId="None" clId="Web-{682C0BF6-45B9-4EFB-855F-6FCCDF438E99}" dt="2026-05-27T15:01:47.824" v="35" actId="1076"/>
        <pc:sldMkLst>
          <pc:docMk/>
          <pc:sldMk cId="3880580766" sldId="2147473451"/>
        </pc:sldMkLst>
        <pc:spChg chg="mod">
          <ac:chgData name="John Capobianco" userId="FgpS6XYwbXINj6dw0+Yh+p8PGqG3Z6QJqMYsWQjKqOE=" providerId="None" clId="Web-{682C0BF6-45B9-4EFB-855F-6FCCDF438E99}" dt="2026-05-27T14:58:31.294" v="9" actId="14100"/>
          <ac:spMkLst>
            <pc:docMk/>
            <pc:sldMk cId="3880580766" sldId="2147473451"/>
            <ac:spMk id="2" creationId="{A4D15FCA-68BC-0799-E49A-36EAA784AD98}"/>
          </ac:spMkLst>
        </pc:spChg>
        <pc:spChg chg="add mod">
          <ac:chgData name="John Capobianco" userId="FgpS6XYwbXINj6dw0+Yh+p8PGqG3Z6QJqMYsWQjKqOE=" providerId="None" clId="Web-{682C0BF6-45B9-4EFB-855F-6FCCDF438E99}" dt="2026-05-27T14:59:46.543" v="33" actId="1076"/>
          <ac:spMkLst>
            <pc:docMk/>
            <pc:sldMk cId="3880580766" sldId="2147473451"/>
            <ac:spMk id="3" creationId="{DF9D3E3F-E60F-37DD-E435-404892CD96A0}"/>
          </ac:spMkLst>
        </pc:spChg>
        <pc:spChg chg="del mod">
          <ac:chgData name="John Capobianco" userId="FgpS6XYwbXINj6dw0+Yh+p8PGqG3Z6QJqMYsWQjKqOE=" providerId="None" clId="Web-{682C0BF6-45B9-4EFB-855F-6FCCDF438E99}" dt="2026-05-27T14:58:37.169" v="12"/>
          <ac:spMkLst>
            <pc:docMk/>
            <pc:sldMk cId="3880580766" sldId="2147473451"/>
            <ac:spMk id="5" creationId="{09C23986-E1E4-4B9A-123C-5B64E9F1A8A6}"/>
          </ac:spMkLst>
        </pc:spChg>
        <pc:spChg chg="mod">
          <ac:chgData name="John Capobianco" userId="FgpS6XYwbXINj6dw0+Yh+p8PGqG3Z6QJqMYsWQjKqOE=" providerId="None" clId="Web-{682C0BF6-45B9-4EFB-855F-6FCCDF438E99}" dt="2026-05-27T14:59:06.137" v="28" actId="14100"/>
          <ac:spMkLst>
            <pc:docMk/>
            <pc:sldMk cId="3880580766" sldId="2147473451"/>
            <ac:spMk id="6" creationId="{DEE9A897-9104-A3CF-AEF3-DA443D843135}"/>
          </ac:spMkLst>
        </pc:spChg>
        <pc:spChg chg="del">
          <ac:chgData name="John Capobianco" userId="FgpS6XYwbXINj6dw0+Yh+p8PGqG3Z6QJqMYsWQjKqOE=" providerId="None" clId="Web-{682C0BF6-45B9-4EFB-855F-6FCCDF438E99}" dt="2026-05-27T14:59:06.106" v="27"/>
          <ac:spMkLst>
            <pc:docMk/>
            <pc:sldMk cId="3880580766" sldId="2147473451"/>
            <ac:spMk id="8" creationId="{BBAD4A7A-C83B-F126-3FD9-62E52C11BEAA}"/>
          </ac:spMkLst>
        </pc:spChg>
        <pc:spChg chg="del mod">
          <ac:chgData name="John Capobianco" userId="FgpS6XYwbXINj6dw0+Yh+p8PGqG3Z6QJqMYsWQjKqOE=" providerId="None" clId="Web-{682C0BF6-45B9-4EFB-855F-6FCCDF438E99}" dt="2026-05-27T14:59:06.075" v="26"/>
          <ac:spMkLst>
            <pc:docMk/>
            <pc:sldMk cId="3880580766" sldId="2147473451"/>
            <ac:spMk id="9" creationId="{67080D27-5390-6A02-695F-F158E48888BE}"/>
          </ac:spMkLst>
        </pc:spChg>
        <pc:picChg chg="add mod">
          <ac:chgData name="John Capobianco" userId="FgpS6XYwbXINj6dw0+Yh+p8PGqG3Z6QJqMYsWQjKqOE=" providerId="None" clId="Web-{682C0BF6-45B9-4EFB-855F-6FCCDF438E99}" dt="2026-05-27T15:01:47.824" v="35" actId="1076"/>
          <ac:picMkLst>
            <pc:docMk/>
            <pc:sldMk cId="3880580766" sldId="2147473451"/>
            <ac:picMk id="4" creationId="{A75A20F9-EAD1-6E34-F651-C8ECFF708949}"/>
          </ac:picMkLst>
        </pc:picChg>
      </pc:sldChg>
      <pc:sldChg chg="add del replId">
        <pc:chgData name="John Capobianco" userId="FgpS6XYwbXINj6dw0+Yh+p8PGqG3Z6QJqMYsWQjKqOE=" providerId="None" clId="Web-{682C0BF6-45B9-4EFB-855F-6FCCDF438E99}" dt="2026-05-27T14:58:46.434" v="13"/>
        <pc:sldMkLst>
          <pc:docMk/>
          <pc:sldMk cId="1379440338" sldId="21474734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0331470e32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0331470e32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" preserve="1">
  <p:cSld name="01_TitleSlide_Navy">
    <p:bg>
      <p:bgPr>
        <a:solidFill>
          <a:schemeClr val="tx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subTitle" idx="1"/>
          </p:nvPr>
        </p:nvSpPr>
        <p:spPr>
          <a:xfrm>
            <a:off x="638500" y="1160233"/>
            <a:ext cx="454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JetBrains Mono"/>
              <a:buNone/>
              <a:defRPr sz="1733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8" name="Google Shape;8;p2"/>
          <p:cNvSpPr txBox="1">
            <a:spLocks noGrp="1"/>
          </p:cNvSpPr>
          <p:nvPr>
            <p:ph type="title"/>
          </p:nvPr>
        </p:nvSpPr>
        <p:spPr>
          <a:xfrm>
            <a:off x="638500" y="1803333"/>
            <a:ext cx="7152000" cy="2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nter"/>
              <a:buNone/>
              <a:defRPr sz="72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58AA2F5-FD4F-95AE-6AC7-A881A1E355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5697767"/>
            <a:ext cx="1841009" cy="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 1" preserve="1">
  <p:cSld name="01_TitleSlide_Navy-Grid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638500" y="845600"/>
            <a:ext cx="4568800" cy="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38500" y="1312133"/>
            <a:ext cx="10801600" cy="20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Inter"/>
              <a:buNone/>
              <a:defRPr sz="66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6CD7C8-327E-5F0A-F7F0-227A7769A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4160016"/>
            <a:ext cx="1841009" cy="549987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2E0592F6-6538-A264-2200-99E1F1B590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2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2" preserve="1">
  <p:cSld name="01_TitleSlide_Navy Grid Pink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85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preserve="1" userDrawn="1">
  <p:cSld name="01_TitleSlide_Navy-BottomGrid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" name="Google Shape;27;p6">
            <a:extLst>
              <a:ext uri="{FF2B5EF4-FFF2-40B4-BE49-F238E27FC236}">
                <a16:creationId xmlns:a16="http://schemas.microsoft.com/office/drawing/2014/main" id="{9234CE04-3F00-9581-BBED-882ADF136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48E2C95-8F92-25CF-FC6D-2520B3C57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235D16-DA19-F83B-7FDF-DD7F21151A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670092"/>
            <a:ext cx="1891956" cy="5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2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Blue" preserve="1">
  <p:cSld name="05_SpeakerSlide01">
    <p:bg>
      <p:bgPr>
        <a:solidFill>
          <a:schemeClr val="tx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38867" y="963500"/>
            <a:ext cx="57704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2"/>
          </p:nvPr>
        </p:nvSpPr>
        <p:spPr>
          <a:xfrm>
            <a:off x="8094433" y="2431933"/>
            <a:ext cx="265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3"/>
          </p:nvPr>
        </p:nvSpPr>
        <p:spPr>
          <a:xfrm>
            <a:off x="8094445" y="27971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>
            <a:spLocks noGrp="1"/>
          </p:cNvSpPr>
          <p:nvPr>
            <p:ph type="pic" idx="4"/>
          </p:nvPr>
        </p:nvSpPr>
        <p:spPr>
          <a:xfrm>
            <a:off x="8094437" y="9634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5"/>
          </p:nvPr>
        </p:nvSpPr>
        <p:spPr>
          <a:xfrm>
            <a:off x="8094433" y="5227033"/>
            <a:ext cx="270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6"/>
          </p:nvPr>
        </p:nvSpPr>
        <p:spPr>
          <a:xfrm>
            <a:off x="8094445" y="55922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>
            <a:spLocks noGrp="1"/>
          </p:cNvSpPr>
          <p:nvPr>
            <p:ph type="pic" idx="7"/>
          </p:nvPr>
        </p:nvSpPr>
        <p:spPr>
          <a:xfrm>
            <a:off x="8094437" y="37585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5B95795-7C29-F017-9AC2-8F4E8BBD287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17280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6FABB7-CE29-173E-772F-E7CDAEB51B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3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>
  <p:cSld name="SpeakerSlide02">
    <p:bg>
      <p:bgPr>
        <a:solidFill>
          <a:schemeClr val="tx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77301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9"/>
          <p:cNvSpPr>
            <a:spLocks noGrp="1"/>
          </p:cNvSpPr>
          <p:nvPr>
            <p:ph type="pic" idx="3"/>
          </p:nvPr>
        </p:nvSpPr>
        <p:spPr>
          <a:xfrm>
            <a:off x="41189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38871" y="963512"/>
            <a:ext cx="71520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JetBrains Mono"/>
              <a:buNone/>
              <a:defRPr sz="1733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4"/>
          </p:nvPr>
        </p:nvSpPr>
        <p:spPr>
          <a:xfrm>
            <a:off x="5077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5"/>
          </p:nvPr>
        </p:nvSpPr>
        <p:spPr>
          <a:xfrm>
            <a:off x="5077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>
            <a:spLocks noGrp="1"/>
          </p:cNvSpPr>
          <p:nvPr>
            <p:ph type="pic" idx="6"/>
          </p:nvPr>
        </p:nvSpPr>
        <p:spPr>
          <a:xfrm>
            <a:off x="5077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7"/>
          </p:nvPr>
        </p:nvSpPr>
        <p:spPr>
          <a:xfrm>
            <a:off x="41189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8"/>
          </p:nvPr>
        </p:nvSpPr>
        <p:spPr>
          <a:xfrm>
            <a:off x="41189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9"/>
          </p:nvPr>
        </p:nvSpPr>
        <p:spPr>
          <a:xfrm>
            <a:off x="77301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3"/>
          </p:nvPr>
        </p:nvSpPr>
        <p:spPr>
          <a:xfrm>
            <a:off x="77301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4A4E1-6468-5D96-0072-9FA802E7017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F75230-4955-CCC9-BE15-069A33AC6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6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Gray" preserve="1">
  <p:cSld name="SpeakerSlide03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subTitle" idx="1"/>
          </p:nvPr>
        </p:nvSpPr>
        <p:spPr>
          <a:xfrm>
            <a:off x="5077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438871" y="947563"/>
            <a:ext cx="7152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2"/>
          </p:nvPr>
        </p:nvSpPr>
        <p:spPr>
          <a:xfrm>
            <a:off x="5077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3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4"/>
          </p:nvPr>
        </p:nvSpPr>
        <p:spPr>
          <a:xfrm>
            <a:off x="5076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5"/>
          </p:nvPr>
        </p:nvSpPr>
        <p:spPr>
          <a:xfrm>
            <a:off x="28066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6"/>
          </p:nvPr>
        </p:nvSpPr>
        <p:spPr>
          <a:xfrm>
            <a:off x="28066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7"/>
          </p:nvPr>
        </p:nvSpPr>
        <p:spPr>
          <a:xfrm>
            <a:off x="28066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8"/>
          </p:nvPr>
        </p:nvSpPr>
        <p:spPr>
          <a:xfrm>
            <a:off x="5165567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9"/>
          </p:nvPr>
        </p:nvSpPr>
        <p:spPr>
          <a:xfrm>
            <a:off x="5165579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13"/>
          </p:nvPr>
        </p:nvSpPr>
        <p:spPr>
          <a:xfrm>
            <a:off x="5165551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subTitle" idx="14"/>
          </p:nvPr>
        </p:nvSpPr>
        <p:spPr>
          <a:xfrm>
            <a:off x="75245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5"/>
          </p:nvPr>
        </p:nvSpPr>
        <p:spPr>
          <a:xfrm>
            <a:off x="75245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16"/>
          </p:nvPr>
        </p:nvSpPr>
        <p:spPr>
          <a:xfrm>
            <a:off x="75244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10"/>
          <p:cNvSpPr txBox="1">
            <a:spLocks noGrp="1"/>
          </p:cNvSpPr>
          <p:nvPr>
            <p:ph type="subTitle" idx="17"/>
          </p:nvPr>
        </p:nvSpPr>
        <p:spPr>
          <a:xfrm>
            <a:off x="98834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ubTitle" idx="18"/>
          </p:nvPr>
        </p:nvSpPr>
        <p:spPr>
          <a:xfrm>
            <a:off x="98834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19"/>
          </p:nvPr>
        </p:nvSpPr>
        <p:spPr>
          <a:xfrm>
            <a:off x="98834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CDC17-0E4F-3FC2-ED8A-A367509C724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C69F84-6907-EB6A-28AB-48B490963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4Speakers" preserve="1">
  <p:cSld name="SpeakerSlide04">
    <p:bg>
      <p:bgPr>
        <a:solidFill>
          <a:schemeClr val="tx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>
            <a:spLocks noGrp="1"/>
          </p:cNvSpPr>
          <p:nvPr>
            <p:ph type="pic" idx="2"/>
          </p:nvPr>
        </p:nvSpPr>
        <p:spPr>
          <a:xfrm>
            <a:off x="440367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2122689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2" name="Google Shape;82;p11"/>
          <p:cNvSpPr txBox="1">
            <a:spLocks noGrp="1"/>
          </p:cNvSpPr>
          <p:nvPr>
            <p:ph type="subTitle" idx="3"/>
          </p:nvPr>
        </p:nvSpPr>
        <p:spPr>
          <a:xfrm>
            <a:off x="2122689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5" name="Google Shape;85;p11"/>
          <p:cNvSpPr>
            <a:spLocks noGrp="1"/>
          </p:cNvSpPr>
          <p:nvPr>
            <p:ph type="pic" idx="5"/>
          </p:nvPr>
        </p:nvSpPr>
        <p:spPr>
          <a:xfrm>
            <a:off x="440367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6"/>
          </p:nvPr>
        </p:nvSpPr>
        <p:spPr>
          <a:xfrm>
            <a:off x="2122689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7"/>
          </p:nvPr>
        </p:nvSpPr>
        <p:spPr>
          <a:xfrm>
            <a:off x="2122689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8"/>
          </p:nvPr>
        </p:nvSpPr>
        <p:spPr>
          <a:xfrm>
            <a:off x="6096000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9"/>
          </p:nvPr>
        </p:nvSpPr>
        <p:spPr>
          <a:xfrm>
            <a:off x="7778323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3"/>
          </p:nvPr>
        </p:nvSpPr>
        <p:spPr>
          <a:xfrm>
            <a:off x="7778323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>
            <a:spLocks noGrp="1"/>
          </p:cNvSpPr>
          <p:nvPr>
            <p:ph type="pic" idx="14"/>
          </p:nvPr>
        </p:nvSpPr>
        <p:spPr>
          <a:xfrm>
            <a:off x="6096000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5"/>
          </p:nvPr>
        </p:nvSpPr>
        <p:spPr>
          <a:xfrm>
            <a:off x="7778323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6"/>
          </p:nvPr>
        </p:nvSpPr>
        <p:spPr>
          <a:xfrm>
            <a:off x="7778323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E2A1F-3830-A5CB-E1F6-27CBACECC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70757-D141-ED17-1765-6C3A06590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6Speakers" preserve="1">
  <p:cSld name="SpeakerSlide05">
    <p:bg>
      <p:bgPr>
        <a:solidFill>
          <a:schemeClr val="tx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9587163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ubTitle" idx="2"/>
          </p:nvPr>
        </p:nvSpPr>
        <p:spPr>
          <a:xfrm>
            <a:off x="9587163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ubTitle" idx="3"/>
          </p:nvPr>
        </p:nvSpPr>
        <p:spPr>
          <a:xfrm>
            <a:off x="9587163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ubTitle" idx="4"/>
          </p:nvPr>
        </p:nvSpPr>
        <p:spPr>
          <a:xfrm>
            <a:off x="9587163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ubTitle" idx="5"/>
          </p:nvPr>
        </p:nvSpPr>
        <p:spPr>
          <a:xfrm>
            <a:off x="5720160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6"/>
          </p:nvPr>
        </p:nvSpPr>
        <p:spPr>
          <a:xfrm>
            <a:off x="5720160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ubTitle" idx="7"/>
          </p:nvPr>
        </p:nvSpPr>
        <p:spPr>
          <a:xfrm>
            <a:off x="5720160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ubTitle" idx="8"/>
          </p:nvPr>
        </p:nvSpPr>
        <p:spPr>
          <a:xfrm>
            <a:off x="5720160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ubTitle" idx="9"/>
          </p:nvPr>
        </p:nvSpPr>
        <p:spPr>
          <a:xfrm>
            <a:off x="1853156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ubTitle" idx="13"/>
          </p:nvPr>
        </p:nvSpPr>
        <p:spPr>
          <a:xfrm>
            <a:off x="1853156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ubTitle" idx="1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subTitle" idx="15"/>
          </p:nvPr>
        </p:nvSpPr>
        <p:spPr>
          <a:xfrm>
            <a:off x="1853156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6"/>
          </p:nvPr>
        </p:nvSpPr>
        <p:spPr>
          <a:xfrm>
            <a:off x="1853156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pic" idx="17"/>
          </p:nvPr>
        </p:nvSpPr>
        <p:spPr>
          <a:xfrm>
            <a:off x="431515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2" name="Google Shape;112;p12"/>
          <p:cNvSpPr>
            <a:spLocks noGrp="1"/>
          </p:cNvSpPr>
          <p:nvPr>
            <p:ph type="pic" idx="18"/>
          </p:nvPr>
        </p:nvSpPr>
        <p:spPr>
          <a:xfrm>
            <a:off x="431515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3" name="Google Shape;113;p12"/>
          <p:cNvSpPr>
            <a:spLocks noGrp="1"/>
          </p:cNvSpPr>
          <p:nvPr>
            <p:ph type="pic" idx="19"/>
          </p:nvPr>
        </p:nvSpPr>
        <p:spPr>
          <a:xfrm>
            <a:off x="4351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4" name="Google Shape;114;p12"/>
          <p:cNvSpPr>
            <a:spLocks noGrp="1"/>
          </p:cNvSpPr>
          <p:nvPr>
            <p:ph type="pic" idx="20"/>
          </p:nvPr>
        </p:nvSpPr>
        <p:spPr>
          <a:xfrm>
            <a:off x="4351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5" name="Google Shape;115;p12"/>
          <p:cNvSpPr>
            <a:spLocks noGrp="1"/>
          </p:cNvSpPr>
          <p:nvPr>
            <p:ph type="pic" idx="21"/>
          </p:nvPr>
        </p:nvSpPr>
        <p:spPr>
          <a:xfrm>
            <a:off x="8218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6" name="Google Shape;116;p12"/>
          <p:cNvSpPr>
            <a:spLocks noGrp="1"/>
          </p:cNvSpPr>
          <p:nvPr>
            <p:ph type="pic" idx="22"/>
          </p:nvPr>
        </p:nvSpPr>
        <p:spPr>
          <a:xfrm>
            <a:off x="8218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7933D-EFC4-3BD7-44B9-335DA6A4AC2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EEE5E6-A727-0F66-9DDA-E4112CFC0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01_InnerTitleSlide_Navy">
    <p:bg>
      <p:bgPr>
        <a:solidFill>
          <a:schemeClr val="tx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847B5073-C644-4CC3-5893-95EF9CBD0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77B06A8-919E-DF26-AD96-2E43767EA7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2_InnerTitleSlide_White">
    <p:bg>
      <p:bgPr>
        <a:solidFill>
          <a:schemeClr val="tx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B653F79-5381-8107-6BFB-B0D18A53E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40EAC56-B67D-35DA-0CC7-17532D7DB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5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03_Text-heavy Split-Navy">
    <p:bg>
      <p:bgPr>
        <a:solidFill>
          <a:schemeClr val="tx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128;p14">
            <a:extLst>
              <a:ext uri="{FF2B5EF4-FFF2-40B4-BE49-F238E27FC236}">
                <a16:creationId xmlns:a16="http://schemas.microsoft.com/office/drawing/2014/main" id="{94FB350F-6CF0-CB81-8DAF-37C927AE2949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84619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101B06-5940-D2DE-E578-DAA4C200593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9DE3563-D4BC-BEDC-A82D-EE3DD9186D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17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Quarter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400" y="0"/>
            <a:ext cx="358404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277067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28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4035954" y="458509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266444"/>
            <a:ext cx="2800201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0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Half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6859304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33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05_SpeakerSlide1-Navy">
    <p:bg>
      <p:bgPr>
        <a:solidFill>
          <a:schemeClr val="tx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BD8C-DBF7-7B4F-FEEE-E15B35A4BBA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18D02B2-FE57-8646-28F5-30AB6E28C7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24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6_SpeakerSlide1-White"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DBA5-08F6-B16B-930C-50CD5175249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1CD24E-765A-60F7-1878-3719FA3FFD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04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2" preserve="1">
  <p:cSld name="05_SpeakerSlide-Alt-Navy">
    <p:bg>
      <p:bgPr>
        <a:solidFill>
          <a:schemeClr val="tx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>
            <a:spLocks noGrp="1"/>
          </p:cNvSpPr>
          <p:nvPr>
            <p:ph type="pic" idx="2"/>
          </p:nvPr>
        </p:nvSpPr>
        <p:spPr>
          <a:xfrm>
            <a:off x="888433" y="688800"/>
            <a:ext cx="3579200" cy="3403600"/>
          </a:xfrm>
          <a:prstGeom prst="roundRect">
            <a:avLst>
              <a:gd name="adj" fmla="val 352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5334895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1"/>
          </p:nvPr>
        </p:nvSpPr>
        <p:spPr>
          <a:xfrm>
            <a:off x="5334900" y="717933"/>
            <a:ext cx="44180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0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3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4"/>
          </p:nvPr>
        </p:nvSpPr>
        <p:spPr>
          <a:xfrm>
            <a:off x="877828" y="4575467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rgbClr val="0099FF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5"/>
          </p:nvPr>
        </p:nvSpPr>
        <p:spPr>
          <a:xfrm>
            <a:off x="877828" y="5075741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B337281-1A85-1251-8C68-062FE93F9A4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9707AE-136D-EB51-B779-A5FEE6F82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84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4 + Photos" preserve="1">
  <p:cSld name="05_Speaker4 + Photos">
    <p:bg>
      <p:bgPr>
        <a:solidFill>
          <a:schemeClr val="tx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76572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4388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2"/>
          </p:nvPr>
        </p:nvSpPr>
        <p:spPr>
          <a:xfrm>
            <a:off x="4388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3" name="Google Shape;153;p17"/>
          <p:cNvSpPr>
            <a:spLocks noGrp="1"/>
          </p:cNvSpPr>
          <p:nvPr>
            <p:ph type="pic" idx="3"/>
          </p:nvPr>
        </p:nvSpPr>
        <p:spPr>
          <a:xfrm>
            <a:off x="438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17"/>
          <p:cNvSpPr>
            <a:spLocks noGrp="1"/>
          </p:cNvSpPr>
          <p:nvPr>
            <p:ph type="pic" idx="4"/>
          </p:nvPr>
        </p:nvSpPr>
        <p:spPr>
          <a:xfrm>
            <a:off x="3485133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17"/>
          <p:cNvSpPr>
            <a:spLocks noGrp="1"/>
          </p:cNvSpPr>
          <p:nvPr>
            <p:ph type="pic" idx="5"/>
          </p:nvPr>
        </p:nvSpPr>
        <p:spPr>
          <a:xfrm>
            <a:off x="6531467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17"/>
          <p:cNvSpPr>
            <a:spLocks noGrp="1"/>
          </p:cNvSpPr>
          <p:nvPr>
            <p:ph type="pic" idx="6"/>
          </p:nvPr>
        </p:nvSpPr>
        <p:spPr>
          <a:xfrm>
            <a:off x="9577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7"/>
          </p:nvPr>
        </p:nvSpPr>
        <p:spPr>
          <a:xfrm>
            <a:off x="3485135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8"/>
          </p:nvPr>
        </p:nvSpPr>
        <p:spPr>
          <a:xfrm>
            <a:off x="3485133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9"/>
          </p:nvPr>
        </p:nvSpPr>
        <p:spPr>
          <a:xfrm>
            <a:off x="6531401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3"/>
          </p:nvPr>
        </p:nvSpPr>
        <p:spPr>
          <a:xfrm>
            <a:off x="6531400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4"/>
          </p:nvPr>
        </p:nvSpPr>
        <p:spPr>
          <a:xfrm>
            <a:off x="95776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5"/>
          </p:nvPr>
        </p:nvSpPr>
        <p:spPr>
          <a:xfrm>
            <a:off x="95776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7B55B22-7B15-8EB6-42D5-384C7184378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8E1AB4-BF66-E566-C3F4-24D67F875E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5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" preserve="1">
  <p:cSld name="TitleOnly-NavyWhit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33" y="0"/>
            <a:ext cx="12192000" cy="615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2600763" y="395412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000" b="0">
                <a:solidFill>
                  <a:schemeClr val="bg1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2E19C42-3C71-BE21-7F6E-A72328F89F0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51793-C2A8-115D-0718-80F8D63B93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97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White"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EEBDF09-5706-9221-9A10-3AA8F44C011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0862B4-7E47-4B48-2873-C13ADABA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09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Navy">
    <p:bg>
      <p:bgPr>
        <a:solidFill>
          <a:schemeClr val="tx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3B5DCC-88D1-8D3D-5B4F-B547E1F2B4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E105C49-8291-F386-6BB5-C5DFA2B496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05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esktopScreen" preserve="1">
  <p:cSld name="11_DesktopScreen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C368743-3F87-5CDF-FBFD-2E95E4D496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9828"/>
          <a:stretch>
            <a:fillRect/>
          </a:stretch>
        </p:blipFill>
        <p:spPr>
          <a:xfrm>
            <a:off x="4474581" y="0"/>
            <a:ext cx="7717420" cy="6858000"/>
          </a:xfrm>
          <a:prstGeom prst="rect">
            <a:avLst/>
          </a:prstGeom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382" y="793604"/>
            <a:ext cx="6909473" cy="50032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438871" y="499001"/>
            <a:ext cx="3483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438871" y="2369912"/>
            <a:ext cx="3483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80" name="Google Shape;180;p20"/>
          <p:cNvSpPr>
            <a:spLocks noGrp="1"/>
          </p:cNvSpPr>
          <p:nvPr>
            <p:ph type="pic" idx="2"/>
          </p:nvPr>
        </p:nvSpPr>
        <p:spPr>
          <a:xfrm>
            <a:off x="4946152" y="1061111"/>
            <a:ext cx="6697931" cy="4631855"/>
          </a:xfrm>
          <a:prstGeom prst="roundRect">
            <a:avLst>
              <a:gd name="adj" fmla="val 85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7555FC-3DC6-CA4A-30FC-D9624A2EA21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74075CA-7B6C-A4F8-9295-7B1130EE55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28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ding Screen Slide" preserve="1">
  <p:cSld name="11_Coding Screen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9300C3C-AAB9-475C-1634-432139CF3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775"/>
          <a:stretch>
            <a:fillRect/>
          </a:stretch>
        </p:blipFill>
        <p:spPr>
          <a:xfrm>
            <a:off x="6096001" y="0"/>
            <a:ext cx="6095900" cy="6858000"/>
          </a:xfrm>
          <a:prstGeom prst="rect">
            <a:avLst/>
          </a:prstGeom>
        </p:spPr>
      </p:pic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4571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r="18267"/>
          <a:stretch/>
        </p:blipFill>
        <p:spPr>
          <a:xfrm>
            <a:off x="6823597" y="763538"/>
            <a:ext cx="5368440" cy="47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>
            <a:spLocks noGrp="1"/>
          </p:cNvSpPr>
          <p:nvPr>
            <p:ph type="body" idx="2"/>
          </p:nvPr>
        </p:nvSpPr>
        <p:spPr>
          <a:xfrm>
            <a:off x="7222109" y="13335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defRPr sz="1467">
                <a:solidFill>
                  <a:schemeClr val="bg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1BF3EB-878E-A61B-F70B-4FDC802D59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A8105E-AE7C-10C6-C3F1-CDA2A8A9F6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86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Split" preserve="1">
  <p:cSld name="10_StatsHalfSplit-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6861704" y="1190649"/>
            <a:ext cx="451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6879203" y="4388312"/>
            <a:ext cx="451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 idx="2"/>
          </p:nvPr>
        </p:nvSpPr>
        <p:spPr>
          <a:xfrm>
            <a:off x="780903" y="1190649"/>
            <a:ext cx="45540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3"/>
          </p:nvPr>
        </p:nvSpPr>
        <p:spPr>
          <a:xfrm>
            <a:off x="763429" y="4388312"/>
            <a:ext cx="455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38AB5-74A5-48FE-24A0-DEDE8810E0C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8C7DFC-5643-36E4-CB26-E851435201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20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03_Text-heavy 2 columns-NavyWhite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096000" y="1342267"/>
            <a:ext cx="6093600" cy="4846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267" y="1342267"/>
            <a:ext cx="6093600" cy="48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2691800" y="457201"/>
            <a:ext cx="68084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body" idx="1"/>
          </p:nvPr>
        </p:nvSpPr>
        <p:spPr>
          <a:xfrm>
            <a:off x="518700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2"/>
          </p:nvPr>
        </p:nvSpPr>
        <p:spPr>
          <a:xfrm>
            <a:off x="518700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3"/>
          </p:nvPr>
        </p:nvSpPr>
        <p:spPr>
          <a:xfrm>
            <a:off x="6667933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4"/>
          </p:nvPr>
        </p:nvSpPr>
        <p:spPr>
          <a:xfrm>
            <a:off x="6667933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217E901-D256-287A-40FA-AD1A653A219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B0478E-EDBD-CCC8-E5FD-C714EA4A3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2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 Bar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  <p:sp>
        <p:nvSpPr>
          <p:cNvPr id="2" name="Google Shape;785;p88">
            <a:extLst>
              <a:ext uri="{FF2B5EF4-FFF2-40B4-BE49-F238E27FC236}">
                <a16:creationId xmlns:a16="http://schemas.microsoft.com/office/drawing/2014/main" id="{CCEF1BEA-FA12-A68C-3D50-B981DBE40FD4}"/>
              </a:ext>
            </a:extLst>
          </p:cNvPr>
          <p:cNvSpPr/>
          <p:nvPr userDrawn="1"/>
        </p:nvSpPr>
        <p:spPr>
          <a:xfrm>
            <a:off x="9567" y="9567"/>
            <a:ext cx="12182400" cy="1721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</p:spTree>
    <p:extLst>
      <p:ext uri="{BB962C8B-B14F-4D97-AF65-F5344CB8AC3E}">
        <p14:creationId xmlns:p14="http://schemas.microsoft.com/office/powerpoint/2010/main" val="1456146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White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94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">
    <p:bg>
      <p:bgPr>
        <a:solidFill>
          <a:schemeClr val="tx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BF00F8E-0C3D-E1DF-D1B6-47CF6C7E915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FF05D5D-4558-86E1-EAAA-950EBDDFE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5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09_List4-Whit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C87023C-99FC-892F-45C7-8BED48A86C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F14C4F-70C5-339A-E79C-84A96C658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2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10_List4-Navy"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3CCEE9-6BC0-373E-D29B-EC1E05C2C69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4A3717-ACEF-B62B-E158-907BF9114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54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09_List4 + Icons-Whit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2E61FC-EE78-658A-E879-EAB7E3B3A87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D83C27-81A8-96BE-4A69-B9E703C35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3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10_List4 + Icons-Navy">
    <p:bg>
      <p:bgPr>
        <a:solidFill>
          <a:schemeClr val="tx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7105F97-9F8D-5AE1-1867-D0206D1EBE3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BDC92E-5F9F-A49A-D636-6C77288BD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408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09_List6-White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BD36F5-CF25-24F4-6212-DAFC8641D2F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C59A85-5150-87E9-5D1B-2602D0CD1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037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10_List6-Navy">
    <p:bg>
      <p:bgPr>
        <a:solidFill>
          <a:schemeClr val="tx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1565C1-2B3E-E1D2-2EF7-FCFE93B84F8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15BD2A-427F-8B92-90BB-A6CA66B4F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136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09_List3-Whit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E06CA1-6CA0-086A-BDB3-B62AE9AAE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BD9587-62FD-2397-D758-BA626C67D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75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10_List3-Navy">
    <p:bg>
      <p:bgPr>
        <a:solidFill>
          <a:schemeClr val="tx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99580A-F042-9F68-D73C-C34C338F88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57770E-D43E-8541-F562-CFFF096B2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131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08_Checkilst-Navy">
    <p:bg>
      <p:bgPr>
        <a:solidFill>
          <a:schemeClr val="tx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B4D756-AC95-D3F0-E1AD-5C551D26F07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56C609-6BDE-7505-BB18-40CC6B5C1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614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9_Checkilst-White"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221616A-7662-EE72-B6DE-0DD9CDF2335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DC35BD-A221-7112-5D6A-BB0041826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40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09_List3 HalfSpli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1"/>
          </p:nvPr>
        </p:nvSpPr>
        <p:spPr>
          <a:xfrm>
            <a:off x="438871" y="2686051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2"/>
          </p:nvPr>
        </p:nvSpPr>
        <p:spPr>
          <a:xfrm>
            <a:off x="438871" y="1661988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3"/>
          </p:nvPr>
        </p:nvSpPr>
        <p:spPr>
          <a:xfrm>
            <a:off x="7751617" y="98821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4"/>
          </p:nvPr>
        </p:nvSpPr>
        <p:spPr>
          <a:xfrm>
            <a:off x="7751617" y="13726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8" name="Google Shape;288;p30"/>
          <p:cNvSpPr txBox="1">
            <a:spLocks noGrp="1"/>
          </p:cNvSpPr>
          <p:nvPr>
            <p:ph type="subTitle" idx="5"/>
          </p:nvPr>
        </p:nvSpPr>
        <p:spPr>
          <a:xfrm>
            <a:off x="7751617" y="2765388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6"/>
          </p:nvPr>
        </p:nvSpPr>
        <p:spPr>
          <a:xfrm>
            <a:off x="7751617" y="31497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7"/>
          </p:nvPr>
        </p:nvSpPr>
        <p:spPr>
          <a:xfrm>
            <a:off x="7751617" y="454256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8"/>
          </p:nvPr>
        </p:nvSpPr>
        <p:spPr>
          <a:xfrm>
            <a:off x="7751617" y="4926951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53A2F63-3861-856B-4CB7-B72FBD9520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A84EAE-2866-153B-4B19-D4299B5AA8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62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 Top" preserve="1">
  <p:cSld name="09_List3 Split Top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/>
          <p:nvPr/>
        </p:nvSpPr>
        <p:spPr>
          <a:xfrm>
            <a:off x="-3475" y="0"/>
            <a:ext cx="12192000" cy="26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55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1"/>
          </p:nvPr>
        </p:nvSpPr>
        <p:spPr>
          <a:xfrm>
            <a:off x="438871" y="1661988"/>
            <a:ext cx="7788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2"/>
          </p:nvPr>
        </p:nvSpPr>
        <p:spPr>
          <a:xfrm>
            <a:off x="438871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3"/>
          </p:nvPr>
        </p:nvSpPr>
        <p:spPr>
          <a:xfrm>
            <a:off x="438871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4"/>
          </p:nvPr>
        </p:nvSpPr>
        <p:spPr>
          <a:xfrm>
            <a:off x="4256317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5"/>
          </p:nvPr>
        </p:nvSpPr>
        <p:spPr>
          <a:xfrm>
            <a:off x="4256317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6"/>
          </p:nvPr>
        </p:nvSpPr>
        <p:spPr>
          <a:xfrm>
            <a:off x="8073765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ubTitle" idx="7"/>
          </p:nvPr>
        </p:nvSpPr>
        <p:spPr>
          <a:xfrm>
            <a:off x="8073765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0630B8-10B8-F782-8E4B-019E5063F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A969CF-658B-F4CE-EC3A-9E95133596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1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+ Box" preserve="1">
  <p:cSld name="09_List3 + Box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/>
          <p:nvPr/>
        </p:nvSpPr>
        <p:spPr>
          <a:xfrm>
            <a:off x="1065200" y="2308367"/>
            <a:ext cx="30536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598000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8130825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10" name="Google Shape;310;p32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1"/>
          </p:nvPr>
        </p:nvSpPr>
        <p:spPr>
          <a:xfrm>
            <a:off x="1331633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2"/>
          </p:nvPr>
        </p:nvSpPr>
        <p:spPr>
          <a:xfrm>
            <a:off x="1331633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3"/>
          </p:nvPr>
        </p:nvSpPr>
        <p:spPr>
          <a:xfrm>
            <a:off x="4856811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4"/>
          </p:nvPr>
        </p:nvSpPr>
        <p:spPr>
          <a:xfrm>
            <a:off x="4856811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5"/>
          </p:nvPr>
        </p:nvSpPr>
        <p:spPr>
          <a:xfrm>
            <a:off x="8381996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6"/>
          </p:nvPr>
        </p:nvSpPr>
        <p:spPr>
          <a:xfrm>
            <a:off x="8381996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0DF87F-21F4-5C11-7E9A-22621D4112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F770EB-E5DA-0386-E45F-A179D7211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246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" preserve="1">
  <p:cSld name="09_List4 + box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53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1" name="Google Shape;321;p33"/>
          <p:cNvSpPr/>
          <p:nvPr/>
        </p:nvSpPr>
        <p:spPr>
          <a:xfrm>
            <a:off x="71298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347086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622874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898662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5" name="Google Shape;325;p33"/>
          <p:cNvSpPr/>
          <p:nvPr/>
        </p:nvSpPr>
        <p:spPr>
          <a:xfrm rot="10800000" flipH="1">
            <a:off x="71298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6" name="Google Shape;326;p33"/>
          <p:cNvSpPr/>
          <p:nvPr/>
        </p:nvSpPr>
        <p:spPr>
          <a:xfrm rot="10800000" flipH="1">
            <a:off x="347086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7" name="Google Shape;327;p33"/>
          <p:cNvSpPr/>
          <p:nvPr/>
        </p:nvSpPr>
        <p:spPr>
          <a:xfrm rot="10800000" flipH="1">
            <a:off x="622874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8" name="Google Shape;328;p33"/>
          <p:cNvSpPr/>
          <p:nvPr/>
        </p:nvSpPr>
        <p:spPr>
          <a:xfrm rot="10800000" flipH="1">
            <a:off x="898662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9" name="Google Shape;329;p33"/>
          <p:cNvSpPr txBox="1">
            <a:spLocks noGrp="1"/>
          </p:cNvSpPr>
          <p:nvPr>
            <p:ph type="title" idx="2"/>
          </p:nvPr>
        </p:nvSpPr>
        <p:spPr>
          <a:xfrm>
            <a:off x="712985" y="2276475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90466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3"/>
          </p:nvPr>
        </p:nvSpPr>
        <p:spPr>
          <a:xfrm>
            <a:off x="347086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4"/>
          </p:nvPr>
        </p:nvSpPr>
        <p:spPr>
          <a:xfrm>
            <a:off x="622874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5"/>
          </p:nvPr>
        </p:nvSpPr>
        <p:spPr>
          <a:xfrm>
            <a:off x="898662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6"/>
          </p:nvPr>
        </p:nvSpPr>
        <p:spPr>
          <a:xfrm>
            <a:off x="366254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7"/>
          </p:nvPr>
        </p:nvSpPr>
        <p:spPr>
          <a:xfrm>
            <a:off x="642042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8"/>
          </p:nvPr>
        </p:nvSpPr>
        <p:spPr>
          <a:xfrm>
            <a:off x="917830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920D7F8-7542-7153-5A5E-6B39F4F15E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69CAD3-D292-6F3C-89DD-6310BFE687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26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 + Icon" preserve="1">
  <p:cSld name="09_List4 + Box + Icon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71298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47086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622874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898662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34"/>
          <p:cNvSpPr/>
          <p:nvPr/>
        </p:nvSpPr>
        <p:spPr>
          <a:xfrm rot="10800000" flipH="1">
            <a:off x="71298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34"/>
          <p:cNvSpPr/>
          <p:nvPr/>
        </p:nvSpPr>
        <p:spPr>
          <a:xfrm rot="10800000" flipH="1">
            <a:off x="347086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4"/>
          <p:cNvSpPr/>
          <p:nvPr/>
        </p:nvSpPr>
        <p:spPr>
          <a:xfrm rot="10800000" flipH="1">
            <a:off x="622874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34"/>
          <p:cNvSpPr/>
          <p:nvPr/>
        </p:nvSpPr>
        <p:spPr>
          <a:xfrm rot="10800000" flipH="1">
            <a:off x="898662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1"/>
          </p:nvPr>
        </p:nvSpPr>
        <p:spPr>
          <a:xfrm>
            <a:off x="91493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2"/>
          </p:nvPr>
        </p:nvSpPr>
        <p:spPr>
          <a:xfrm>
            <a:off x="91493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3"/>
          </p:nvPr>
        </p:nvSpPr>
        <p:spPr>
          <a:xfrm>
            <a:off x="367281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subTitle" idx="4"/>
          </p:nvPr>
        </p:nvSpPr>
        <p:spPr>
          <a:xfrm>
            <a:off x="367281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5"/>
          </p:nvPr>
        </p:nvSpPr>
        <p:spPr>
          <a:xfrm>
            <a:off x="643069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subTitle" idx="6"/>
          </p:nvPr>
        </p:nvSpPr>
        <p:spPr>
          <a:xfrm>
            <a:off x="643069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subTitle" idx="7"/>
          </p:nvPr>
        </p:nvSpPr>
        <p:spPr>
          <a:xfrm>
            <a:off x="918857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subTitle" idx="8"/>
          </p:nvPr>
        </p:nvSpPr>
        <p:spPr>
          <a:xfrm>
            <a:off x="918857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2BE7A4B-26E0-26F2-2323-7D626208E8B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906F2C-735F-0B76-B204-0B9DF9258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540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09_List2-White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279096-11BB-53AB-CEFE-950A21309C7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7C89A0-FA15-77D8-2F0A-158D70457D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0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10_List2-Navy">
    <p:bg>
      <p:bgPr>
        <a:solidFill>
          <a:schemeClr val="tx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206F51-A649-7186-838A-A3EBEE86944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312E949-C64A-7DE8-A8C9-A9504040E8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68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10_List3 Spli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1" name="Google Shape;371;p36"/>
          <p:cNvSpPr txBox="1">
            <a:spLocks noGrp="1"/>
          </p:cNvSpPr>
          <p:nvPr>
            <p:ph type="subTitle" idx="2"/>
          </p:nvPr>
        </p:nvSpPr>
        <p:spPr>
          <a:xfrm>
            <a:off x="7466080" y="1450312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3"/>
          </p:nvPr>
        </p:nvSpPr>
        <p:spPr>
          <a:xfrm>
            <a:off x="7459643" y="876725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3" name="Google Shape;373;p36"/>
          <p:cNvSpPr txBox="1">
            <a:spLocks noGrp="1"/>
          </p:cNvSpPr>
          <p:nvPr>
            <p:ph type="subTitle" idx="4"/>
          </p:nvPr>
        </p:nvSpPr>
        <p:spPr>
          <a:xfrm>
            <a:off x="7466080" y="3440619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4" name="Google Shape;374;p36"/>
          <p:cNvSpPr txBox="1">
            <a:spLocks noGrp="1"/>
          </p:cNvSpPr>
          <p:nvPr>
            <p:ph type="subTitle" idx="5"/>
          </p:nvPr>
        </p:nvSpPr>
        <p:spPr>
          <a:xfrm>
            <a:off x="7459643" y="2867031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5" name="Google Shape;375;p36"/>
          <p:cNvSpPr txBox="1">
            <a:spLocks noGrp="1"/>
          </p:cNvSpPr>
          <p:nvPr>
            <p:ph type="subTitle" idx="6"/>
          </p:nvPr>
        </p:nvSpPr>
        <p:spPr>
          <a:xfrm>
            <a:off x="7466080" y="5430931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7"/>
          </p:nvPr>
        </p:nvSpPr>
        <p:spPr>
          <a:xfrm>
            <a:off x="7459643" y="4857344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A7042B-CE2D-3D64-F2A2-07CF5F574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B93419-3C4D-38F0-0002-CCE80BC91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32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09_List4 Split-White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40AF62-D211-A905-5DB8-FE1C87B372D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5101EC-B79A-1178-9DDF-E80233C893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141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10_List4 Split-Navy">
    <p:bg>
      <p:bgPr>
        <a:solidFill>
          <a:schemeClr val="tx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845A1-D82A-7BAD-A3CF-CC6BCF8B5E4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746D0-4AF2-2F8A-87B5-0DF291E30B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516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Heavy" preserve="1">
  <p:cSld name="02_AgendaHeav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/>
          <p:nvPr/>
        </p:nvSpPr>
        <p:spPr>
          <a:xfrm>
            <a:off x="6098300" y="-9525"/>
            <a:ext cx="6111200" cy="686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/>
          </p:nvPr>
        </p:nvSpPr>
        <p:spPr>
          <a:xfrm>
            <a:off x="458143" y="457200"/>
            <a:ext cx="4648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body" idx="1"/>
          </p:nvPr>
        </p:nvSpPr>
        <p:spPr>
          <a:xfrm>
            <a:off x="438871" y="1971675"/>
            <a:ext cx="3494800" cy="3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2"/>
          </p:nvPr>
        </p:nvSpPr>
        <p:spPr>
          <a:xfrm>
            <a:off x="6915848" y="457200"/>
            <a:ext cx="4476000" cy="5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D43114-F454-F56F-87B9-0999A54B6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C0F658-1115-EA83-099E-915A2C1FE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6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F0095"/>
          </p15:clr>
        </p15:guide>
        <p15:guide id="2" orient="horz" pos="959" userDrawn="1">
          <p15:clr>
            <a:srgbClr val="FF0095"/>
          </p15:clr>
        </p15:guide>
        <p15:guide id="3" orient="horz" pos="1199" userDrawn="1">
          <p15:clr>
            <a:srgbClr val="FF0095"/>
          </p15:clr>
        </p15:guide>
        <p15:guide id="4" orient="horz" pos="1440" userDrawn="1">
          <p15:clr>
            <a:srgbClr val="FF0095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ack" preserve="1">
  <p:cSld name="Blank-Gradient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501E2A9-EB33-2793-D600-F8046B43012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BD30E9-A67E-D479-E6B1-7C6F60E0D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84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ue" preserve="1">
  <p:cSld name="Blank-Blue">
    <p:bg>
      <p:bgPr>
        <a:solidFill>
          <a:schemeClr val="accen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EBE87F-F323-2381-21AA-EFE874098B1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E29DB8-4179-2CEA-3BE2-A690BB5B9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085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" preserve="1">
  <p:cSld name="03_Text-heavy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8534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8" name="Google Shape;408;p41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8534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9" name="Google Shape;409;p41"/>
          <p:cNvSpPr txBox="1">
            <a:spLocks noGrp="1"/>
          </p:cNvSpPr>
          <p:nvPr>
            <p:ph type="body" idx="2"/>
          </p:nvPr>
        </p:nvSpPr>
        <p:spPr>
          <a:xfrm>
            <a:off x="440357" y="1873251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D10B7E-4268-71DD-047E-93AF7B76D53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4C079-61AE-5182-32B7-9D56FB2F30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18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2" preserve="1">
  <p:cSld name="07_Timeline2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/>
        </p:nvSpPr>
        <p:spPr>
          <a:xfrm>
            <a:off x="0" y="0"/>
            <a:ext cx="12192000" cy="621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4" name="Google Shape;414;p42"/>
          <p:cNvSpPr/>
          <p:nvPr/>
        </p:nvSpPr>
        <p:spPr>
          <a:xfrm>
            <a:off x="620333" y="2245633"/>
            <a:ext cx="11736400" cy="4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42412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body" idx="1"/>
          </p:nvPr>
        </p:nvSpPr>
        <p:spPr>
          <a:xfrm>
            <a:off x="659549" y="2582529"/>
            <a:ext cx="2827200" cy="2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38500D3-BD8E-273E-B023-676F9180A3B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E1C01D-33B3-F819-ED15-1F8CB2FB6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966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07_Timeline1-Whit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3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DCED3D-5B9E-8E54-7DEE-15105E30DD0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97FFA8-7745-E0B2-F758-8C40B94EC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293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8_Timeline1-Navy">
    <p:bg>
      <p:bgPr>
        <a:solidFill>
          <a:schemeClr val="tx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5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4B74730-4B78-DB3A-97CD-E104EC3559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248A50-C64D-223E-48D8-A5107C42AA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165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3" preserve="1">
  <p:cSld name="07_Timeline3">
    <p:bg>
      <p:bgPr>
        <a:solidFill>
          <a:schemeClr val="bg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3290367" y="2989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 dirty="0"/>
          </a:p>
        </p:txBody>
      </p:sp>
      <p:sp>
        <p:nvSpPr>
          <p:cNvPr id="427" name="Google Shape;427;p44"/>
          <p:cNvSpPr txBox="1">
            <a:spLocks noGrp="1"/>
          </p:cNvSpPr>
          <p:nvPr>
            <p:ph type="title" idx="2"/>
          </p:nvPr>
        </p:nvSpPr>
        <p:spPr>
          <a:xfrm>
            <a:off x="3290367" y="7359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8" name="Google Shape;428;p44"/>
          <p:cNvSpPr txBox="1">
            <a:spLocks noGrp="1"/>
          </p:cNvSpPr>
          <p:nvPr>
            <p:ph type="title" idx="3"/>
          </p:nvPr>
        </p:nvSpPr>
        <p:spPr>
          <a:xfrm>
            <a:off x="3290367" y="11729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title" idx="4"/>
          </p:nvPr>
        </p:nvSpPr>
        <p:spPr>
          <a:xfrm>
            <a:off x="3290367" y="16100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title" idx="5"/>
          </p:nvPr>
        </p:nvSpPr>
        <p:spPr>
          <a:xfrm>
            <a:off x="3290367" y="20470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 txBox="1">
            <a:spLocks noGrp="1"/>
          </p:cNvSpPr>
          <p:nvPr>
            <p:ph type="title" idx="6"/>
          </p:nvPr>
        </p:nvSpPr>
        <p:spPr>
          <a:xfrm>
            <a:off x="3290367" y="24840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2" name="Google Shape;432;p44"/>
          <p:cNvSpPr txBox="1">
            <a:spLocks noGrp="1"/>
          </p:cNvSpPr>
          <p:nvPr>
            <p:ph type="title" idx="7"/>
          </p:nvPr>
        </p:nvSpPr>
        <p:spPr>
          <a:xfrm>
            <a:off x="3290367" y="29210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 idx="8"/>
          </p:nvPr>
        </p:nvSpPr>
        <p:spPr>
          <a:xfrm>
            <a:off x="3290367" y="33581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title" idx="9"/>
          </p:nvPr>
        </p:nvSpPr>
        <p:spPr>
          <a:xfrm>
            <a:off x="3290367" y="379511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title" idx="13"/>
          </p:nvPr>
        </p:nvSpPr>
        <p:spPr>
          <a:xfrm>
            <a:off x="3290367" y="42433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6" name="Google Shape;436;p44"/>
          <p:cNvSpPr txBox="1">
            <a:spLocks noGrp="1"/>
          </p:cNvSpPr>
          <p:nvPr>
            <p:ph type="title" idx="14"/>
          </p:nvPr>
        </p:nvSpPr>
        <p:spPr>
          <a:xfrm>
            <a:off x="3290367" y="46803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7" name="Google Shape;437;p44"/>
          <p:cNvSpPr txBox="1">
            <a:spLocks noGrp="1"/>
          </p:cNvSpPr>
          <p:nvPr>
            <p:ph type="title" idx="15"/>
          </p:nvPr>
        </p:nvSpPr>
        <p:spPr>
          <a:xfrm>
            <a:off x="3290367" y="5117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title" idx="16"/>
          </p:nvPr>
        </p:nvSpPr>
        <p:spPr>
          <a:xfrm>
            <a:off x="3290367" y="5554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cxnSp>
        <p:nvCxnSpPr>
          <p:cNvPr id="439" name="Google Shape;439;p44"/>
          <p:cNvCxnSpPr/>
          <p:nvPr/>
        </p:nvCxnSpPr>
        <p:spPr>
          <a:xfrm>
            <a:off x="7187800" y="350992"/>
            <a:ext cx="0" cy="6526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40" name="Google Shape;440;p44"/>
          <p:cNvSpPr txBox="1">
            <a:spLocks noGrp="1"/>
          </p:cNvSpPr>
          <p:nvPr>
            <p:ph type="title" idx="17"/>
          </p:nvPr>
        </p:nvSpPr>
        <p:spPr>
          <a:xfrm>
            <a:off x="7326433" y="2989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18"/>
          </p:nvPr>
        </p:nvSpPr>
        <p:spPr>
          <a:xfrm>
            <a:off x="7326433" y="7359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title" idx="19"/>
          </p:nvPr>
        </p:nvSpPr>
        <p:spPr>
          <a:xfrm>
            <a:off x="7326433" y="11729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3" name="Google Shape;443;p44"/>
          <p:cNvSpPr txBox="1">
            <a:spLocks noGrp="1"/>
          </p:cNvSpPr>
          <p:nvPr>
            <p:ph type="title" idx="20"/>
          </p:nvPr>
        </p:nvSpPr>
        <p:spPr>
          <a:xfrm>
            <a:off x="7326433" y="16100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4" name="Google Shape;444;p44"/>
          <p:cNvSpPr txBox="1">
            <a:spLocks noGrp="1"/>
          </p:cNvSpPr>
          <p:nvPr>
            <p:ph type="title" idx="21"/>
          </p:nvPr>
        </p:nvSpPr>
        <p:spPr>
          <a:xfrm>
            <a:off x="7326433" y="20470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5" name="Google Shape;445;p44"/>
          <p:cNvSpPr txBox="1">
            <a:spLocks noGrp="1"/>
          </p:cNvSpPr>
          <p:nvPr>
            <p:ph type="title" idx="22"/>
          </p:nvPr>
        </p:nvSpPr>
        <p:spPr>
          <a:xfrm>
            <a:off x="7326433" y="24840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title" idx="23"/>
          </p:nvPr>
        </p:nvSpPr>
        <p:spPr>
          <a:xfrm>
            <a:off x="7326433" y="29210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title" idx="24"/>
          </p:nvPr>
        </p:nvSpPr>
        <p:spPr>
          <a:xfrm>
            <a:off x="7326433" y="33581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8" name="Google Shape;448;p44"/>
          <p:cNvSpPr txBox="1">
            <a:spLocks noGrp="1"/>
          </p:cNvSpPr>
          <p:nvPr>
            <p:ph type="title" idx="25"/>
          </p:nvPr>
        </p:nvSpPr>
        <p:spPr>
          <a:xfrm>
            <a:off x="7326433" y="379511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9" name="Google Shape;449;p44"/>
          <p:cNvSpPr txBox="1">
            <a:spLocks noGrp="1"/>
          </p:cNvSpPr>
          <p:nvPr>
            <p:ph type="title" idx="26"/>
          </p:nvPr>
        </p:nvSpPr>
        <p:spPr>
          <a:xfrm>
            <a:off x="7326433" y="42433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title" idx="27"/>
          </p:nvPr>
        </p:nvSpPr>
        <p:spPr>
          <a:xfrm>
            <a:off x="7326433" y="46803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1" name="Google Shape;451;p44"/>
          <p:cNvSpPr txBox="1">
            <a:spLocks noGrp="1"/>
          </p:cNvSpPr>
          <p:nvPr>
            <p:ph type="title" idx="28"/>
          </p:nvPr>
        </p:nvSpPr>
        <p:spPr>
          <a:xfrm>
            <a:off x="7326433" y="5117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2" name="Google Shape;452;p44"/>
          <p:cNvSpPr txBox="1">
            <a:spLocks noGrp="1"/>
          </p:cNvSpPr>
          <p:nvPr>
            <p:ph type="title" idx="29"/>
          </p:nvPr>
        </p:nvSpPr>
        <p:spPr>
          <a:xfrm>
            <a:off x="7326433" y="5554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E7626DD-CA14-F5F7-B8BD-86207D1CB73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43E09E-28E9-7501-3BD2-8280FE32FE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286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03_Text-heavy 3 columns-White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AE4C2EF-7426-892A-30B1-852FB52FE0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80729B-5AEF-3682-7844-FA0AC6EF1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07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4_Text-heavy 3 columns-Navy"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181E9BA-4B9E-435D-CC52-F624DF9F1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CF62B0-2FE0-1997-42C2-6C20BF126C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67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03_Text-heavy 4 columns-White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93655A-9FE5-1E6B-E892-DFF645BB6F9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39FBC1-36EA-7FFF-39C5-C3A345E92A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648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4_Text-heavy 4 columns-Navy"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98D5008-59A9-F0B7-1141-F8EBFD3764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0EAC44-1D05-4D28-4CC1-046AA9079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564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03_Text-heavy 4 columns  2-White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235989-249A-188D-2C64-2D7A9E46E90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5D0B72-885D-7DF2-C77A-873C3244B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835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4_Text-heavy 4 columns  2-Navy">
    <p:bg>
      <p:bgPr>
        <a:solidFill>
          <a:schemeClr val="tx1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8F6ACA-1A3A-C30D-6F76-17DF4D088D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60E33-1B90-889A-6A23-4D220156F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913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White">
    <p:bg>
      <p:bgRef idx="1001">
        <a:schemeClr val="bg1"/>
      </p:bgRef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70" y="6348550"/>
            <a:ext cx="1190294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2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Navy">
    <p:bg>
      <p:bgPr>
        <a:solidFill>
          <a:schemeClr val="tx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370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White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CA9D55-B4AB-9A17-09DE-25AE503BE99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104D42-46EA-8201-57C5-D7B1099C8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039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Navy">
    <p:bg>
      <p:bgPr>
        <a:solidFill>
          <a:schemeClr val="tx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6609F7-1B32-0AEB-6868-A697C76983C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3E98DB-9296-EA74-5FC7-7232223E2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626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>
  <p:cSld name="5Box Grid BG">
    <p:bg>
      <p:bgPr>
        <a:solidFill>
          <a:schemeClr val="tx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FFFE654-7A6B-5454-D10B-A7A0930A6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29" name="Google Shape;529;p52"/>
          <p:cNvSpPr/>
          <p:nvPr/>
        </p:nvSpPr>
        <p:spPr>
          <a:xfrm>
            <a:off x="885600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4493217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8100851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26279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3" name="Google Shape;533;p52"/>
          <p:cNvSpPr/>
          <p:nvPr/>
        </p:nvSpPr>
        <p:spPr>
          <a:xfrm>
            <a:off x="62355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4" name="Google Shape;534;p52"/>
          <p:cNvSpPr txBox="1">
            <a:spLocks noGrp="1"/>
          </p:cNvSpPr>
          <p:nvPr>
            <p:ph type="title"/>
          </p:nvPr>
        </p:nvSpPr>
        <p:spPr>
          <a:xfrm>
            <a:off x="2603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5" name="Google Shape;535;p52"/>
          <p:cNvSpPr txBox="1">
            <a:spLocks noGrp="1"/>
          </p:cNvSpPr>
          <p:nvPr>
            <p:ph type="subTitle" idx="1"/>
          </p:nvPr>
        </p:nvSpPr>
        <p:spPr>
          <a:xfrm>
            <a:off x="10648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36" name="Google Shape;536;p52"/>
          <p:cNvSpPr txBox="1">
            <a:spLocks noGrp="1"/>
          </p:cNvSpPr>
          <p:nvPr>
            <p:ph type="title" idx="2"/>
          </p:nvPr>
        </p:nvSpPr>
        <p:spPr>
          <a:xfrm>
            <a:off x="10648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37" name="Google Shape;537;p52"/>
          <p:cNvSpPr txBox="1">
            <a:spLocks noGrp="1"/>
          </p:cNvSpPr>
          <p:nvPr>
            <p:ph type="subTitle" idx="3"/>
          </p:nvPr>
        </p:nvSpPr>
        <p:spPr>
          <a:xfrm>
            <a:off x="46764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title" idx="4"/>
          </p:nvPr>
        </p:nvSpPr>
        <p:spPr>
          <a:xfrm>
            <a:off x="46764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subTitle" idx="5"/>
          </p:nvPr>
        </p:nvSpPr>
        <p:spPr>
          <a:xfrm>
            <a:off x="82880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 txBox="1">
            <a:spLocks noGrp="1"/>
          </p:cNvSpPr>
          <p:nvPr>
            <p:ph type="title" idx="6"/>
          </p:nvPr>
        </p:nvSpPr>
        <p:spPr>
          <a:xfrm>
            <a:off x="82880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1" name="Google Shape;541;p52"/>
          <p:cNvSpPr txBox="1">
            <a:spLocks noGrp="1"/>
          </p:cNvSpPr>
          <p:nvPr>
            <p:ph type="subTitle" idx="7"/>
          </p:nvPr>
        </p:nvSpPr>
        <p:spPr>
          <a:xfrm>
            <a:off x="28112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2" name="Google Shape;542;p52"/>
          <p:cNvSpPr txBox="1">
            <a:spLocks noGrp="1"/>
          </p:cNvSpPr>
          <p:nvPr>
            <p:ph type="title" idx="8"/>
          </p:nvPr>
        </p:nvSpPr>
        <p:spPr>
          <a:xfrm>
            <a:off x="28112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3" name="Google Shape;543;p52"/>
          <p:cNvSpPr txBox="1">
            <a:spLocks noGrp="1"/>
          </p:cNvSpPr>
          <p:nvPr>
            <p:ph type="subTitle" idx="9"/>
          </p:nvPr>
        </p:nvSpPr>
        <p:spPr>
          <a:xfrm>
            <a:off x="64188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4" name="Google Shape;544;p52"/>
          <p:cNvSpPr txBox="1">
            <a:spLocks noGrp="1"/>
          </p:cNvSpPr>
          <p:nvPr>
            <p:ph type="title" idx="13"/>
          </p:nvPr>
        </p:nvSpPr>
        <p:spPr>
          <a:xfrm>
            <a:off x="64188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34A92-5C8B-32FA-0F1A-3DE1D10319B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71E8B7-8D77-A1DE-B7A7-4797B2308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348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>
  <p:cSld name="Bento-GridBG">
    <p:bg>
      <p:bgPr>
        <a:solidFill>
          <a:schemeClr val="tx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7D67323F-89B9-7DC8-02C1-27170B69C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49" name="Google Shape;549;p53"/>
          <p:cNvSpPr/>
          <p:nvPr/>
        </p:nvSpPr>
        <p:spPr>
          <a:xfrm>
            <a:off x="590767" y="529467"/>
            <a:ext cx="5842000" cy="49696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0000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0" name="Google Shape;550;p53"/>
          <p:cNvSpPr/>
          <p:nvPr/>
        </p:nvSpPr>
        <p:spPr>
          <a:xfrm>
            <a:off x="7008793" y="542733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1" name="Google Shape;551;p53"/>
          <p:cNvSpPr txBox="1">
            <a:spLocks noGrp="1"/>
          </p:cNvSpPr>
          <p:nvPr>
            <p:ph type="subTitle" idx="1"/>
          </p:nvPr>
        </p:nvSpPr>
        <p:spPr>
          <a:xfrm>
            <a:off x="7224067" y="1410300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2" name="Google Shape;552;p53"/>
          <p:cNvSpPr txBox="1">
            <a:spLocks noGrp="1"/>
          </p:cNvSpPr>
          <p:nvPr>
            <p:ph type="title"/>
          </p:nvPr>
        </p:nvSpPr>
        <p:spPr>
          <a:xfrm>
            <a:off x="7224067" y="692100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53" name="Google Shape;553;p53"/>
          <p:cNvSpPr/>
          <p:nvPr/>
        </p:nvSpPr>
        <p:spPr>
          <a:xfrm>
            <a:off x="7008793" y="22786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4" name="Google Shape;554;p53"/>
          <p:cNvSpPr txBox="1">
            <a:spLocks noGrp="1"/>
          </p:cNvSpPr>
          <p:nvPr>
            <p:ph type="subTitle" idx="2"/>
          </p:nvPr>
        </p:nvSpPr>
        <p:spPr>
          <a:xfrm>
            <a:off x="7224067" y="31462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5" name="Google Shape;555;p53"/>
          <p:cNvSpPr txBox="1">
            <a:spLocks noGrp="1"/>
          </p:cNvSpPr>
          <p:nvPr>
            <p:ph type="title" idx="3"/>
          </p:nvPr>
        </p:nvSpPr>
        <p:spPr>
          <a:xfrm>
            <a:off x="7224067" y="24280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7008793" y="40278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7" name="Google Shape;557;p53"/>
          <p:cNvSpPr txBox="1">
            <a:spLocks noGrp="1"/>
          </p:cNvSpPr>
          <p:nvPr>
            <p:ph type="subTitle" idx="4"/>
          </p:nvPr>
        </p:nvSpPr>
        <p:spPr>
          <a:xfrm>
            <a:off x="7224067" y="48954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8" name="Google Shape;558;p53"/>
          <p:cNvSpPr txBox="1">
            <a:spLocks noGrp="1"/>
          </p:cNvSpPr>
          <p:nvPr>
            <p:ph type="title" idx="5"/>
          </p:nvPr>
        </p:nvSpPr>
        <p:spPr>
          <a:xfrm>
            <a:off x="7224067" y="41772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9" name="Google Shape;559;p53"/>
          <p:cNvSpPr txBox="1">
            <a:spLocks noGrp="1"/>
          </p:cNvSpPr>
          <p:nvPr>
            <p:ph type="title" idx="6"/>
          </p:nvPr>
        </p:nvSpPr>
        <p:spPr>
          <a:xfrm>
            <a:off x="1018233" y="988267"/>
            <a:ext cx="4881600" cy="4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5B911-327C-4DBC-06FD-8ACBBA7EE72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A43F0AA-8727-1E91-6836-7B08DF426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489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>
  <p:cSld name="Grid Callout Slide">
    <p:bg>
      <p:bgPr>
        <a:solidFill>
          <a:schemeClr val="tx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B526796-F870-845E-C806-9BF9F3C16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3718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4" name="Google Shape;564;p54"/>
          <p:cNvSpPr/>
          <p:nvPr/>
        </p:nvSpPr>
        <p:spPr>
          <a:xfrm>
            <a:off x="1749064" y="947340"/>
            <a:ext cx="8708000" cy="4966400"/>
          </a:xfrm>
          <a:prstGeom prst="rect">
            <a:avLst/>
          </a:prstGeom>
          <a:solidFill>
            <a:srgbClr val="00001E">
              <a:alpha val="7200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65" name="Google Shape;565;p54"/>
          <p:cNvSpPr txBox="1">
            <a:spLocks noGrp="1"/>
          </p:cNvSpPr>
          <p:nvPr>
            <p:ph type="title"/>
          </p:nvPr>
        </p:nvSpPr>
        <p:spPr>
          <a:xfrm>
            <a:off x="2036433" y="1200167"/>
            <a:ext cx="8195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80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AD202-1D1B-F752-3B1A-B24650FF748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C0DF48-F2AF-8104-89AE-BC6F4DBAA0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103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" preserve="1">
  <p:cSld name="04_Quote_Navy">
    <p:bg>
      <p:bgPr>
        <a:solidFill>
          <a:schemeClr val="tx1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squares&#10;&#10;AI-generated content may be incorrect.">
            <a:extLst>
              <a:ext uri="{FF2B5EF4-FFF2-40B4-BE49-F238E27FC236}">
                <a16:creationId xmlns:a16="http://schemas.microsoft.com/office/drawing/2014/main" id="{102602C2-1AEA-AF12-A4A5-41A7731EE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8" name="Google Shape;568;p55"/>
          <p:cNvSpPr txBox="1"/>
          <p:nvPr/>
        </p:nvSpPr>
        <p:spPr>
          <a:xfrm>
            <a:off x="5466267" y="379333"/>
            <a:ext cx="1218000" cy="1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3" b="1" dirty="0">
                <a:solidFill>
                  <a:schemeClr val="accent2"/>
                </a:solidFill>
              </a:rPr>
              <a:t>“</a:t>
            </a:r>
            <a:endParaRPr sz="13333" b="1" dirty="0">
              <a:solidFill>
                <a:schemeClr val="accent2"/>
              </a:solidFill>
            </a:endParaRPr>
          </a:p>
        </p:txBody>
      </p:sp>
      <p:sp>
        <p:nvSpPr>
          <p:cNvPr id="569" name="Google Shape;569;p55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gradFill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0" name="Google Shape;570;p55"/>
          <p:cNvSpPr txBox="1">
            <a:spLocks noGrp="1"/>
          </p:cNvSpPr>
          <p:nvPr>
            <p:ph type="subTitle" idx="1"/>
          </p:nvPr>
        </p:nvSpPr>
        <p:spPr>
          <a:xfrm>
            <a:off x="4246869" y="51403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71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" preserve="1">
  <p:cSld name="04_Quote_White"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00DEF2D5-DA02-3DF3-AE4F-6D62FFF13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3" name="Google Shape;573;p56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lt1">
              <a:alpha val="71923"/>
            </a:schemeClr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54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4" name="Google Shape;574;p56"/>
          <p:cNvSpPr txBox="1">
            <a:spLocks noGrp="1"/>
          </p:cNvSpPr>
          <p:nvPr>
            <p:ph type="subTitle" idx="1"/>
          </p:nvPr>
        </p:nvSpPr>
        <p:spPr>
          <a:xfrm>
            <a:off x="4267603" y="5220196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etBrains Mono"/>
              <a:buNone/>
              <a:defRPr b="1">
                <a:solidFill>
                  <a:schemeClr val="accent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75" name="Google Shape;575;p56"/>
          <p:cNvSpPr txBox="1"/>
          <p:nvPr/>
        </p:nvSpPr>
        <p:spPr>
          <a:xfrm>
            <a:off x="5276600" y="581900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2"/>
                </a:solidFill>
              </a:rPr>
              <a:t>“</a:t>
            </a:r>
            <a:endParaRPr sz="10666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7736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LeftAlign + Photo" preserve="1">
  <p:cSld name="04_Quote_LeftAlign + Photo">
    <p:bg>
      <p:bgPr>
        <a:solidFill>
          <a:schemeClr val="bg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27CD4253-A65F-B07C-8691-CECFB6319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8" name="Google Shape;578;p57"/>
          <p:cNvSpPr txBox="1">
            <a:spLocks noGrp="1"/>
          </p:cNvSpPr>
          <p:nvPr>
            <p:ph type="title"/>
          </p:nvPr>
        </p:nvSpPr>
        <p:spPr>
          <a:xfrm>
            <a:off x="1879161" y="1653688"/>
            <a:ext cx="8228400" cy="2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579" name="Google Shape;579;p57"/>
          <p:cNvSpPr txBox="1">
            <a:spLocks noGrp="1"/>
          </p:cNvSpPr>
          <p:nvPr>
            <p:ph type="subTitle" idx="1"/>
          </p:nvPr>
        </p:nvSpPr>
        <p:spPr>
          <a:xfrm>
            <a:off x="3333733" y="48961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"/>
              <a:buNone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/>
          </a:p>
        </p:txBody>
      </p:sp>
      <p:sp>
        <p:nvSpPr>
          <p:cNvPr id="580" name="Google Shape;580;p57"/>
          <p:cNvSpPr>
            <a:spLocks noGrp="1"/>
          </p:cNvSpPr>
          <p:nvPr>
            <p:ph type="pic" idx="2"/>
          </p:nvPr>
        </p:nvSpPr>
        <p:spPr>
          <a:xfrm>
            <a:off x="1879167" y="4681000"/>
            <a:ext cx="1255200" cy="12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1" name="Google Shape;581;p57"/>
          <p:cNvSpPr txBox="1"/>
          <p:nvPr/>
        </p:nvSpPr>
        <p:spPr>
          <a:xfrm>
            <a:off x="1303533" y="631767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1"/>
                </a:solidFill>
              </a:rPr>
              <a:t>“</a:t>
            </a:r>
            <a:endParaRPr sz="10666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7051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 + Title" preserve="1">
  <p:cSld name="04_Quote_Blue + Title">
    <p:bg>
      <p:bgPr>
        <a:solidFill>
          <a:schemeClr val="accent1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987C9BC-66EE-334E-7F5B-0384CAFFAF9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56DD56-6E33-9BD1-6937-08642FEB1E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773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 + Title" preserve="1">
  <p:cSld name="04_Quote_Navy + Title">
    <p:bg>
      <p:bgPr>
        <a:solidFill>
          <a:schemeClr val="dk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60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DA150E-E23A-15D7-927C-D6382543566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3140EE-EBEE-8DEA-8B7F-CCD4BDE48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241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" preserve="1">
  <p:cSld name="10_Stats1-White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98" name="Google Shape;598;p61"/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4127E07-94AB-7E23-03B3-9709231F6B7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D1FF2C-C383-043D-464B-7681930AE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801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 Dark" preserve="1" userDrawn="1">
  <p:cSld name="10_Stats1 Navy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" name="Google Shape;597;p61">
            <a:extLst>
              <a:ext uri="{FF2B5EF4-FFF2-40B4-BE49-F238E27FC236}">
                <a16:creationId xmlns:a16="http://schemas.microsoft.com/office/drawing/2014/main" id="{7F7EC486-9F80-AAE5-D3A6-535D8BD667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Google Shape;598;p61">
            <a:extLst>
              <a:ext uri="{FF2B5EF4-FFF2-40B4-BE49-F238E27FC236}">
                <a16:creationId xmlns:a16="http://schemas.microsoft.com/office/drawing/2014/main" id="{19CD5053-5CF7-1541-C9DE-CCC3E639A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25A2060-5326-8F72-3C29-BBD7FD2F44F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3FD3F4-236F-442D-D3C9-45E8472F1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33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" preserve="1">
  <p:cSld name="10_Stats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"/>
          <p:cNvSpPr txBox="1">
            <a:spLocks noGrp="1"/>
          </p:cNvSpPr>
          <p:nvPr>
            <p:ph type="subTitle" idx="1"/>
          </p:nvPr>
        </p:nvSpPr>
        <p:spPr>
          <a:xfrm>
            <a:off x="729767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09" name="Google Shape;609;p63"/>
          <p:cNvSpPr txBox="1">
            <a:spLocks noGrp="1"/>
          </p:cNvSpPr>
          <p:nvPr>
            <p:ph type="title"/>
          </p:nvPr>
        </p:nvSpPr>
        <p:spPr>
          <a:xfrm>
            <a:off x="747244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610" name="Google Shape;610;p63"/>
          <p:cNvSpPr txBox="1">
            <a:spLocks noGrp="1"/>
          </p:cNvSpPr>
          <p:nvPr>
            <p:ph type="subTitle" idx="2"/>
          </p:nvPr>
        </p:nvSpPr>
        <p:spPr>
          <a:xfrm>
            <a:off x="6319433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1" name="Google Shape;611;p63"/>
          <p:cNvSpPr txBox="1">
            <a:spLocks noGrp="1"/>
          </p:cNvSpPr>
          <p:nvPr>
            <p:ph type="title" idx="3"/>
          </p:nvPr>
        </p:nvSpPr>
        <p:spPr>
          <a:xfrm>
            <a:off x="6336911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60ADC9-878A-96A9-090D-5B66A9EAD3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BC49DF-DAA4-9596-ECFC-1A6C5D229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6522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" preserve="1">
  <p:cSld name="10_Stats3-White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4"/>
          <p:cNvSpPr txBox="1">
            <a:spLocks noGrp="1"/>
          </p:cNvSpPr>
          <p:nvPr>
            <p:ph type="subTitle" idx="1"/>
          </p:nvPr>
        </p:nvSpPr>
        <p:spPr>
          <a:xfrm>
            <a:off x="808833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16" name="Google Shape;616;p64"/>
          <p:cNvSpPr txBox="1">
            <a:spLocks noGrp="1"/>
          </p:cNvSpPr>
          <p:nvPr>
            <p:ph type="title"/>
          </p:nvPr>
        </p:nvSpPr>
        <p:spPr>
          <a:xfrm>
            <a:off x="913033" y="1883200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17" name="Google Shape;617;p64"/>
          <p:cNvSpPr txBox="1">
            <a:spLocks noGrp="1"/>
          </p:cNvSpPr>
          <p:nvPr>
            <p:ph type="subTitle" idx="2"/>
          </p:nvPr>
        </p:nvSpPr>
        <p:spPr>
          <a:xfrm>
            <a:off x="4399600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title" idx="3"/>
          </p:nvPr>
        </p:nvSpPr>
        <p:spPr>
          <a:xfrm>
            <a:off x="4503800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subTitle" idx="4"/>
          </p:nvPr>
        </p:nvSpPr>
        <p:spPr>
          <a:xfrm>
            <a:off x="7990367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title" idx="5"/>
          </p:nvPr>
        </p:nvSpPr>
        <p:spPr>
          <a:xfrm>
            <a:off x="8094567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C62D13-5400-5FEF-ACED-7C77A17F00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632F0-6379-B484-5AFD-A3397B131D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9371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 Dark" preserve="1">
  <p:cSld name="10_Stats3-Navy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25" name="Google Shape;625;p65"/>
          <p:cNvSpPr txBox="1">
            <a:spLocks noGrp="1"/>
          </p:cNvSpPr>
          <p:nvPr>
            <p:ph type="subTitle" idx="1"/>
          </p:nvPr>
        </p:nvSpPr>
        <p:spPr>
          <a:xfrm>
            <a:off x="1365667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26" name="Google Shape;626;p65"/>
          <p:cNvSpPr txBox="1">
            <a:spLocks noGrp="1"/>
          </p:cNvSpPr>
          <p:nvPr>
            <p:ph type="title"/>
          </p:nvPr>
        </p:nvSpPr>
        <p:spPr>
          <a:xfrm>
            <a:off x="1129867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27" name="Google Shape;627;p65"/>
          <p:cNvSpPr txBox="1">
            <a:spLocks noGrp="1"/>
          </p:cNvSpPr>
          <p:nvPr>
            <p:ph type="subTitle" idx="2"/>
          </p:nvPr>
        </p:nvSpPr>
        <p:spPr>
          <a:xfrm>
            <a:off x="4855900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8" name="Google Shape;628;p65"/>
          <p:cNvSpPr txBox="1">
            <a:spLocks noGrp="1"/>
          </p:cNvSpPr>
          <p:nvPr>
            <p:ph type="title" idx="3"/>
          </p:nvPr>
        </p:nvSpPr>
        <p:spPr>
          <a:xfrm>
            <a:off x="4620100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29" name="Google Shape;629;p65"/>
          <p:cNvSpPr txBox="1">
            <a:spLocks noGrp="1"/>
          </p:cNvSpPr>
          <p:nvPr>
            <p:ph type="subTitle" idx="4"/>
          </p:nvPr>
        </p:nvSpPr>
        <p:spPr>
          <a:xfrm>
            <a:off x="8346133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title" idx="5"/>
          </p:nvPr>
        </p:nvSpPr>
        <p:spPr>
          <a:xfrm>
            <a:off x="8110333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3DADE86-FA0D-6C14-78CF-DF12F3CDAE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82803E-6BF4-7D69-A703-2CC83B69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627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" preserve="1">
  <p:cSld name="10_Stats4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6"/>
          <p:cNvSpPr txBox="1">
            <a:spLocks noGrp="1"/>
          </p:cNvSpPr>
          <p:nvPr>
            <p:ph type="subTitle" idx="1"/>
          </p:nvPr>
        </p:nvSpPr>
        <p:spPr>
          <a:xfrm>
            <a:off x="5741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35" name="Google Shape;635;p66"/>
          <p:cNvSpPr txBox="1">
            <a:spLocks noGrp="1"/>
          </p:cNvSpPr>
          <p:nvPr>
            <p:ph type="title"/>
          </p:nvPr>
        </p:nvSpPr>
        <p:spPr>
          <a:xfrm>
            <a:off x="6747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36" name="Google Shape;636;p66"/>
          <p:cNvSpPr txBox="1">
            <a:spLocks noGrp="1"/>
          </p:cNvSpPr>
          <p:nvPr>
            <p:ph type="subTitle" idx="2"/>
          </p:nvPr>
        </p:nvSpPr>
        <p:spPr>
          <a:xfrm>
            <a:off x="3356384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7" name="Google Shape;637;p66"/>
          <p:cNvSpPr txBox="1">
            <a:spLocks noGrp="1"/>
          </p:cNvSpPr>
          <p:nvPr>
            <p:ph type="title" idx="3"/>
          </p:nvPr>
        </p:nvSpPr>
        <p:spPr>
          <a:xfrm>
            <a:off x="3456984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38" name="Google Shape;638;p66"/>
          <p:cNvSpPr txBox="1">
            <a:spLocks noGrp="1"/>
          </p:cNvSpPr>
          <p:nvPr>
            <p:ph type="subTitle" idx="4"/>
          </p:nvPr>
        </p:nvSpPr>
        <p:spPr>
          <a:xfrm>
            <a:off x="6239217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9" name="Google Shape;639;p66"/>
          <p:cNvSpPr txBox="1">
            <a:spLocks noGrp="1"/>
          </p:cNvSpPr>
          <p:nvPr>
            <p:ph type="title" idx="5"/>
          </p:nvPr>
        </p:nvSpPr>
        <p:spPr>
          <a:xfrm>
            <a:off x="6339817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0" name="Google Shape;640;p66"/>
          <p:cNvSpPr txBox="1">
            <a:spLocks noGrp="1"/>
          </p:cNvSpPr>
          <p:nvPr>
            <p:ph type="subTitle" idx="6"/>
          </p:nvPr>
        </p:nvSpPr>
        <p:spPr>
          <a:xfrm>
            <a:off x="92226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1" name="Google Shape;641;p66"/>
          <p:cNvSpPr txBox="1">
            <a:spLocks noGrp="1"/>
          </p:cNvSpPr>
          <p:nvPr>
            <p:ph type="title" idx="7"/>
          </p:nvPr>
        </p:nvSpPr>
        <p:spPr>
          <a:xfrm>
            <a:off x="93232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4013E3-634D-6BAA-5209-4150751F42D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ADC9AF-F4AE-15CF-0647-3BD3DEE408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855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 1" preserve="1">
  <p:cSld name="10_Stats4 grid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 txBox="1">
            <a:spLocks noGrp="1"/>
          </p:cNvSpPr>
          <p:nvPr>
            <p:ph type="subTitle" idx="1"/>
          </p:nvPr>
        </p:nvSpPr>
        <p:spPr>
          <a:xfrm>
            <a:off x="1263747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46" name="Google Shape;646;p67"/>
          <p:cNvSpPr txBox="1">
            <a:spLocks noGrp="1"/>
          </p:cNvSpPr>
          <p:nvPr>
            <p:ph type="title"/>
          </p:nvPr>
        </p:nvSpPr>
        <p:spPr>
          <a:xfrm>
            <a:off x="1263733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47" name="Google Shape;647;p67"/>
          <p:cNvSpPr txBox="1">
            <a:spLocks noGrp="1"/>
          </p:cNvSpPr>
          <p:nvPr>
            <p:ph type="subTitle" idx="2"/>
          </p:nvPr>
        </p:nvSpPr>
        <p:spPr>
          <a:xfrm>
            <a:off x="6574480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8" name="Google Shape;648;p67"/>
          <p:cNvSpPr txBox="1">
            <a:spLocks noGrp="1"/>
          </p:cNvSpPr>
          <p:nvPr>
            <p:ph type="title" idx="3"/>
          </p:nvPr>
        </p:nvSpPr>
        <p:spPr>
          <a:xfrm>
            <a:off x="6574467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9" name="Google Shape;649;p67"/>
          <p:cNvSpPr txBox="1">
            <a:spLocks noGrp="1"/>
          </p:cNvSpPr>
          <p:nvPr>
            <p:ph type="subTitle" idx="4"/>
          </p:nvPr>
        </p:nvSpPr>
        <p:spPr>
          <a:xfrm>
            <a:off x="1263747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50" name="Google Shape;650;p67"/>
          <p:cNvSpPr txBox="1">
            <a:spLocks noGrp="1"/>
          </p:cNvSpPr>
          <p:nvPr>
            <p:ph type="title" idx="5"/>
          </p:nvPr>
        </p:nvSpPr>
        <p:spPr>
          <a:xfrm>
            <a:off x="1263733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51" name="Google Shape;651;p67"/>
          <p:cNvSpPr txBox="1">
            <a:spLocks noGrp="1"/>
          </p:cNvSpPr>
          <p:nvPr>
            <p:ph type="subTitle" idx="6"/>
          </p:nvPr>
        </p:nvSpPr>
        <p:spPr>
          <a:xfrm>
            <a:off x="6574480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2" name="Google Shape;652;p67"/>
          <p:cNvSpPr txBox="1">
            <a:spLocks noGrp="1"/>
          </p:cNvSpPr>
          <p:nvPr>
            <p:ph type="title" idx="7"/>
          </p:nvPr>
        </p:nvSpPr>
        <p:spPr>
          <a:xfrm>
            <a:off x="6574467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1CDD13-A8FC-784D-EA6F-379A9033631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635EAD-2071-4221-D602-6FA8F7E5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8054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NewHiresSlide" preserve="1">
  <p:cSld name="05_NewHiresSlide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>
            <a:spLocks noGrp="1"/>
          </p:cNvSpPr>
          <p:nvPr>
            <p:ph type="pic" idx="2"/>
          </p:nvPr>
        </p:nvSpPr>
        <p:spPr>
          <a:xfrm>
            <a:off x="4388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57" name="Google Shape;657;p68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6987600" cy="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8" name="Google Shape;658;p68"/>
          <p:cNvSpPr txBox="1">
            <a:spLocks noGrp="1"/>
          </p:cNvSpPr>
          <p:nvPr>
            <p:ph type="subTitle" idx="1"/>
          </p:nvPr>
        </p:nvSpPr>
        <p:spPr>
          <a:xfrm>
            <a:off x="438871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9" name="Google Shape;659;p68"/>
          <p:cNvSpPr txBox="1">
            <a:spLocks noGrp="1"/>
          </p:cNvSpPr>
          <p:nvPr>
            <p:ph type="subTitle" idx="3"/>
          </p:nvPr>
        </p:nvSpPr>
        <p:spPr>
          <a:xfrm>
            <a:off x="2454577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0" name="Google Shape;660;p68"/>
          <p:cNvSpPr txBox="1">
            <a:spLocks noGrp="1"/>
          </p:cNvSpPr>
          <p:nvPr>
            <p:ph type="subTitle" idx="4"/>
          </p:nvPr>
        </p:nvSpPr>
        <p:spPr>
          <a:xfrm>
            <a:off x="4470284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1" name="Google Shape;661;p68"/>
          <p:cNvSpPr txBox="1">
            <a:spLocks noGrp="1"/>
          </p:cNvSpPr>
          <p:nvPr>
            <p:ph type="subTitle" idx="5"/>
          </p:nvPr>
        </p:nvSpPr>
        <p:spPr>
          <a:xfrm>
            <a:off x="6485992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2" name="Google Shape;662;p68"/>
          <p:cNvSpPr txBox="1">
            <a:spLocks noGrp="1"/>
          </p:cNvSpPr>
          <p:nvPr>
            <p:ph type="subTitle" idx="6"/>
          </p:nvPr>
        </p:nvSpPr>
        <p:spPr>
          <a:xfrm>
            <a:off x="8501699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3" name="Google Shape;663;p68"/>
          <p:cNvSpPr txBox="1">
            <a:spLocks noGrp="1"/>
          </p:cNvSpPr>
          <p:nvPr>
            <p:ph type="subTitle" idx="7"/>
          </p:nvPr>
        </p:nvSpPr>
        <p:spPr>
          <a:xfrm>
            <a:off x="10517405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4" name="Google Shape;664;p68"/>
          <p:cNvSpPr>
            <a:spLocks noGrp="1"/>
          </p:cNvSpPr>
          <p:nvPr>
            <p:ph type="pic" idx="8"/>
          </p:nvPr>
        </p:nvSpPr>
        <p:spPr>
          <a:xfrm>
            <a:off x="24546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5" name="Google Shape;665;p68"/>
          <p:cNvSpPr>
            <a:spLocks noGrp="1"/>
          </p:cNvSpPr>
          <p:nvPr>
            <p:ph type="pic" idx="9"/>
          </p:nvPr>
        </p:nvSpPr>
        <p:spPr>
          <a:xfrm>
            <a:off x="44703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6" name="Google Shape;666;p68"/>
          <p:cNvSpPr>
            <a:spLocks noGrp="1"/>
          </p:cNvSpPr>
          <p:nvPr>
            <p:ph type="pic" idx="13"/>
          </p:nvPr>
        </p:nvSpPr>
        <p:spPr>
          <a:xfrm>
            <a:off x="64860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7" name="Google Shape;667;p68"/>
          <p:cNvSpPr>
            <a:spLocks noGrp="1"/>
          </p:cNvSpPr>
          <p:nvPr>
            <p:ph type="pic" idx="14"/>
          </p:nvPr>
        </p:nvSpPr>
        <p:spPr>
          <a:xfrm>
            <a:off x="85018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8" name="Google Shape;668;p68"/>
          <p:cNvSpPr>
            <a:spLocks noGrp="1"/>
          </p:cNvSpPr>
          <p:nvPr>
            <p:ph type="pic" idx="15"/>
          </p:nvPr>
        </p:nvSpPr>
        <p:spPr>
          <a:xfrm>
            <a:off x="105175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9" name="Google Shape;669;p68"/>
          <p:cNvSpPr>
            <a:spLocks noGrp="1"/>
          </p:cNvSpPr>
          <p:nvPr>
            <p:ph type="pic" idx="16"/>
          </p:nvPr>
        </p:nvSpPr>
        <p:spPr>
          <a:xfrm>
            <a:off x="4388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0" name="Google Shape;670;p68"/>
          <p:cNvSpPr txBox="1">
            <a:spLocks noGrp="1"/>
          </p:cNvSpPr>
          <p:nvPr>
            <p:ph type="subTitle" idx="17"/>
          </p:nvPr>
        </p:nvSpPr>
        <p:spPr>
          <a:xfrm>
            <a:off x="438871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1" name="Google Shape;671;p68"/>
          <p:cNvSpPr txBox="1">
            <a:spLocks noGrp="1"/>
          </p:cNvSpPr>
          <p:nvPr>
            <p:ph type="subTitle" idx="18"/>
          </p:nvPr>
        </p:nvSpPr>
        <p:spPr>
          <a:xfrm>
            <a:off x="2454577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2" name="Google Shape;672;p68"/>
          <p:cNvSpPr txBox="1">
            <a:spLocks noGrp="1"/>
          </p:cNvSpPr>
          <p:nvPr>
            <p:ph type="subTitle" idx="19"/>
          </p:nvPr>
        </p:nvSpPr>
        <p:spPr>
          <a:xfrm>
            <a:off x="4470284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3" name="Google Shape;673;p68"/>
          <p:cNvSpPr txBox="1">
            <a:spLocks noGrp="1"/>
          </p:cNvSpPr>
          <p:nvPr>
            <p:ph type="subTitle" idx="20"/>
          </p:nvPr>
        </p:nvSpPr>
        <p:spPr>
          <a:xfrm>
            <a:off x="6485992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4" name="Google Shape;674;p68"/>
          <p:cNvSpPr txBox="1">
            <a:spLocks noGrp="1"/>
          </p:cNvSpPr>
          <p:nvPr>
            <p:ph type="subTitle" idx="21"/>
          </p:nvPr>
        </p:nvSpPr>
        <p:spPr>
          <a:xfrm>
            <a:off x="8501699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5" name="Google Shape;675;p68"/>
          <p:cNvSpPr txBox="1">
            <a:spLocks noGrp="1"/>
          </p:cNvSpPr>
          <p:nvPr>
            <p:ph type="subTitle" idx="22"/>
          </p:nvPr>
        </p:nvSpPr>
        <p:spPr>
          <a:xfrm>
            <a:off x="10517405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6" name="Google Shape;676;p68"/>
          <p:cNvSpPr>
            <a:spLocks noGrp="1"/>
          </p:cNvSpPr>
          <p:nvPr>
            <p:ph type="pic" idx="23"/>
          </p:nvPr>
        </p:nvSpPr>
        <p:spPr>
          <a:xfrm>
            <a:off x="24546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7" name="Google Shape;677;p68"/>
          <p:cNvSpPr>
            <a:spLocks noGrp="1"/>
          </p:cNvSpPr>
          <p:nvPr>
            <p:ph type="pic" idx="24"/>
          </p:nvPr>
        </p:nvSpPr>
        <p:spPr>
          <a:xfrm>
            <a:off x="44703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8" name="Google Shape;678;p68"/>
          <p:cNvSpPr>
            <a:spLocks noGrp="1"/>
          </p:cNvSpPr>
          <p:nvPr>
            <p:ph type="pic" idx="25"/>
          </p:nvPr>
        </p:nvSpPr>
        <p:spPr>
          <a:xfrm>
            <a:off x="64860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9" name="Google Shape;679;p68"/>
          <p:cNvSpPr>
            <a:spLocks noGrp="1"/>
          </p:cNvSpPr>
          <p:nvPr>
            <p:ph type="pic" idx="26"/>
          </p:nvPr>
        </p:nvSpPr>
        <p:spPr>
          <a:xfrm>
            <a:off x="85018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80" name="Google Shape;680;p68"/>
          <p:cNvSpPr>
            <a:spLocks noGrp="1"/>
          </p:cNvSpPr>
          <p:nvPr>
            <p:ph type="pic" idx="27"/>
          </p:nvPr>
        </p:nvSpPr>
        <p:spPr>
          <a:xfrm>
            <a:off x="105175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5065A95-2D95-99EF-0A4C-DC4EC73C898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2AF775-A03C-1FBE-3909-4DA983CB0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439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2" preserve="1">
  <p:cSld name="02_AgendaLight2">
    <p:bg>
      <p:bgPr>
        <a:solidFill>
          <a:schemeClr val="tx2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>
            <a:spLocks noGrp="1"/>
          </p:cNvSpPr>
          <p:nvPr>
            <p:ph type="title"/>
          </p:nvPr>
        </p:nvSpPr>
        <p:spPr>
          <a:xfrm>
            <a:off x="438867" y="2414800"/>
            <a:ext cx="44724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1"/>
          </p:nvPr>
        </p:nvSpPr>
        <p:spPr>
          <a:xfrm>
            <a:off x="6561933" y="971800"/>
            <a:ext cx="4242800" cy="4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Inter"/>
              <a:buNone/>
              <a:tabLst/>
              <a:defRPr sz="1733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4F25EA0-A0CE-1ED3-B543-4400122B717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C1097D-40AE-8ED9-8E7F-8B1C91C935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4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1" preserve="1">
  <p:cSld name="02_AgendaLight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/>
          <p:nvPr/>
        </p:nvSpPr>
        <p:spPr>
          <a:xfrm>
            <a:off x="3973033" y="0"/>
            <a:ext cx="82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70"/>
          <p:cNvSpPr txBox="1">
            <a:spLocks noGrp="1"/>
          </p:cNvSpPr>
          <p:nvPr>
            <p:ph type="title"/>
          </p:nvPr>
        </p:nvSpPr>
        <p:spPr>
          <a:xfrm>
            <a:off x="438867" y="457200"/>
            <a:ext cx="3224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1" name="Google Shape;691;p70"/>
          <p:cNvSpPr txBox="1">
            <a:spLocks noGrp="1"/>
          </p:cNvSpPr>
          <p:nvPr>
            <p:ph type="body" idx="1"/>
          </p:nvPr>
        </p:nvSpPr>
        <p:spPr>
          <a:xfrm>
            <a:off x="438867" y="1943100"/>
            <a:ext cx="3144800" cy="38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92" name="Google Shape;692;p70"/>
          <p:cNvSpPr txBox="1">
            <a:spLocks noGrp="1"/>
          </p:cNvSpPr>
          <p:nvPr>
            <p:ph type="body" idx="2"/>
          </p:nvPr>
        </p:nvSpPr>
        <p:spPr>
          <a:xfrm>
            <a:off x="5812837" y="765512"/>
            <a:ext cx="4539200" cy="5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+mj-lt"/>
              <a:buNone/>
              <a:tabLst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24E1C3-8295-44A1-FBB4-01875675344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5F84E7F-2CAB-8762-9BC7-57BE8CF513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erCaseStudy" preserve="1">
  <p:cSld name="13_CustomerCaseStudy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1"/>
          <p:cNvSpPr/>
          <p:nvPr/>
        </p:nvSpPr>
        <p:spPr>
          <a:xfrm>
            <a:off x="3648300" y="2812100"/>
            <a:ext cx="42648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7915300" y="2812100"/>
            <a:ext cx="42952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7911636" y="5498188"/>
            <a:ext cx="4295200" cy="1360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99" name="Google Shape;699;p71"/>
          <p:cNvCxnSpPr/>
          <p:nvPr/>
        </p:nvCxnSpPr>
        <p:spPr>
          <a:xfrm>
            <a:off x="7911636" y="61050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71"/>
          <p:cNvCxnSpPr/>
          <p:nvPr/>
        </p:nvCxnSpPr>
        <p:spPr>
          <a:xfrm>
            <a:off x="10047668" y="6106737"/>
            <a:ext cx="0" cy="748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71"/>
          <p:cNvCxnSpPr/>
          <p:nvPr/>
        </p:nvCxnSpPr>
        <p:spPr>
          <a:xfrm>
            <a:off x="7911636" y="54981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p71"/>
          <p:cNvSpPr/>
          <p:nvPr/>
        </p:nvSpPr>
        <p:spPr>
          <a:xfrm>
            <a:off x="3648300" y="67"/>
            <a:ext cx="4264800" cy="2812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3" name="Google Shape;703;p71"/>
          <p:cNvSpPr/>
          <p:nvPr/>
        </p:nvSpPr>
        <p:spPr>
          <a:xfrm>
            <a:off x="7911633" y="67"/>
            <a:ext cx="4295200" cy="281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4" name="Google Shape;704;p71"/>
          <p:cNvSpPr txBox="1">
            <a:spLocks noGrp="1"/>
          </p:cNvSpPr>
          <p:nvPr>
            <p:ph type="title"/>
          </p:nvPr>
        </p:nvSpPr>
        <p:spPr>
          <a:xfrm>
            <a:off x="3914900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5" name="Google Shape;705;p71"/>
          <p:cNvSpPr txBox="1">
            <a:spLocks noGrp="1"/>
          </p:cNvSpPr>
          <p:nvPr>
            <p:ph type="body" idx="1"/>
          </p:nvPr>
        </p:nvSpPr>
        <p:spPr>
          <a:xfrm>
            <a:off x="3914900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-793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6" name="Google Shape;706;p71"/>
          <p:cNvSpPr txBox="1">
            <a:spLocks noGrp="1"/>
          </p:cNvSpPr>
          <p:nvPr>
            <p:ph type="title" idx="2"/>
          </p:nvPr>
        </p:nvSpPr>
        <p:spPr>
          <a:xfrm>
            <a:off x="8202449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7" name="Google Shape;707;p71"/>
          <p:cNvSpPr txBox="1">
            <a:spLocks noGrp="1"/>
          </p:cNvSpPr>
          <p:nvPr>
            <p:ph type="body" idx="3"/>
          </p:nvPr>
        </p:nvSpPr>
        <p:spPr>
          <a:xfrm>
            <a:off x="8202449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8" name="Google Shape;708;p71"/>
          <p:cNvSpPr txBox="1">
            <a:spLocks noGrp="1"/>
          </p:cNvSpPr>
          <p:nvPr>
            <p:ph type="body" idx="4"/>
          </p:nvPr>
        </p:nvSpPr>
        <p:spPr>
          <a:xfrm>
            <a:off x="3914900" y="3611263"/>
            <a:ext cx="3449600" cy="2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9" name="Google Shape;709;p71"/>
          <p:cNvSpPr txBox="1">
            <a:spLocks noGrp="1"/>
          </p:cNvSpPr>
          <p:nvPr>
            <p:ph type="body" idx="5"/>
          </p:nvPr>
        </p:nvSpPr>
        <p:spPr>
          <a:xfrm>
            <a:off x="8202449" y="3563763"/>
            <a:ext cx="3639200" cy="1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10" name="Google Shape;710;p71"/>
          <p:cNvSpPr txBox="1">
            <a:spLocks noGrp="1"/>
          </p:cNvSpPr>
          <p:nvPr>
            <p:ph type="title" idx="6"/>
          </p:nvPr>
        </p:nvSpPr>
        <p:spPr>
          <a:xfrm>
            <a:off x="3914900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1" name="Google Shape;711;p71"/>
          <p:cNvSpPr txBox="1">
            <a:spLocks noGrp="1"/>
          </p:cNvSpPr>
          <p:nvPr>
            <p:ph type="title" idx="7"/>
          </p:nvPr>
        </p:nvSpPr>
        <p:spPr>
          <a:xfrm>
            <a:off x="8202449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2" name="Google Shape;712;p71"/>
          <p:cNvSpPr txBox="1">
            <a:spLocks noGrp="1"/>
          </p:cNvSpPr>
          <p:nvPr>
            <p:ph type="title" idx="8"/>
          </p:nvPr>
        </p:nvSpPr>
        <p:spPr>
          <a:xfrm>
            <a:off x="8119285" y="5638063"/>
            <a:ext cx="38568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3" name="Google Shape;713;p71"/>
          <p:cNvSpPr txBox="1">
            <a:spLocks noGrp="1"/>
          </p:cNvSpPr>
          <p:nvPr>
            <p:ph type="title" idx="9"/>
          </p:nvPr>
        </p:nvSpPr>
        <p:spPr>
          <a:xfrm>
            <a:off x="8100949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4" name="Google Shape;714;p71"/>
          <p:cNvSpPr txBox="1">
            <a:spLocks noGrp="1"/>
          </p:cNvSpPr>
          <p:nvPr>
            <p:ph type="title" idx="13"/>
          </p:nvPr>
        </p:nvSpPr>
        <p:spPr>
          <a:xfrm>
            <a:off x="10207211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5" name="Google Shape;715;p71"/>
          <p:cNvSpPr>
            <a:spLocks noGrp="1"/>
          </p:cNvSpPr>
          <p:nvPr>
            <p:ph type="pic" idx="14"/>
          </p:nvPr>
        </p:nvSpPr>
        <p:spPr>
          <a:xfrm>
            <a:off x="0" y="-9967"/>
            <a:ext cx="36392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274791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userDrawn="1">
  <p:cSld name="2_TitleSlide_Black2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41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3185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825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823" r:id="rId27"/>
    <p:sldLayoutId id="2147483766" r:id="rId28"/>
    <p:sldLayoutId id="2147483767" r:id="rId29"/>
    <p:sldLayoutId id="2147483768" r:id="rId30"/>
    <p:sldLayoutId id="2147483769" r:id="rId31"/>
    <p:sldLayoutId id="2147483770" r:id="rId32"/>
    <p:sldLayoutId id="2147483771" r:id="rId33"/>
    <p:sldLayoutId id="2147483772" r:id="rId34"/>
    <p:sldLayoutId id="2147483773" r:id="rId35"/>
    <p:sldLayoutId id="2147483774" r:id="rId36"/>
    <p:sldLayoutId id="2147483775" r:id="rId37"/>
    <p:sldLayoutId id="2147483776" r:id="rId38"/>
    <p:sldLayoutId id="2147483777" r:id="rId39"/>
    <p:sldLayoutId id="2147483778" r:id="rId40"/>
    <p:sldLayoutId id="2147483779" r:id="rId41"/>
    <p:sldLayoutId id="2147483780" r:id="rId42"/>
    <p:sldLayoutId id="2147483781" r:id="rId43"/>
    <p:sldLayoutId id="2147483782" r:id="rId44"/>
    <p:sldLayoutId id="2147483783" r:id="rId45"/>
    <p:sldLayoutId id="2147483784" r:id="rId46"/>
    <p:sldLayoutId id="2147483785" r:id="rId47"/>
    <p:sldLayoutId id="2147483786" r:id="rId48"/>
    <p:sldLayoutId id="2147483787" r:id="rId49"/>
    <p:sldLayoutId id="2147483788" r:id="rId50"/>
    <p:sldLayoutId id="2147483789" r:id="rId51"/>
    <p:sldLayoutId id="2147483790" r:id="rId52"/>
    <p:sldLayoutId id="2147483791" r:id="rId53"/>
    <p:sldLayoutId id="2147483792" r:id="rId54"/>
    <p:sldLayoutId id="2147483793" r:id="rId55"/>
    <p:sldLayoutId id="2147483794" r:id="rId56"/>
    <p:sldLayoutId id="2147483795" r:id="rId57"/>
    <p:sldLayoutId id="2147483796" r:id="rId58"/>
    <p:sldLayoutId id="2147483797" r:id="rId59"/>
    <p:sldLayoutId id="2147483798" r:id="rId60"/>
    <p:sldLayoutId id="2147483799" r:id="rId61"/>
    <p:sldLayoutId id="2147483800" r:id="rId62"/>
    <p:sldLayoutId id="2147483827" r:id="rId63"/>
    <p:sldLayoutId id="2147483803" r:id="rId64"/>
    <p:sldLayoutId id="2147483801" r:id="rId65"/>
    <p:sldLayoutId id="2147483802" r:id="rId66"/>
    <p:sldLayoutId id="2147483804" r:id="rId67"/>
    <p:sldLayoutId id="2147483805" r:id="rId68"/>
    <p:sldLayoutId id="2147483806" r:id="rId69"/>
    <p:sldLayoutId id="2147483807" r:id="rId70"/>
    <p:sldLayoutId id="2147483808" r:id="rId71"/>
    <p:sldLayoutId id="2147483809" r:id="rId72"/>
    <p:sldLayoutId id="2147483810" r:id="rId73"/>
    <p:sldLayoutId id="2147483811" r:id="rId74"/>
    <p:sldLayoutId id="2147483812" r:id="rId75"/>
    <p:sldLayoutId id="2147483813" r:id="rId76"/>
    <p:sldLayoutId id="2147483814" r:id="rId77"/>
    <p:sldLayoutId id="2147483815" r:id="rId78"/>
    <p:sldLayoutId id="2147483816" r:id="rId79"/>
    <p:sldLayoutId id="2147483817" r:id="rId80"/>
    <p:sldLayoutId id="2147483818" r:id="rId81"/>
    <p:sldLayoutId id="2147483819" r:id="rId82"/>
    <p:sldLayoutId id="2147483820" r:id="rId83"/>
    <p:sldLayoutId id="2147483821" r:id="rId84"/>
    <p:sldLayoutId id="2147483822" r:id="rId85"/>
    <p:sldLayoutId id="2147483828" r:id="rId8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EA4335"/>
          </p15:clr>
        </p15:guide>
        <p15:guide id="2" orient="horz" pos="2160" userDrawn="1">
          <p15:clr>
            <a:srgbClr val="EA4335"/>
          </p15:clr>
        </p15:guide>
        <p15:guide id="3" orient="horz" pos="4032" userDrawn="1">
          <p15:clr>
            <a:srgbClr val="EA4335"/>
          </p15:clr>
        </p15:guide>
        <p15:guide id="4" orient="horz" pos="288" userDrawn="1">
          <p15:clr>
            <a:srgbClr val="EA4335"/>
          </p15:clr>
        </p15:guide>
        <p15:guide id="5" pos="276" userDrawn="1">
          <p15:clr>
            <a:srgbClr val="EA4335"/>
          </p15:clr>
        </p15:guide>
        <p15:guide id="6" pos="7404" userDrawn="1">
          <p15:clr>
            <a:srgbClr val="EA4335"/>
          </p15:clr>
        </p15:guide>
        <p15:guide id="7" pos="2059" userDrawn="1">
          <p15:clr>
            <a:srgbClr val="EA4335"/>
          </p15:clr>
        </p15:guide>
        <p15:guide id="8" pos="5621" userDrawn="1">
          <p15:clr>
            <a:srgbClr val="EA4335"/>
          </p15:clr>
        </p15:guide>
        <p15:guide id="9" orient="horz" pos="1224" userDrawn="1">
          <p15:clr>
            <a:srgbClr val="EA4335"/>
          </p15:clr>
        </p15:guide>
        <p15:guide id="10" orient="horz" pos="3096" userDrawn="1">
          <p15:clr>
            <a:srgbClr val="EA4335"/>
          </p15:clr>
        </p15:guide>
        <p15:guide id="11" pos="1168" userDrawn="1">
          <p15:clr>
            <a:srgbClr val="EA4335"/>
          </p15:clr>
        </p15:guide>
        <p15:guide id="12" pos="2949" userDrawn="1">
          <p15:clr>
            <a:srgbClr val="EA4335"/>
          </p15:clr>
        </p15:guide>
        <p15:guide id="13" pos="4731" userDrawn="1">
          <p15:clr>
            <a:srgbClr val="EA4335"/>
          </p15:clr>
        </p15:guide>
        <p15:guide id="14" pos="6512" userDrawn="1">
          <p15:clr>
            <a:srgbClr val="EA4335"/>
          </p15:clr>
        </p15:guide>
        <p15:guide id="15" orient="horz" pos="756" userDrawn="1">
          <p15:clr>
            <a:srgbClr val="EA4335"/>
          </p15:clr>
        </p15:guide>
        <p15:guide id="16" orient="horz" pos="1692" userDrawn="1">
          <p15:clr>
            <a:srgbClr val="EA4335"/>
          </p15:clr>
        </p15:guide>
        <p15:guide id="17" orient="horz" pos="2628" userDrawn="1">
          <p15:clr>
            <a:srgbClr val="EA4335"/>
          </p15:clr>
        </p15:guide>
        <p15:guide id="18" orient="horz" pos="3564" userDrawn="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6"/>
          <p:cNvSpPr txBox="1">
            <a:spLocks noGrp="1"/>
          </p:cNvSpPr>
          <p:nvPr>
            <p:ph type="title"/>
          </p:nvPr>
        </p:nvSpPr>
        <p:spPr>
          <a:xfrm>
            <a:off x="602237" y="2500942"/>
            <a:ext cx="7152000" cy="225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ts val="7000"/>
              </a:lnSpc>
            </a:pPr>
            <a:r>
              <a:rPr lang="en-US" sz="6600" dirty="0"/>
              <a:t>How To USE; </a:t>
            </a:r>
            <a:br>
              <a:rPr lang="en-US" sz="6600" dirty="0"/>
            </a:br>
            <a:r>
              <a:rPr lang="en-US" sz="6600" dirty="0"/>
              <a:t>How To Build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0C9F83E9-1AAD-EB07-0AF2-5D209563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132" y="2163467"/>
            <a:ext cx="6348999" cy="454665"/>
          </a:xfrm>
        </p:spPr>
        <p:txBody>
          <a:bodyPr/>
          <a:lstStyle/>
          <a:p>
            <a:pPr marL="152396" indent="0">
              <a:buNone/>
            </a:pPr>
            <a:r>
              <a:rPr lang="en-US" dirty="0">
                <a:solidFill>
                  <a:schemeClr val="accent2"/>
                </a:solidFill>
              </a:rPr>
              <a:t>Model Context Protocol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A1BF0F-970C-3DC3-E3FC-3FB9A3B87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817049"/>
            <a:ext cx="1891956" cy="5652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8D1CC53-E467-0D52-D3B9-53DD5E93D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2569" b="25244"/>
          <a:stretch>
            <a:fillRect/>
          </a:stretch>
        </p:blipFill>
        <p:spPr>
          <a:xfrm>
            <a:off x="5285535" y="952695"/>
            <a:ext cx="6906466" cy="5905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7748-723F-36A6-1A87-886DA4FA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The impact of protocols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838DF96-2719-07E3-A2C6-C7433F9CA610}"/>
              </a:ext>
            </a:extLst>
          </p:cNvPr>
          <p:cNvSpPr/>
          <p:nvPr/>
        </p:nvSpPr>
        <p:spPr>
          <a:xfrm>
            <a:off x="765605" y="1992763"/>
            <a:ext cx="3286881" cy="2650800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2">
                  <a:alpha val="21331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A3C68E4-E091-FF20-1245-34BE5840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9556" y="3507843"/>
            <a:ext cx="2474190" cy="1208455"/>
          </a:xfrm>
        </p:spPr>
        <p:txBody>
          <a:bodyPr/>
          <a:lstStyle/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E-mail Clients</a:t>
            </a:r>
          </a:p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E-mail Servers</a:t>
            </a: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D4A7BAC9-D73A-0A91-18D8-C70394B07C31}"/>
              </a:ext>
            </a:extLst>
          </p:cNvPr>
          <p:cNvSpPr/>
          <p:nvPr/>
        </p:nvSpPr>
        <p:spPr>
          <a:xfrm>
            <a:off x="1159556" y="2572391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Simple Mail Transfer Protocol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(SMTP)</a:t>
            </a:r>
            <a:endParaRPr lang="en-US" sz="1800" dirty="0">
              <a:solidFill>
                <a:schemeClr val="accent2">
                  <a:lumMod val="20000"/>
                  <a:lumOff val="80000"/>
                </a:schemeClr>
              </a:solidFill>
              <a:latin typeface="DM Sans 14pt" pitchFamily="2" charset="77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759D7A7-65EC-D168-B00A-29EBC145F8FC}"/>
              </a:ext>
            </a:extLst>
          </p:cNvPr>
          <p:cNvSpPr txBox="1">
            <a:spLocks/>
          </p:cNvSpPr>
          <p:nvPr/>
        </p:nvSpPr>
        <p:spPr>
          <a:xfrm>
            <a:off x="3810200" y="1159796"/>
            <a:ext cx="4571600" cy="38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algn="ctr"/>
            <a:r>
              <a:rPr lang="en-US" dirty="0"/>
              <a:t>Remember or try to imagine society before …. 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E0842F-C457-DB22-0166-1EA609558307}"/>
              </a:ext>
            </a:extLst>
          </p:cNvPr>
          <p:cNvCxnSpPr/>
          <p:nvPr/>
        </p:nvCxnSpPr>
        <p:spPr>
          <a:xfrm>
            <a:off x="1159556" y="3834518"/>
            <a:ext cx="2474190" cy="0"/>
          </a:xfrm>
          <a:prstGeom prst="line">
            <a:avLst/>
          </a:prstGeom>
          <a:ln w="6350">
            <a:solidFill>
              <a:schemeClr val="bg1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F38DDBC-D8AA-1CA2-9B25-84D4825EE630}"/>
              </a:ext>
            </a:extLst>
          </p:cNvPr>
          <p:cNvSpPr/>
          <p:nvPr/>
        </p:nvSpPr>
        <p:spPr>
          <a:xfrm>
            <a:off x="4423205" y="1992763"/>
            <a:ext cx="3286881" cy="2650800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2">
                  <a:alpha val="21331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AD30F457-E91E-15E1-9C8D-9872AD2658A9}"/>
              </a:ext>
            </a:extLst>
          </p:cNvPr>
          <p:cNvSpPr txBox="1">
            <a:spLocks/>
          </p:cNvSpPr>
          <p:nvPr/>
        </p:nvSpPr>
        <p:spPr>
          <a:xfrm>
            <a:off x="4817156" y="3507843"/>
            <a:ext cx="2474190" cy="120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Web Browsers</a:t>
            </a:r>
          </a:p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Web Servers</a:t>
            </a:r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C703A8BB-9933-7FF1-0A74-66646D36529E}"/>
              </a:ext>
            </a:extLst>
          </p:cNvPr>
          <p:cNvSpPr/>
          <p:nvPr/>
        </p:nvSpPr>
        <p:spPr>
          <a:xfrm>
            <a:off x="4817156" y="2572391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Hyper-Text Transfer Protocol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(HTTP)</a:t>
            </a:r>
            <a:endParaRPr lang="en-US" sz="1800" dirty="0">
              <a:solidFill>
                <a:schemeClr val="accent2">
                  <a:lumMod val="20000"/>
                  <a:lumOff val="80000"/>
                </a:schemeClr>
              </a:solidFill>
              <a:latin typeface="DM Sans 14pt" pitchFamily="2" charset="77"/>
              <a:ea typeface="Trebuchet MS" pitchFamily="34" charset="-122"/>
              <a:cs typeface="Trebuchet MS" pitchFamily="34" charset="-12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59C365E-1F14-46F9-C6D9-5003BE58D766}"/>
              </a:ext>
            </a:extLst>
          </p:cNvPr>
          <p:cNvCxnSpPr/>
          <p:nvPr/>
        </p:nvCxnSpPr>
        <p:spPr>
          <a:xfrm>
            <a:off x="4817156" y="3834518"/>
            <a:ext cx="2474190" cy="0"/>
          </a:xfrm>
          <a:prstGeom prst="line">
            <a:avLst/>
          </a:prstGeom>
          <a:ln w="6350">
            <a:solidFill>
              <a:schemeClr val="bg1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0B0F8DE5-5F2A-7AA3-202F-239C12463822}"/>
              </a:ext>
            </a:extLst>
          </p:cNvPr>
          <p:cNvSpPr/>
          <p:nvPr/>
        </p:nvSpPr>
        <p:spPr>
          <a:xfrm>
            <a:off x="8080805" y="1992763"/>
            <a:ext cx="3286881" cy="2650800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2">
                  <a:alpha val="21331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D850E20-B595-C7BF-962D-7926F39CC43A}"/>
              </a:ext>
            </a:extLst>
          </p:cNvPr>
          <p:cNvSpPr txBox="1">
            <a:spLocks/>
          </p:cNvSpPr>
          <p:nvPr/>
        </p:nvSpPr>
        <p:spPr>
          <a:xfrm>
            <a:off x="8474756" y="3507843"/>
            <a:ext cx="2474190" cy="120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Static Routing</a:t>
            </a:r>
          </a:p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Rise of the Internet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DE29C109-E8E6-2C20-813E-9ED4E8EE1F14}"/>
              </a:ext>
            </a:extLst>
          </p:cNvPr>
          <p:cNvSpPr/>
          <p:nvPr/>
        </p:nvSpPr>
        <p:spPr>
          <a:xfrm>
            <a:off x="8474756" y="2572391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Various Routing Protocols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(RIPv2, OSPF, BGP)</a:t>
            </a:r>
            <a:endParaRPr lang="en-US" sz="1800" dirty="0">
              <a:solidFill>
                <a:schemeClr val="accent2">
                  <a:lumMod val="20000"/>
                  <a:lumOff val="80000"/>
                </a:schemeClr>
              </a:solidFill>
              <a:latin typeface="DM Sans 14pt" pitchFamily="2" charset="77"/>
              <a:ea typeface="Trebuchet MS" pitchFamily="34" charset="-122"/>
              <a:cs typeface="Trebuchet MS" pitchFamily="34" charset="-12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27972C9-5A46-097F-6765-030C8BFBDD06}"/>
              </a:ext>
            </a:extLst>
          </p:cNvPr>
          <p:cNvCxnSpPr/>
          <p:nvPr/>
        </p:nvCxnSpPr>
        <p:spPr>
          <a:xfrm>
            <a:off x="8474756" y="3834518"/>
            <a:ext cx="2474190" cy="0"/>
          </a:xfrm>
          <a:prstGeom prst="line">
            <a:avLst/>
          </a:prstGeom>
          <a:ln w="6350">
            <a:solidFill>
              <a:schemeClr val="bg1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894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1EE1-64E1-C5AA-80BC-C3E413BE5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397" y="457201"/>
            <a:ext cx="6407206" cy="574453"/>
          </a:xfrm>
        </p:spPr>
        <p:txBody>
          <a:bodyPr/>
          <a:lstStyle/>
          <a:p>
            <a:pPr algn="ctr"/>
            <a:r>
              <a:rPr lang="en-US" dirty="0"/>
              <a:t>What is Model Context Protocol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72FC8-4F8D-F5B3-2B90-DF4C7BBBB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1231" y="1159796"/>
            <a:ext cx="6192521" cy="812127"/>
          </a:xfrm>
        </p:spPr>
        <p:txBody>
          <a:bodyPr/>
          <a:lstStyle/>
          <a:p>
            <a:pPr algn="ctr"/>
            <a:r>
              <a:rPr lang="en-US" dirty="0"/>
              <a:t>The “USB-C” of AI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Say it backwards - it’s a protocol that provides context to models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472AE0-1AF7-B0BC-79A6-0DAF8C500E40}"/>
              </a:ext>
            </a:extLst>
          </p:cNvPr>
          <p:cNvSpPr/>
          <p:nvPr/>
        </p:nvSpPr>
        <p:spPr>
          <a:xfrm>
            <a:off x="1910486" y="2255154"/>
            <a:ext cx="4064852" cy="3299925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2">
                  <a:alpha val="21331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A6F8DB-D443-6334-50B3-7D80EF45CD5C}"/>
              </a:ext>
            </a:extLst>
          </p:cNvPr>
          <p:cNvSpPr txBox="1">
            <a:spLocks/>
          </p:cNvSpPr>
          <p:nvPr/>
        </p:nvSpPr>
        <p:spPr>
          <a:xfrm>
            <a:off x="2400615" y="3444232"/>
            <a:ext cx="3059804" cy="120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Since then over 16,000 MCP servers have been made available</a:t>
            </a:r>
          </a:p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Embraced universally by Microsoft, Google, </a:t>
            </a:r>
            <a:r>
              <a:rPr lang="en-US" sz="1200" dirty="0" err="1">
                <a:solidFill>
                  <a:srgbClr val="FFFFFF"/>
                </a:solidFill>
              </a:rPr>
              <a:t>openAI</a:t>
            </a:r>
            <a:r>
              <a:rPr lang="en-US" sz="1200" dirty="0">
                <a:solidFill>
                  <a:srgbClr val="FFFFFF"/>
                </a:solidFill>
              </a:rPr>
              <a:t>, GitHub, AWS</a:t>
            </a:r>
          </a:p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Added to the new CCNP: Automation track 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0701B81-9E42-06A8-7B0F-B23FE7ED98CB}"/>
              </a:ext>
            </a:extLst>
          </p:cNvPr>
          <p:cNvSpPr/>
          <p:nvPr/>
        </p:nvSpPr>
        <p:spPr>
          <a:xfrm>
            <a:off x="2406654" y="2683709"/>
            <a:ext cx="2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Anthropic released MCP in late Nov 24 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A00FAD-73B8-093B-502B-462832C420E1}"/>
              </a:ext>
            </a:extLst>
          </p:cNvPr>
          <p:cNvCxnSpPr>
            <a:cxnSpLocks/>
          </p:cNvCxnSpPr>
          <p:nvPr/>
        </p:nvCxnSpPr>
        <p:spPr>
          <a:xfrm>
            <a:off x="2400615" y="3961737"/>
            <a:ext cx="3141444" cy="0"/>
          </a:xfrm>
          <a:prstGeom prst="line">
            <a:avLst/>
          </a:prstGeom>
          <a:ln w="6350">
            <a:solidFill>
              <a:schemeClr val="bg1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29708E-9876-5D91-1969-71CB96D4F424}"/>
              </a:ext>
            </a:extLst>
          </p:cNvPr>
          <p:cNvSpPr/>
          <p:nvPr/>
        </p:nvSpPr>
        <p:spPr>
          <a:xfrm>
            <a:off x="6268145" y="2255154"/>
            <a:ext cx="4064852" cy="3299925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2">
                  <a:alpha val="21331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451C041-B0CA-3E7D-8F71-3369D9A43785}"/>
              </a:ext>
            </a:extLst>
          </p:cNvPr>
          <p:cNvSpPr txBox="1">
            <a:spLocks/>
          </p:cNvSpPr>
          <p:nvPr/>
        </p:nvSpPr>
        <p:spPr>
          <a:xfrm>
            <a:off x="6758274" y="3444232"/>
            <a:ext cx="3059804" cy="120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MCP Servers offer tools</a:t>
            </a:r>
          </a:p>
          <a:p>
            <a:pPr marL="0">
              <a:spcAft>
                <a:spcPts val="2400"/>
              </a:spcAft>
            </a:pPr>
            <a:r>
              <a:rPr lang="en-US" sz="1200" dirty="0">
                <a:solidFill>
                  <a:srgbClr val="FFFFFF"/>
                </a:solidFill>
              </a:rPr>
              <a:t>MCP Client discover and can utilize tools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FF03E40-47E7-9F86-63CC-D73CC89FBC81}"/>
              </a:ext>
            </a:extLst>
          </p:cNvPr>
          <p:cNvSpPr/>
          <p:nvPr/>
        </p:nvSpPr>
        <p:spPr>
          <a:xfrm>
            <a:off x="6764313" y="2683709"/>
            <a:ext cx="2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Client / Server Architecture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B20C62-3F28-C6B6-1E90-C5CC3E4853DC}"/>
              </a:ext>
            </a:extLst>
          </p:cNvPr>
          <p:cNvCxnSpPr/>
          <p:nvPr/>
        </p:nvCxnSpPr>
        <p:spPr>
          <a:xfrm>
            <a:off x="7051081" y="4096910"/>
            <a:ext cx="2474190" cy="0"/>
          </a:xfrm>
          <a:prstGeom prst="line">
            <a:avLst/>
          </a:prstGeom>
          <a:ln w="6350">
            <a:solidFill>
              <a:schemeClr val="bg1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FB1C71-31B5-0E06-4997-AFD8D170B0FA}"/>
              </a:ext>
            </a:extLst>
          </p:cNvPr>
          <p:cNvCxnSpPr>
            <a:cxnSpLocks/>
          </p:cNvCxnSpPr>
          <p:nvPr/>
        </p:nvCxnSpPr>
        <p:spPr>
          <a:xfrm>
            <a:off x="2400615" y="4637598"/>
            <a:ext cx="3141444" cy="0"/>
          </a:xfrm>
          <a:prstGeom prst="line">
            <a:avLst/>
          </a:prstGeom>
          <a:ln w="6350">
            <a:solidFill>
              <a:schemeClr val="bg1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1D0596-3B2D-DDD0-C973-7E73AD1807DF}"/>
              </a:ext>
            </a:extLst>
          </p:cNvPr>
          <p:cNvCxnSpPr>
            <a:cxnSpLocks/>
          </p:cNvCxnSpPr>
          <p:nvPr/>
        </p:nvCxnSpPr>
        <p:spPr>
          <a:xfrm>
            <a:off x="6718174" y="3755003"/>
            <a:ext cx="3141444" cy="0"/>
          </a:xfrm>
          <a:prstGeom prst="line">
            <a:avLst/>
          </a:prstGeom>
          <a:ln w="6350">
            <a:solidFill>
              <a:schemeClr val="bg1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476;p75">
            <a:extLst>
              <a:ext uri="{FF2B5EF4-FFF2-40B4-BE49-F238E27FC236}">
                <a16:creationId xmlns:a16="http://schemas.microsoft.com/office/drawing/2014/main" id="{6918D9F5-6831-2642-2309-B9A4D111A200}"/>
              </a:ext>
            </a:extLst>
          </p:cNvPr>
          <p:cNvSpPr txBox="1"/>
          <p:nvPr/>
        </p:nvSpPr>
        <p:spPr>
          <a:xfrm>
            <a:off x="1910486" y="5695344"/>
            <a:ext cx="4064851" cy="26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 dirty="0">
                <a:solidFill>
                  <a:srgbClr val="FFFF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Cairo"/>
              </a:rPr>
              <a:t>MCP Server can be anything from a REST API, a database, a Python script</a:t>
            </a:r>
            <a:endParaRPr sz="1800" dirty="0">
              <a:latin typeface="DM Sans 14p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Google Shape;476;p75">
            <a:extLst>
              <a:ext uri="{FF2B5EF4-FFF2-40B4-BE49-F238E27FC236}">
                <a16:creationId xmlns:a16="http://schemas.microsoft.com/office/drawing/2014/main" id="{32B45B4F-31BE-0EEB-6C8B-9A4D122513A5}"/>
              </a:ext>
            </a:extLst>
          </p:cNvPr>
          <p:cNvSpPr txBox="1"/>
          <p:nvPr/>
        </p:nvSpPr>
        <p:spPr>
          <a:xfrm>
            <a:off x="6268145" y="5703775"/>
            <a:ext cx="4064851" cy="36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rgbClr val="FFFF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Cairo"/>
              </a:rPr>
              <a:t>Natural Language is the foundation </a:t>
            </a:r>
            <a:endParaRPr lang="en-US" sz="1200" dirty="0">
              <a:latin typeface="DM Sans 14p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714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484;p76">
            <a:extLst>
              <a:ext uri="{FF2B5EF4-FFF2-40B4-BE49-F238E27FC236}">
                <a16:creationId xmlns:a16="http://schemas.microsoft.com/office/drawing/2014/main" id="{30D35D05-8A66-76F6-B9C1-87DE5B57A9DF}"/>
              </a:ext>
            </a:extLst>
          </p:cNvPr>
          <p:cNvGrpSpPr/>
          <p:nvPr/>
        </p:nvGrpSpPr>
        <p:grpSpPr>
          <a:xfrm>
            <a:off x="1104135" y="845949"/>
            <a:ext cx="9983729" cy="4860370"/>
            <a:chOff x="628650" y="1170924"/>
            <a:chExt cx="10934700" cy="4846200"/>
          </a:xfrm>
        </p:grpSpPr>
        <p:sp>
          <p:nvSpPr>
            <p:cNvPr id="6" name="Google Shape;485;p76">
              <a:extLst>
                <a:ext uri="{FF2B5EF4-FFF2-40B4-BE49-F238E27FC236}">
                  <a16:creationId xmlns:a16="http://schemas.microsoft.com/office/drawing/2014/main" id="{83EAE02C-C932-16A8-B987-CEC82138E797}"/>
                </a:ext>
              </a:extLst>
            </p:cNvPr>
            <p:cNvSpPr/>
            <p:nvPr/>
          </p:nvSpPr>
          <p:spPr>
            <a:xfrm>
              <a:off x="628650" y="1170924"/>
              <a:ext cx="10934700" cy="4846200"/>
            </a:xfrm>
            <a:prstGeom prst="roundRect">
              <a:avLst>
                <a:gd name="adj" fmla="val 3497"/>
              </a:avLst>
            </a:prstGeom>
            <a:solidFill>
              <a:srgbClr val="F7A811">
                <a:alpha val="4710"/>
              </a:srgbClr>
            </a:solidFill>
            <a:ln w="9525" cap="flat" cmpd="sng">
              <a:solidFill>
                <a:schemeClr val="bg1"/>
              </a:solidFill>
              <a:prstDash val="sysDash"/>
              <a:round/>
              <a:headEnd type="none" w="sm" len="sm"/>
              <a:tailEnd type="none" w="sm" len="sm"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iro"/>
              </a:endParaRPr>
            </a:p>
          </p:txBody>
        </p:sp>
        <p:grpSp>
          <p:nvGrpSpPr>
            <p:cNvPr id="7" name="Google Shape;486;p76">
              <a:extLst>
                <a:ext uri="{FF2B5EF4-FFF2-40B4-BE49-F238E27FC236}">
                  <a16:creationId xmlns:a16="http://schemas.microsoft.com/office/drawing/2014/main" id="{9E091F7C-96B3-F183-5CF0-6EDF8417BDDD}"/>
                </a:ext>
              </a:extLst>
            </p:cNvPr>
            <p:cNvGrpSpPr/>
            <p:nvPr/>
          </p:nvGrpSpPr>
          <p:grpSpPr>
            <a:xfrm>
              <a:off x="863600" y="1386672"/>
              <a:ext cx="10419757" cy="4414857"/>
              <a:chOff x="863600" y="1386672"/>
              <a:chExt cx="10419757" cy="4414857"/>
            </a:xfrm>
          </p:grpSpPr>
          <p:sp>
            <p:nvSpPr>
              <p:cNvPr id="8" name="Google Shape;487;p76">
                <a:extLst>
                  <a:ext uri="{FF2B5EF4-FFF2-40B4-BE49-F238E27FC236}">
                    <a16:creationId xmlns:a16="http://schemas.microsoft.com/office/drawing/2014/main" id="{F85594A9-0DAB-3685-B353-1D760A27D108}"/>
                  </a:ext>
                </a:extLst>
              </p:cNvPr>
              <p:cNvSpPr/>
              <p:nvPr/>
            </p:nvSpPr>
            <p:spPr>
              <a:xfrm>
                <a:off x="5435600" y="1629245"/>
                <a:ext cx="1828800" cy="457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alpha val="27870"/>
                </a:schemeClr>
              </a:solidFill>
              <a:ln w="9525" cap="flat" cmpd="sng">
                <a:solidFill>
                  <a:schemeClr val="accent2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MCP Server A</a:t>
                </a:r>
                <a:endParaRPr sz="105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sp>
            <p:nvSpPr>
              <p:cNvPr id="9" name="Google Shape;488;p76">
                <a:extLst>
                  <a:ext uri="{FF2B5EF4-FFF2-40B4-BE49-F238E27FC236}">
                    <a16:creationId xmlns:a16="http://schemas.microsoft.com/office/drawing/2014/main" id="{EC4A10C4-143F-99DE-52ED-79C085A8554C}"/>
                  </a:ext>
                </a:extLst>
              </p:cNvPr>
              <p:cNvSpPr/>
              <p:nvPr/>
            </p:nvSpPr>
            <p:spPr>
              <a:xfrm>
                <a:off x="5435600" y="2910683"/>
                <a:ext cx="1828800" cy="457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alpha val="27870"/>
                </a:schemeClr>
              </a:solidFill>
              <a:ln w="9525" cap="flat" cmpd="sng">
                <a:solidFill>
                  <a:schemeClr val="accent2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MCP Server B</a:t>
                </a:r>
                <a:endParaRPr sz="105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sp>
            <p:nvSpPr>
              <p:cNvPr id="10" name="Google Shape;489;p76">
                <a:extLst>
                  <a:ext uri="{FF2B5EF4-FFF2-40B4-BE49-F238E27FC236}">
                    <a16:creationId xmlns:a16="http://schemas.microsoft.com/office/drawing/2014/main" id="{E8256F14-1A6A-D052-DD61-03992204CFFE}"/>
                  </a:ext>
                </a:extLst>
              </p:cNvPr>
              <p:cNvSpPr/>
              <p:nvPr/>
            </p:nvSpPr>
            <p:spPr>
              <a:xfrm>
                <a:off x="5435600" y="4192121"/>
                <a:ext cx="1828800" cy="457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alpha val="27870"/>
                </a:schemeClr>
              </a:solidFill>
              <a:ln w="9525" cap="flat" cmpd="sng">
                <a:solidFill>
                  <a:schemeClr val="accent2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MCP Server C</a:t>
                </a:r>
                <a:endParaRPr sz="105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sp>
            <p:nvSpPr>
              <p:cNvPr id="11" name="Google Shape;490;p76">
                <a:extLst>
                  <a:ext uri="{FF2B5EF4-FFF2-40B4-BE49-F238E27FC236}">
                    <a16:creationId xmlns:a16="http://schemas.microsoft.com/office/drawing/2014/main" id="{44332059-907A-BCC0-7D31-C83DE7C89179}"/>
                  </a:ext>
                </a:extLst>
              </p:cNvPr>
              <p:cNvSpPr/>
              <p:nvPr/>
            </p:nvSpPr>
            <p:spPr>
              <a:xfrm>
                <a:off x="863600" y="2910683"/>
                <a:ext cx="1828800" cy="457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alpha val="28000"/>
                </a:schemeClr>
              </a:solidFill>
              <a:ln w="9525" cap="flat" cmpd="sng">
                <a:solidFill>
                  <a:schemeClr val="accent2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91400" rIns="91400" bIns="91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MCP Host</a:t>
                </a:r>
                <a:br>
                  <a:rPr lang="en" sz="105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</a:br>
                <a:r>
                  <a:rPr lang="en" sz="105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(Claude, IDEs, Tools)</a:t>
                </a:r>
                <a:endParaRPr sz="105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sp>
            <p:nvSpPr>
              <p:cNvPr id="12" name="Google Shape;491;p76">
                <a:extLst>
                  <a:ext uri="{FF2B5EF4-FFF2-40B4-BE49-F238E27FC236}">
                    <a16:creationId xmlns:a16="http://schemas.microsoft.com/office/drawing/2014/main" id="{1ADF0AAC-A93C-647C-791C-92389DD47CE0}"/>
                  </a:ext>
                </a:extLst>
              </p:cNvPr>
              <p:cNvSpPr txBox="1"/>
              <p:nvPr/>
            </p:nvSpPr>
            <p:spPr>
              <a:xfrm>
                <a:off x="3476600" y="3058700"/>
                <a:ext cx="1174800" cy="161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22533"/>
                  </a:buClr>
                  <a:buSzPts val="1100"/>
                  <a:buFont typeface="Cairo"/>
                  <a:buNone/>
                </a:pPr>
                <a:r>
                  <a:rPr lang="en" sz="1050" b="0" i="0" u="none" strike="noStrike" cap="none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MCP</a:t>
                </a:r>
                <a:endParaRPr sz="1050" b="0" i="0" u="none" strike="noStrike" cap="none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sp>
            <p:nvSpPr>
              <p:cNvPr id="13" name="Google Shape;492;p76">
                <a:extLst>
                  <a:ext uri="{FF2B5EF4-FFF2-40B4-BE49-F238E27FC236}">
                    <a16:creationId xmlns:a16="http://schemas.microsoft.com/office/drawing/2014/main" id="{6A16BBFE-7451-528D-F500-7962FEF4BA6B}"/>
                  </a:ext>
                </a:extLst>
              </p:cNvPr>
              <p:cNvSpPr txBox="1"/>
              <p:nvPr/>
            </p:nvSpPr>
            <p:spPr>
              <a:xfrm>
                <a:off x="3476600" y="4340138"/>
                <a:ext cx="1174800" cy="161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22533"/>
                  </a:buClr>
                  <a:buSzPts val="11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MCP</a:t>
                </a:r>
                <a:endParaRPr sz="1050" b="0" i="0" u="none" strike="noStrike" cap="none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sp>
            <p:nvSpPr>
              <p:cNvPr id="14" name="Google Shape;493;p76">
                <a:extLst>
                  <a:ext uri="{FF2B5EF4-FFF2-40B4-BE49-F238E27FC236}">
                    <a16:creationId xmlns:a16="http://schemas.microsoft.com/office/drawing/2014/main" id="{DD30D714-1EBA-7254-66E8-31A0BDEAED42}"/>
                  </a:ext>
                </a:extLst>
              </p:cNvPr>
              <p:cNvSpPr txBox="1"/>
              <p:nvPr/>
            </p:nvSpPr>
            <p:spPr>
              <a:xfrm>
                <a:off x="3476600" y="1776145"/>
                <a:ext cx="1174800" cy="161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22533"/>
                  </a:buClr>
                  <a:buSzPts val="11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MCP</a:t>
                </a:r>
                <a:endParaRPr sz="1050" b="0" i="0" u="none" strike="noStrike" cap="none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cxnSp>
            <p:nvCxnSpPr>
              <p:cNvPr id="15" name="Google Shape;494;p76">
                <a:extLst>
                  <a:ext uri="{FF2B5EF4-FFF2-40B4-BE49-F238E27FC236}">
                    <a16:creationId xmlns:a16="http://schemas.microsoft.com/office/drawing/2014/main" id="{638A4747-6E35-CC09-0727-59C74AB3622A}"/>
                  </a:ext>
                </a:extLst>
              </p:cNvPr>
              <p:cNvCxnSpPr/>
              <p:nvPr/>
            </p:nvCxnSpPr>
            <p:spPr>
              <a:xfrm>
                <a:off x="4386297" y="1916050"/>
                <a:ext cx="964279" cy="9654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none" w="sm" len="sm"/>
                <a:tailEnd type="stealth" w="lg" len="med"/>
              </a:ln>
            </p:spPr>
          </p:cxnSp>
          <p:cxnSp>
            <p:nvCxnSpPr>
              <p:cNvPr id="16" name="Google Shape;495;p76">
                <a:extLst>
                  <a:ext uri="{FF2B5EF4-FFF2-40B4-BE49-F238E27FC236}">
                    <a16:creationId xmlns:a16="http://schemas.microsoft.com/office/drawing/2014/main" id="{11D51E92-8203-2434-95DA-03DA3F1770A1}"/>
                  </a:ext>
                </a:extLst>
              </p:cNvPr>
              <p:cNvCxnSpPr/>
              <p:nvPr/>
            </p:nvCxnSpPr>
            <p:spPr>
              <a:xfrm flipV="1">
                <a:off x="4414493" y="3103041"/>
                <a:ext cx="885332" cy="613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none" w="sm" len="sm"/>
                <a:tailEnd type="stealth" w="lg" len="med"/>
              </a:ln>
            </p:spPr>
          </p:cxnSp>
          <p:cxnSp>
            <p:nvCxnSpPr>
              <p:cNvPr id="17" name="Google Shape;496;p76">
                <a:extLst>
                  <a:ext uri="{FF2B5EF4-FFF2-40B4-BE49-F238E27FC236}">
                    <a16:creationId xmlns:a16="http://schemas.microsoft.com/office/drawing/2014/main" id="{2E67628D-A825-2544-02F0-3D860BB98ACF}"/>
                  </a:ext>
                </a:extLst>
              </p:cNvPr>
              <p:cNvCxnSpPr/>
              <p:nvPr/>
            </p:nvCxnSpPr>
            <p:spPr>
              <a:xfrm flipV="1">
                <a:off x="4375020" y="4456349"/>
                <a:ext cx="936082" cy="614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none" w="sm" len="sm"/>
                <a:tailEnd type="stealth" w="lg" len="med"/>
              </a:ln>
            </p:spPr>
          </p:cxnSp>
          <p:cxnSp>
            <p:nvCxnSpPr>
              <p:cNvPr id="18" name="Google Shape;497;p76">
                <a:extLst>
                  <a:ext uri="{FF2B5EF4-FFF2-40B4-BE49-F238E27FC236}">
                    <a16:creationId xmlns:a16="http://schemas.microsoft.com/office/drawing/2014/main" id="{C9261D2D-DF6F-A593-F675-D75238853730}"/>
                  </a:ext>
                </a:extLst>
              </p:cNvPr>
              <p:cNvCxnSpPr/>
              <p:nvPr/>
            </p:nvCxnSpPr>
            <p:spPr>
              <a:xfrm>
                <a:off x="2709751" y="3129080"/>
                <a:ext cx="1093979" cy="614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none" w="sm" len="sm"/>
                <a:tailEnd type="stealth" w="lg" len="med"/>
              </a:ln>
            </p:spPr>
          </p:cxnSp>
          <p:grpSp>
            <p:nvGrpSpPr>
              <p:cNvPr id="19" name="Google Shape;498;p76">
                <a:extLst>
                  <a:ext uri="{FF2B5EF4-FFF2-40B4-BE49-F238E27FC236}">
                    <a16:creationId xmlns:a16="http://schemas.microsoft.com/office/drawing/2014/main" id="{2C0A325A-3ADB-B80F-C667-297EBC6792A9}"/>
                  </a:ext>
                </a:extLst>
              </p:cNvPr>
              <p:cNvGrpSpPr/>
              <p:nvPr/>
            </p:nvGrpSpPr>
            <p:grpSpPr>
              <a:xfrm>
                <a:off x="1778000" y="1843872"/>
                <a:ext cx="1828800" cy="1065600"/>
                <a:chOff x="1778000" y="1843872"/>
                <a:chExt cx="1828800" cy="1065600"/>
              </a:xfrm>
            </p:grpSpPr>
            <p:cxnSp>
              <p:nvCxnSpPr>
                <p:cNvPr id="33" name="Google Shape;499;p76">
                  <a:extLst>
                    <a:ext uri="{FF2B5EF4-FFF2-40B4-BE49-F238E27FC236}">
                      <a16:creationId xmlns:a16="http://schemas.microsoft.com/office/drawing/2014/main" id="{CA70E1C3-1E5A-1E29-686F-0B5D7F834510}"/>
                    </a:ext>
                  </a:extLst>
                </p:cNvPr>
                <p:cNvCxnSpPr/>
                <p:nvPr/>
              </p:nvCxnSpPr>
              <p:spPr>
                <a:xfrm rot="10800000">
                  <a:off x="1778000" y="1843872"/>
                  <a:ext cx="18288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bg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4" name="Google Shape;500;p76">
                  <a:extLst>
                    <a:ext uri="{FF2B5EF4-FFF2-40B4-BE49-F238E27FC236}">
                      <a16:creationId xmlns:a16="http://schemas.microsoft.com/office/drawing/2014/main" id="{78392503-C7C3-BF68-4743-710660886A9D}"/>
                    </a:ext>
                  </a:extLst>
                </p:cNvPr>
                <p:cNvCxnSpPr/>
                <p:nvPr/>
              </p:nvCxnSpPr>
              <p:spPr>
                <a:xfrm>
                  <a:off x="1778000" y="1843872"/>
                  <a:ext cx="0" cy="10656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bg1"/>
                  </a:solidFill>
                  <a:prstDash val="solid"/>
                  <a:round/>
                  <a:headEnd type="none" w="lg" len="med"/>
                  <a:tailEnd type="stealth" w="lg" len="med"/>
                </a:ln>
              </p:spPr>
            </p:cxnSp>
          </p:grpSp>
          <p:grpSp>
            <p:nvGrpSpPr>
              <p:cNvPr id="20" name="Google Shape;501;p76">
                <a:extLst>
                  <a:ext uri="{FF2B5EF4-FFF2-40B4-BE49-F238E27FC236}">
                    <a16:creationId xmlns:a16="http://schemas.microsoft.com/office/drawing/2014/main" id="{597836A6-2F83-E540-750B-F68C9129B597}"/>
                  </a:ext>
                </a:extLst>
              </p:cNvPr>
              <p:cNvGrpSpPr/>
              <p:nvPr/>
            </p:nvGrpSpPr>
            <p:grpSpPr>
              <a:xfrm rot="10800000" flipH="1">
                <a:off x="1778000" y="3367816"/>
                <a:ext cx="1828800" cy="1065600"/>
                <a:chOff x="1778000" y="3367883"/>
                <a:chExt cx="1828800" cy="1065600"/>
              </a:xfrm>
            </p:grpSpPr>
            <p:cxnSp>
              <p:nvCxnSpPr>
                <p:cNvPr id="31" name="Google Shape;502;p76">
                  <a:extLst>
                    <a:ext uri="{FF2B5EF4-FFF2-40B4-BE49-F238E27FC236}">
                      <a16:creationId xmlns:a16="http://schemas.microsoft.com/office/drawing/2014/main" id="{D84D25AC-96CA-4190-97B8-F13721594CE0}"/>
                    </a:ext>
                  </a:extLst>
                </p:cNvPr>
                <p:cNvCxnSpPr/>
                <p:nvPr/>
              </p:nvCxnSpPr>
              <p:spPr>
                <a:xfrm rot="10800000">
                  <a:off x="1778000" y="3367883"/>
                  <a:ext cx="18288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bg1"/>
                  </a:solidFill>
                  <a:prstDash val="solid"/>
                  <a:round/>
                  <a:headEnd type="none" w="lg" len="med"/>
                  <a:tailEnd type="none" w="sm" len="sm"/>
                </a:ln>
              </p:spPr>
            </p:cxnSp>
            <p:cxnSp>
              <p:nvCxnSpPr>
                <p:cNvPr id="32" name="Google Shape;503;p76">
                  <a:extLst>
                    <a:ext uri="{FF2B5EF4-FFF2-40B4-BE49-F238E27FC236}">
                      <a16:creationId xmlns:a16="http://schemas.microsoft.com/office/drawing/2014/main" id="{249CADE7-ABEE-3ACF-E6D3-6C806D0EC8A4}"/>
                    </a:ext>
                  </a:extLst>
                </p:cNvPr>
                <p:cNvCxnSpPr/>
                <p:nvPr/>
              </p:nvCxnSpPr>
              <p:spPr>
                <a:xfrm>
                  <a:off x="1778000" y="3367883"/>
                  <a:ext cx="0" cy="10656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bg1"/>
                  </a:solidFill>
                  <a:prstDash val="solid"/>
                  <a:round/>
                  <a:headEnd type="none" w="lg" len="med"/>
                  <a:tailEnd type="stealth" w="lg" len="med"/>
                </a:ln>
              </p:spPr>
            </p:cxnSp>
          </p:grpSp>
          <p:cxnSp>
            <p:nvCxnSpPr>
              <p:cNvPr id="21" name="Google Shape;504;p76">
                <a:extLst>
                  <a:ext uri="{FF2B5EF4-FFF2-40B4-BE49-F238E27FC236}">
                    <a16:creationId xmlns:a16="http://schemas.microsoft.com/office/drawing/2014/main" id="{A500A8DC-0033-3FB5-C406-AB03EA991969}"/>
                  </a:ext>
                </a:extLst>
              </p:cNvPr>
              <p:cNvCxnSpPr/>
              <p:nvPr/>
            </p:nvCxnSpPr>
            <p:spPr>
              <a:xfrm>
                <a:off x="7264400" y="1843873"/>
                <a:ext cx="26544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stealth" w="lg" len="med"/>
                <a:tailEnd type="stealth" w="lg" len="med"/>
              </a:ln>
            </p:spPr>
          </p:cxnSp>
          <p:cxnSp>
            <p:nvCxnSpPr>
              <p:cNvPr id="22" name="Google Shape;505;p76">
                <a:extLst>
                  <a:ext uri="{FF2B5EF4-FFF2-40B4-BE49-F238E27FC236}">
                    <a16:creationId xmlns:a16="http://schemas.microsoft.com/office/drawing/2014/main" id="{6771B40F-B786-B60B-EE0B-6555301FBD36}"/>
                  </a:ext>
                </a:extLst>
              </p:cNvPr>
              <p:cNvCxnSpPr/>
              <p:nvPr/>
            </p:nvCxnSpPr>
            <p:spPr>
              <a:xfrm>
                <a:off x="7264400" y="3139283"/>
                <a:ext cx="26544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stealth" w="lg" len="med"/>
                <a:tailEnd type="stealth" w="lg" len="med"/>
              </a:ln>
            </p:spPr>
          </p:cxnSp>
          <p:sp>
            <p:nvSpPr>
              <p:cNvPr id="23" name="Google Shape;506;p76">
                <a:extLst>
                  <a:ext uri="{FF2B5EF4-FFF2-40B4-BE49-F238E27FC236}">
                    <a16:creationId xmlns:a16="http://schemas.microsoft.com/office/drawing/2014/main" id="{F7C91092-9F49-0686-3D79-459515A15284}"/>
                  </a:ext>
                </a:extLst>
              </p:cNvPr>
              <p:cNvSpPr/>
              <p:nvPr/>
            </p:nvSpPr>
            <p:spPr>
              <a:xfrm>
                <a:off x="9911758" y="1386672"/>
                <a:ext cx="1371599" cy="91440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alpha val="32151"/>
                </a:schemeClr>
              </a:solidFill>
              <a:ln w="9525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Local Resource A</a:t>
                </a:r>
                <a:endParaRPr sz="105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sp>
            <p:nvSpPr>
              <p:cNvPr id="24" name="Google Shape;507;p76">
                <a:extLst>
                  <a:ext uri="{FF2B5EF4-FFF2-40B4-BE49-F238E27FC236}">
                    <a16:creationId xmlns:a16="http://schemas.microsoft.com/office/drawing/2014/main" id="{9637272A-94D1-EF30-61CB-7000A3084193}"/>
                  </a:ext>
                </a:extLst>
              </p:cNvPr>
              <p:cNvSpPr/>
              <p:nvPr/>
            </p:nvSpPr>
            <p:spPr>
              <a:xfrm>
                <a:off x="9911758" y="2677320"/>
                <a:ext cx="1371599" cy="91440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alpha val="32000"/>
                </a:schemeClr>
              </a:solidFill>
              <a:ln w="9525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Local Resource B</a:t>
                </a:r>
                <a:endParaRPr sz="105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sp>
            <p:nvSpPr>
              <p:cNvPr id="25" name="Google Shape;508;p76">
                <a:extLst>
                  <a:ext uri="{FF2B5EF4-FFF2-40B4-BE49-F238E27FC236}">
                    <a16:creationId xmlns:a16="http://schemas.microsoft.com/office/drawing/2014/main" id="{9A63F293-3940-2283-FD2A-C970E29CE717}"/>
                  </a:ext>
                </a:extLst>
              </p:cNvPr>
              <p:cNvSpPr txBox="1"/>
              <p:nvPr/>
            </p:nvSpPr>
            <p:spPr>
              <a:xfrm>
                <a:off x="8491858" y="4259556"/>
                <a:ext cx="548700" cy="322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22533"/>
                  </a:buClr>
                  <a:buSzPts val="1100"/>
                  <a:buFont typeface="Cairo"/>
                  <a:buNone/>
                </a:pPr>
                <a:r>
                  <a:rPr lang="en" sz="1050" b="0" i="0" u="none" strike="noStrike" cap="none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Web APIs</a:t>
                </a:r>
                <a:endParaRPr sz="1050" b="0" i="0" u="none" strike="noStrike" cap="none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cxnSp>
            <p:nvCxnSpPr>
              <p:cNvPr id="26" name="Google Shape;509;p76">
                <a:extLst>
                  <a:ext uri="{FF2B5EF4-FFF2-40B4-BE49-F238E27FC236}">
                    <a16:creationId xmlns:a16="http://schemas.microsoft.com/office/drawing/2014/main" id="{08DDA2DA-2223-11F9-30BA-785409FF769A}"/>
                  </a:ext>
                </a:extLst>
              </p:cNvPr>
              <p:cNvCxnSpPr/>
              <p:nvPr/>
            </p:nvCxnSpPr>
            <p:spPr>
              <a:xfrm flipH="1">
                <a:off x="7429644" y="4343118"/>
                <a:ext cx="924807" cy="1197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stealth" w="lg" len="med"/>
                <a:tailEnd type="none" w="lg" len="med"/>
              </a:ln>
            </p:spPr>
          </p:cxnSp>
          <p:sp>
            <p:nvSpPr>
              <p:cNvPr id="27" name="Google Shape;510;p76">
                <a:extLst>
                  <a:ext uri="{FF2B5EF4-FFF2-40B4-BE49-F238E27FC236}">
                    <a16:creationId xmlns:a16="http://schemas.microsoft.com/office/drawing/2014/main" id="{01D31ACF-7F1F-85B9-1391-3CA5670E0C64}"/>
                  </a:ext>
                </a:extLst>
              </p:cNvPr>
              <p:cNvSpPr/>
              <p:nvPr/>
            </p:nvSpPr>
            <p:spPr>
              <a:xfrm>
                <a:off x="9911758" y="4887129"/>
                <a:ext cx="1371599" cy="91440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alpha val="32000"/>
                </a:schemeClr>
              </a:solidFill>
              <a:ln w="9525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Cairo"/>
                  <a:buNone/>
                </a:pPr>
                <a:r>
                  <a:rPr lang="en" sz="1050" b="0" i="0" u="none" strike="noStrike" cap="none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Remote</a:t>
                </a:r>
                <a:br>
                  <a:rPr lang="en" sz="1050" b="0" i="0" u="none" strike="noStrike" cap="none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</a:br>
                <a:r>
                  <a:rPr lang="en" sz="1050" b="0" i="0" u="none" strike="noStrike" cap="none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Cairo"/>
                  </a:rPr>
                  <a:t>Resource C</a:t>
                </a:r>
                <a:endParaRPr sz="1050" b="0" i="0" u="none" strike="noStrike" cap="none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iro"/>
                </a:endParaRPr>
              </a:p>
            </p:txBody>
          </p:sp>
          <p:cxnSp>
            <p:nvCxnSpPr>
              <p:cNvPr id="28" name="Google Shape;511;p76">
                <a:extLst>
                  <a:ext uri="{FF2B5EF4-FFF2-40B4-BE49-F238E27FC236}">
                    <a16:creationId xmlns:a16="http://schemas.microsoft.com/office/drawing/2014/main" id="{379D959B-A498-0896-6111-0FBF9FEBB1A9}"/>
                  </a:ext>
                </a:extLst>
              </p:cNvPr>
              <p:cNvCxnSpPr/>
              <p:nvPr/>
            </p:nvCxnSpPr>
            <p:spPr>
              <a:xfrm>
                <a:off x="9141461" y="4420404"/>
                <a:ext cx="14631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" name="Google Shape;512;p76">
                <a:extLst>
                  <a:ext uri="{FF2B5EF4-FFF2-40B4-BE49-F238E27FC236}">
                    <a16:creationId xmlns:a16="http://schemas.microsoft.com/office/drawing/2014/main" id="{E7F4F958-748F-E6CF-2CB4-A56144CA1462}"/>
                  </a:ext>
                </a:extLst>
              </p:cNvPr>
              <p:cNvCxnSpPr/>
              <p:nvPr/>
            </p:nvCxnSpPr>
            <p:spPr>
              <a:xfrm>
                <a:off x="10604501" y="4420404"/>
                <a:ext cx="0" cy="46680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round/>
                <a:headEnd type="none" w="sm" len="sm"/>
                <a:tailEnd type="stealth" w="lg" len="med"/>
              </a:ln>
            </p:spPr>
          </p:cxnSp>
          <p:sp>
            <p:nvSpPr>
              <p:cNvPr id="30" name="Google Shape;513;p76">
                <a:extLst>
                  <a:ext uri="{FF2B5EF4-FFF2-40B4-BE49-F238E27FC236}">
                    <a16:creationId xmlns:a16="http://schemas.microsoft.com/office/drawing/2014/main" id="{1FA72003-8F1E-EEAA-A722-7BF2E880D18F}"/>
                  </a:ext>
                </a:extLst>
              </p:cNvPr>
              <p:cNvSpPr txBox="1"/>
              <p:nvPr/>
            </p:nvSpPr>
            <p:spPr>
              <a:xfrm>
                <a:off x="8125075" y="4713349"/>
                <a:ext cx="1290000" cy="161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22533"/>
                  </a:buClr>
                  <a:buSzPts val="1100"/>
                  <a:buFont typeface="Cairo"/>
                  <a:buNone/>
                </a:pPr>
                <a:r>
                  <a:rPr lang="en" sz="1050" i="0" u="none" strike="noStrike" cap="none">
                    <a:solidFill>
                      <a:schemeClr val="lt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Space Mono"/>
                  </a:rPr>
                  <a:t>Internet</a:t>
                </a:r>
                <a:endParaRPr sz="1050" i="0" u="none" strike="noStrike" cap="none">
                  <a:solidFill>
                    <a:schemeClr val="l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Space Mon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5853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E31A-0773-3B83-9E7C-BD1800E6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/ Server: Server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9B6BE-DAD3-F0C7-C19A-37F8C6794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Servers are quite easy to build using the </a:t>
            </a:r>
            <a:r>
              <a:rPr lang="en-US" dirty="0" err="1">
                <a:solidFill>
                  <a:schemeClr val="accent2"/>
                </a:solidFill>
              </a:rPr>
              <a:t>FastMCP</a:t>
            </a:r>
            <a:r>
              <a:rPr lang="en-US" dirty="0">
                <a:solidFill>
                  <a:schemeClr val="accent2"/>
                </a:solidFill>
              </a:rPr>
              <a:t> Python package 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AC7BDA-0EB8-612A-799A-17748FFBEAD3}"/>
              </a:ext>
            </a:extLst>
          </p:cNvPr>
          <p:cNvSpPr/>
          <p:nvPr/>
        </p:nvSpPr>
        <p:spPr>
          <a:xfrm>
            <a:off x="536838" y="2125938"/>
            <a:ext cx="5283517" cy="2382452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F3CDA-C510-5E55-2BDD-7EA0A13CFE01}"/>
              </a:ext>
            </a:extLst>
          </p:cNvPr>
          <p:cNvSpPr txBox="1"/>
          <p:nvPr/>
        </p:nvSpPr>
        <p:spPr>
          <a:xfrm>
            <a:off x="770276" y="2326224"/>
            <a:ext cx="45014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4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mcp.server.fastmcp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FastMCP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Aft>
                <a:spcPts val="2400"/>
              </a:spcAft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FastMCP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pyATS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Network Automation Server")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Aft>
                <a:spcPts val="24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mcp.tool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b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pyats_run_show_command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mcp.run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A6558BD-2911-03D6-99A4-8EFC1AC0D6F2}"/>
              </a:ext>
            </a:extLst>
          </p:cNvPr>
          <p:cNvSpPr txBox="1">
            <a:spLocks/>
          </p:cNvSpPr>
          <p:nvPr/>
        </p:nvSpPr>
        <p:spPr>
          <a:xfrm>
            <a:off x="438867" y="4904861"/>
            <a:ext cx="5381488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1200" dirty="0"/>
              <a:t>Servers can be run locally as </a:t>
            </a:r>
            <a:r>
              <a:rPr lang="en-US" sz="1200" dirty="0" err="1"/>
              <a:t>stdio</a:t>
            </a:r>
            <a:r>
              <a:rPr lang="en-US" sz="1200" dirty="0"/>
              <a:t> mode or remotely hosted such as Selector (remote, secure, streaming MCP) </a:t>
            </a:r>
          </a:p>
        </p:txBody>
      </p:sp>
    </p:spTree>
    <p:extLst>
      <p:ext uri="{BB962C8B-B14F-4D97-AF65-F5344CB8AC3E}">
        <p14:creationId xmlns:p14="http://schemas.microsoft.com/office/powerpoint/2010/main" val="591050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5FB4-4A6D-CE9B-41A0-B709CB57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/ Server: Clients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9F7D034-38C4-4604-10AE-18A983D0CEFE}"/>
              </a:ext>
            </a:extLst>
          </p:cNvPr>
          <p:cNvSpPr txBox="1">
            <a:spLocks/>
          </p:cNvSpPr>
          <p:nvPr/>
        </p:nvSpPr>
        <p:spPr>
          <a:xfrm>
            <a:off x="438867" y="1885776"/>
            <a:ext cx="3059804" cy="120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Claude Desktop / Claude Code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Gemini-CLI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VS Code, Cursor, Tailwind (IDEs)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CD397C8-95FB-084A-A6C8-8ADFD5C224DE}"/>
              </a:ext>
            </a:extLst>
          </p:cNvPr>
          <p:cNvSpPr/>
          <p:nvPr/>
        </p:nvSpPr>
        <p:spPr>
          <a:xfrm>
            <a:off x="444906" y="1339938"/>
            <a:ext cx="32149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Many Clients Have Emerged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0840AFC-F320-56F0-58C1-31C43627C45F}"/>
              </a:ext>
            </a:extLst>
          </p:cNvPr>
          <p:cNvSpPr txBox="1">
            <a:spLocks/>
          </p:cNvSpPr>
          <p:nvPr/>
        </p:nvSpPr>
        <p:spPr>
          <a:xfrm>
            <a:off x="4796526" y="1885776"/>
            <a:ext cx="3212662" cy="120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71450" indent="-171450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Agents are often powered by MCP Tools the Agent can utilize</a:t>
            </a:r>
          </a:p>
          <a:p>
            <a:pPr marL="171450" indent="-171450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FFFFFF"/>
                </a:solidFill>
              </a:rPr>
              <a:t>ReAct</a:t>
            </a:r>
            <a:r>
              <a:rPr lang="en-US" sz="1200" dirty="0">
                <a:solidFill>
                  <a:srgbClr val="FFFFFF"/>
                </a:solidFill>
              </a:rPr>
              <a:t> (Reasoning and Actions) Agents where the Actions equal MCP tool calling </a:t>
            </a:r>
          </a:p>
          <a:p>
            <a:pPr marL="171450" indent="-171450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Agency to act without human intervention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8D7DD81-9056-EA69-E476-DFDE87B43BA8}"/>
              </a:ext>
            </a:extLst>
          </p:cNvPr>
          <p:cNvSpPr/>
          <p:nvPr/>
        </p:nvSpPr>
        <p:spPr>
          <a:xfrm>
            <a:off x="4802565" y="1339938"/>
            <a:ext cx="2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1681056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7BE520-544F-12CF-7D53-E50BFCC41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7" r="2137"/>
          <a:stretch>
            <a:fillRect/>
          </a:stretch>
        </p:blipFill>
        <p:spPr>
          <a:xfrm>
            <a:off x="-2" y="0"/>
            <a:ext cx="12192001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DC1ADEA-752E-6158-1E39-5D85879FB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2533" y="684707"/>
            <a:ext cx="6766933" cy="33785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8E0300D-BA3C-9D76-F982-AAC37C97A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2715" y="4450429"/>
            <a:ext cx="1706566" cy="19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22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70297D1E-223D-C26B-0D5F-A9E77241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970" y="2421288"/>
            <a:ext cx="6011939" cy="1231106"/>
          </a:xfrm>
        </p:spPr>
        <p:txBody>
          <a:bodyPr/>
          <a:lstStyle/>
          <a:p>
            <a:r>
              <a:rPr lang="en-US" sz="8000" dirty="0"/>
              <a:t>Questions?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C4A23257-6098-9DC0-28B2-32B8C7E94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2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70297D1E-223D-C26B-0D5F-A9E77241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970" y="2421288"/>
            <a:ext cx="6011939" cy="1231106"/>
          </a:xfrm>
        </p:spPr>
        <p:txBody>
          <a:bodyPr/>
          <a:lstStyle/>
          <a:p>
            <a:r>
              <a:rPr lang="en-US" sz="8000" dirty="0"/>
              <a:t>Using MCP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C4A23257-6098-9DC0-28B2-32B8C7E94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23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70297D1E-223D-C26B-0D5F-A9E77241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970" y="2421288"/>
            <a:ext cx="6011939" cy="1231106"/>
          </a:xfrm>
        </p:spPr>
        <p:txBody>
          <a:bodyPr/>
          <a:lstStyle/>
          <a:p>
            <a:r>
              <a:rPr lang="en-US" sz="8000" dirty="0"/>
              <a:t>Building MCP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C4A23257-6098-9DC0-28B2-32B8C7E94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54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AF1E089-E1F3-1847-63B6-7B5ADEE45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8936" y="1370546"/>
            <a:ext cx="3824868" cy="10046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6C3860-2503-AAB6-D9F9-C380BE3A1B0F}"/>
              </a:ext>
            </a:extLst>
          </p:cNvPr>
          <p:cNvSpPr txBox="1"/>
          <p:nvPr/>
        </p:nvSpPr>
        <p:spPr>
          <a:xfrm>
            <a:off x="1248936" y="2676292"/>
            <a:ext cx="5999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All the presentations from the </a:t>
            </a:r>
            <a:r>
              <a:rPr lang="en-US" sz="3600" b="1" dirty="0" err="1">
                <a:solidFill>
                  <a:schemeClr val="bg1"/>
                </a:solidFill>
                <a:latin typeface="DM Sans 14pt SemiBold" pitchFamily="2" charset="77"/>
              </a:rPr>
              <a:t>VibeOps</a:t>
            </a:r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 Lounge are available on GitHub.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49754-3001-C8B8-6295-066E536EA989}"/>
              </a:ext>
            </a:extLst>
          </p:cNvPr>
          <p:cNvSpPr txBox="1"/>
          <p:nvPr/>
        </p:nvSpPr>
        <p:spPr>
          <a:xfrm>
            <a:off x="1248936" y="4928839"/>
            <a:ext cx="720581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github.com</a:t>
            </a:r>
            <a:r>
              <a:rPr lang="en-US" dirty="0">
                <a:solidFill>
                  <a:schemeClr val="accent2"/>
                </a:solidFill>
              </a:rPr>
              <a:t>/automateyournetwork/CiscoLive2026_VibeOpsLounge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09BA482-4213-B0E8-A092-BDAAD412D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569" b="53251"/>
          <a:stretch>
            <a:fillRect/>
          </a:stretch>
        </p:blipFill>
        <p:spPr>
          <a:xfrm rot="16200000">
            <a:off x="6892326" y="1582559"/>
            <a:ext cx="6906466" cy="36928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2D6303E-4733-1FA9-04C8-0BF9A427C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030" y="1549505"/>
            <a:ext cx="2882069" cy="323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3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Itential">
  <a:themeElements>
    <a:clrScheme name="Custom 13">
      <a:dk1>
        <a:srgbClr val="00001E"/>
      </a:dk1>
      <a:lt1>
        <a:srgbClr val="FFFFFF"/>
      </a:lt1>
      <a:dk2>
        <a:srgbClr val="070C31"/>
      </a:dk2>
      <a:lt2>
        <a:srgbClr val="F2F6F6"/>
      </a:lt2>
      <a:accent1>
        <a:srgbClr val="0099FF"/>
      </a:accent1>
      <a:accent2>
        <a:srgbClr val="FF0095"/>
      </a:accent2>
      <a:accent3>
        <a:srgbClr val="AD0AFD"/>
      </a:accent3>
      <a:accent4>
        <a:srgbClr val="CCFF00"/>
      </a:accent4>
      <a:accent5>
        <a:srgbClr val="00F3DB"/>
      </a:accent5>
      <a:accent6>
        <a:srgbClr val="F36B20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Itential 2025">
      <a:dk1>
        <a:srgbClr val="00001E"/>
      </a:dk1>
      <a:lt1>
        <a:srgbClr val="FFFFFF"/>
      </a:lt1>
      <a:dk2>
        <a:srgbClr val="00001E"/>
      </a:dk2>
      <a:lt2>
        <a:srgbClr val="FFFFFF"/>
      </a:lt2>
      <a:accent1>
        <a:srgbClr val="0099FF"/>
      </a:accent1>
      <a:accent2>
        <a:srgbClr val="FF0095"/>
      </a:accent2>
      <a:accent3>
        <a:srgbClr val="00001E"/>
      </a:accent3>
      <a:accent4>
        <a:srgbClr val="E8EDF2"/>
      </a:accent4>
      <a:accent5>
        <a:srgbClr val="0099FF"/>
      </a:accent5>
      <a:accent6>
        <a:srgbClr val="F0F4F8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8015</TotalTime>
  <Words>378</Words>
  <Application>Microsoft Office PowerPoint</Application>
  <PresentationFormat>Widescreen</PresentationFormat>
  <Paragraphs>65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1_Itential</vt:lpstr>
      <vt:lpstr>How To USE;  How To Build</vt:lpstr>
      <vt:lpstr>The impact of protocols</vt:lpstr>
      <vt:lpstr>What is Model Context Protocol</vt:lpstr>
      <vt:lpstr>PowerPoint Presentation</vt:lpstr>
      <vt:lpstr>Client / Server: Server</vt:lpstr>
      <vt:lpstr>Client / Server: Clients</vt:lpstr>
      <vt:lpstr>PowerPoint Presentation</vt:lpstr>
      <vt:lpstr>Questions?</vt:lpstr>
      <vt:lpstr>Using MCP</vt:lpstr>
      <vt:lpstr>Building MCP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Megan Burgwald</cp:lastModifiedBy>
  <cp:revision>73</cp:revision>
  <dcterms:modified xsi:type="dcterms:W3CDTF">2026-05-27T16:40:28Z</dcterms:modified>
</cp:coreProperties>
</file>