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2.xml" ContentType="application/vnd.openxmlformats-officedocument.theme+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0" r:id="rId1"/>
    <p:sldMasterId id="2147483828" r:id="rId2"/>
    <p:sldMasterId id="2147483914" r:id="rId3"/>
  </p:sldMasterIdLst>
  <p:notesMasterIdLst>
    <p:notesMasterId r:id="rId60"/>
  </p:notesMasterIdLst>
  <p:sldIdLst>
    <p:sldId id="256" r:id="rId4"/>
    <p:sldId id="275"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2147473429" r:id="rId20"/>
    <p:sldId id="363" r:id="rId21"/>
    <p:sldId id="364" r:id="rId22"/>
    <p:sldId id="365" r:id="rId23"/>
    <p:sldId id="2147473430" r:id="rId24"/>
    <p:sldId id="367" r:id="rId25"/>
    <p:sldId id="368" r:id="rId26"/>
    <p:sldId id="369" r:id="rId27"/>
    <p:sldId id="2147473431" r:id="rId28"/>
    <p:sldId id="371" r:id="rId29"/>
    <p:sldId id="372" r:id="rId30"/>
    <p:sldId id="373" r:id="rId31"/>
    <p:sldId id="374" r:id="rId32"/>
    <p:sldId id="375" r:id="rId33"/>
    <p:sldId id="376" r:id="rId34"/>
    <p:sldId id="377" r:id="rId35"/>
    <p:sldId id="378" r:id="rId36"/>
    <p:sldId id="2147473432" r:id="rId37"/>
    <p:sldId id="380" r:id="rId38"/>
    <p:sldId id="381" r:id="rId39"/>
    <p:sldId id="2147473433" r:id="rId40"/>
    <p:sldId id="383" r:id="rId41"/>
    <p:sldId id="384" r:id="rId42"/>
    <p:sldId id="385" r:id="rId43"/>
    <p:sldId id="2147473434" r:id="rId44"/>
    <p:sldId id="408" r:id="rId45"/>
    <p:sldId id="2147473435" r:id="rId46"/>
    <p:sldId id="387" r:id="rId47"/>
    <p:sldId id="2147473436" r:id="rId48"/>
    <p:sldId id="389" r:id="rId49"/>
    <p:sldId id="390" r:id="rId50"/>
    <p:sldId id="391" r:id="rId51"/>
    <p:sldId id="392" r:id="rId52"/>
    <p:sldId id="393" r:id="rId53"/>
    <p:sldId id="2147473437" r:id="rId54"/>
    <p:sldId id="395" r:id="rId55"/>
    <p:sldId id="396" r:id="rId56"/>
    <p:sldId id="398" r:id="rId57"/>
    <p:sldId id="397" r:id="rId58"/>
    <p:sldId id="399" r:id="rId59"/>
  </p:sldIdLst>
  <p:sldSz cx="12192000" cy="6858000"/>
  <p:notesSz cx="6858000" cy="9144000"/>
  <p:embeddedFontLst>
    <p:embeddedFont>
      <p:font typeface="Bebas Neue" panose="020B0606020202050201" pitchFamily="34" charset="0"/>
      <p:regular r:id="rId61"/>
    </p:embeddedFont>
    <p:embeddedFont>
      <p:font typeface="DM Sans 14pt"/>
      <p:regular r:id="rId62"/>
      <p:bold r:id="rId63"/>
      <p:italic r:id="rId64"/>
      <p:boldItalic r:id="rId65"/>
    </p:embeddedFont>
    <p:embeddedFont>
      <p:font typeface="DM Sans 14pt SemiBold"/>
      <p:regular r:id="rId66"/>
      <p:bold r:id="rId67"/>
      <p:italic r:id="rId68"/>
      <p:boldItalic r:id="rId69"/>
    </p:embeddedFont>
    <p:embeddedFont>
      <p:font typeface="Inconsolata" pitchFamily="1" charset="0"/>
      <p:regular r:id="rId70"/>
      <p:bold r:id="rId71"/>
    </p:embeddedFont>
    <p:embeddedFont>
      <p:font typeface="Inter" panose="020B0604020202020204" charset="0"/>
      <p:regular r:id="rId72"/>
      <p:bold r:id="rId73"/>
      <p:italic r:id="rId74"/>
      <p:boldItalic r:id="rId75"/>
    </p:embeddedFont>
    <p:embeddedFont>
      <p:font typeface="JetBrains Mono" panose="020B0604020202020204" charset="0"/>
      <p:regular r:id="rId76"/>
      <p:bold r:id="rId77"/>
      <p:italic r:id="rId78"/>
      <p:boldItalic r:id="rId79"/>
    </p:embeddedFont>
    <p:embeddedFont>
      <p:font typeface="Open Sans" panose="020B0606030504020204" pitchFamily="34" charset="0"/>
      <p:regular r:id="rId80"/>
      <p:bold r:id="rId81"/>
      <p:italic r:id="rId82"/>
      <p:boldItalic r:id="rId83"/>
    </p:embeddedFont>
    <p:embeddedFont>
      <p:font typeface="Open Sans Light" panose="020B0306030504020204" pitchFamily="34" charset="0"/>
      <p:regular r:id="rId84"/>
      <p:italic r:id="rId85"/>
    </p:embeddedFont>
    <p:embeddedFont>
      <p:font typeface="Space Mono" panose="020B060402020202020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DE3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4EA71-E570-4B8D-B840-BA143D4BFB14}" v="1" dt="2026-05-26T16:31:14.355"/>
  </p1510:revLst>
</p1510:revInfo>
</file>

<file path=ppt/tableStyles.xml><?xml version="1.0" encoding="utf-8"?>
<a:tblStyleLst xmlns:a="http://schemas.openxmlformats.org/drawingml/2006/main" def="{C21EC180-500D-4391-9AB7-3260FDF59E6C}">
  <a:tblStyle styleId="{C21EC180-500D-4391-9AB7-3260FDF59E6C}"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65"/>
    <p:restoredTop sz="94689"/>
  </p:normalViewPr>
  <p:slideViewPr>
    <p:cSldViewPr snapToGrid="0">
      <p:cViewPr varScale="1">
        <p:scale>
          <a:sx n="153" d="100"/>
          <a:sy n="153" d="100"/>
        </p:scale>
        <p:origin x="17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3.fntdata"/><Relationship Id="rId68" Type="http://schemas.openxmlformats.org/officeDocument/2006/relationships/font" Target="fonts/font8.fntdata"/><Relationship Id="rId84" Type="http://schemas.openxmlformats.org/officeDocument/2006/relationships/font" Target="fonts/font24.fntdata"/><Relationship Id="rId89" Type="http://schemas.openxmlformats.org/officeDocument/2006/relationships/font" Target="fonts/font29.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14.fntdata"/><Relationship Id="rId79" Type="http://schemas.openxmlformats.org/officeDocument/2006/relationships/font" Target="fonts/font19.fntdata"/><Relationship Id="rId5" Type="http://schemas.openxmlformats.org/officeDocument/2006/relationships/slide" Target="slides/slide2.xml"/><Relationship Id="rId90" Type="http://schemas.openxmlformats.org/officeDocument/2006/relationships/presProps" Target="pres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2.fntdata"/><Relationship Id="rId80" Type="http://schemas.openxmlformats.org/officeDocument/2006/relationships/font" Target="fonts/font20.fntdata"/><Relationship Id="rId85" Type="http://schemas.openxmlformats.org/officeDocument/2006/relationships/font" Target="fonts/font25.fntdata"/><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font" Target="fonts/font7.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83" Type="http://schemas.openxmlformats.org/officeDocument/2006/relationships/font" Target="fonts/font23.fntdata"/><Relationship Id="rId88" Type="http://schemas.openxmlformats.org/officeDocument/2006/relationships/font" Target="fonts/font28.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font" Target="fonts/font18.fntdata"/><Relationship Id="rId81" Type="http://schemas.openxmlformats.org/officeDocument/2006/relationships/font" Target="fonts/font21.fntdata"/><Relationship Id="rId86" Type="http://schemas.openxmlformats.org/officeDocument/2006/relationships/font" Target="fonts/font26.fntdata"/><Relationship Id="rId94"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16.fntdata"/><Relationship Id="rId7" Type="http://schemas.openxmlformats.org/officeDocument/2006/relationships/slide" Target="slides/slide4.xml"/><Relationship Id="rId71" Type="http://schemas.openxmlformats.org/officeDocument/2006/relationships/font" Target="fonts/font11.fntdata"/><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6.fntdata"/><Relationship Id="rId87" Type="http://schemas.openxmlformats.org/officeDocument/2006/relationships/font" Target="fonts/font27.fntdata"/><Relationship Id="rId61" Type="http://schemas.openxmlformats.org/officeDocument/2006/relationships/font" Target="fonts/font1.fntdata"/><Relationship Id="rId82" Type="http://schemas.openxmlformats.org/officeDocument/2006/relationships/font" Target="fonts/font22.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10331470e32_0_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10331470e32_0_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b27001054c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2b27001054c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6100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2121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528571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1.sv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svg"/></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1_TitleSlide_Blue" preserve="1">
  <p:cSld name="01_TitleSlide_Navy">
    <p:bg>
      <p:bgPr>
        <a:solidFill>
          <a:schemeClr val="tx1"/>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subTitle" idx="1"/>
          </p:nvPr>
        </p:nvSpPr>
        <p:spPr>
          <a:xfrm>
            <a:off x="638500" y="1160233"/>
            <a:ext cx="4542400" cy="28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FFFFFF"/>
              </a:buClr>
              <a:buSzPts val="1300"/>
              <a:buFont typeface="JetBrains Mono"/>
              <a:buNone/>
              <a:defRPr sz="1733">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2pPr>
            <a:lvl3pPr lvl="2"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3pPr>
            <a:lvl4pPr lvl="3"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4pPr>
            <a:lvl5pPr lvl="4"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5pPr>
            <a:lvl6pPr lvl="5"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6pPr>
            <a:lvl7pPr lvl="6"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7pPr>
            <a:lvl8pPr lvl="7"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8pPr>
            <a:lvl9pPr lvl="8"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9pPr>
          </a:lstStyle>
          <a:p>
            <a:endParaRPr/>
          </a:p>
        </p:txBody>
      </p:sp>
      <p:sp>
        <p:nvSpPr>
          <p:cNvPr id="8" name="Google Shape;8;p2"/>
          <p:cNvSpPr txBox="1">
            <a:spLocks noGrp="1"/>
          </p:cNvSpPr>
          <p:nvPr>
            <p:ph type="title"/>
          </p:nvPr>
        </p:nvSpPr>
        <p:spPr>
          <a:xfrm>
            <a:off x="638500" y="1803333"/>
            <a:ext cx="7152000" cy="29720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5400"/>
              <a:buFont typeface="Inter"/>
              <a:buNone/>
              <a:defRPr sz="72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pic>
        <p:nvPicPr>
          <p:cNvPr id="3" name="Graphic 2">
            <a:extLst>
              <a:ext uri="{FF2B5EF4-FFF2-40B4-BE49-F238E27FC236}">
                <a16:creationId xmlns:a16="http://schemas.microsoft.com/office/drawing/2014/main" id="{558AA2F5-FD4F-95AE-6AC7-A881A1E355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8501" y="5697767"/>
            <a:ext cx="1841009" cy="549987"/>
          </a:xfrm>
          <a:prstGeom prst="rect">
            <a:avLst/>
          </a:prstGeom>
        </p:spPr>
      </p:pic>
    </p:spTree>
    <p:extLst>
      <p:ext uri="{BB962C8B-B14F-4D97-AF65-F5344CB8AC3E}">
        <p14:creationId xmlns:p14="http://schemas.microsoft.com/office/powerpoint/2010/main" val="261486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1_TitleSlide_Black 1" preserve="1">
  <p:cSld name="01_TitleSlide_Navy-Grid">
    <p:bg>
      <p:bgPr>
        <a:solidFill>
          <a:schemeClr val="dk1"/>
        </a:solidFill>
        <a:effectLst/>
      </p:bgPr>
    </p:bg>
    <p:spTree>
      <p:nvGrpSpPr>
        <p:cNvPr id="1" name="Shape 19"/>
        <p:cNvGrpSpPr/>
        <p:nvPr/>
      </p:nvGrpSpPr>
      <p:grpSpPr>
        <a:xfrm>
          <a:off x="0" y="0"/>
          <a:ext cx="0" cy="0"/>
          <a:chOff x="0" y="0"/>
          <a:chExt cx="0" cy="0"/>
        </a:xfrm>
      </p:grpSpPr>
      <p:sp>
        <p:nvSpPr>
          <p:cNvPr id="21" name="Google Shape;21;p5"/>
          <p:cNvSpPr txBox="1">
            <a:spLocks noGrp="1"/>
          </p:cNvSpPr>
          <p:nvPr>
            <p:ph type="subTitle" idx="1"/>
          </p:nvPr>
        </p:nvSpPr>
        <p:spPr>
          <a:xfrm>
            <a:off x="638500" y="845600"/>
            <a:ext cx="4568800" cy="32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2pPr>
            <a:lvl3pPr lvl="2"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3pPr>
            <a:lvl4pPr lvl="3"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4pPr>
            <a:lvl5pPr lvl="4"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5pPr>
            <a:lvl6pPr lvl="5"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6pPr>
            <a:lvl7pPr lvl="6"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7pPr>
            <a:lvl8pPr lvl="7"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8pPr>
            <a:lvl9pPr lvl="8"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9pPr>
          </a:lstStyle>
          <a:p>
            <a:endParaRPr/>
          </a:p>
        </p:txBody>
      </p:sp>
      <p:sp>
        <p:nvSpPr>
          <p:cNvPr id="22" name="Google Shape;22;p5"/>
          <p:cNvSpPr txBox="1">
            <a:spLocks noGrp="1"/>
          </p:cNvSpPr>
          <p:nvPr>
            <p:ph type="title"/>
          </p:nvPr>
        </p:nvSpPr>
        <p:spPr>
          <a:xfrm>
            <a:off x="638500" y="1312133"/>
            <a:ext cx="10801600" cy="203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5000"/>
              <a:buFont typeface="Inter"/>
              <a:buNone/>
              <a:defRPr sz="6667"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2pPr>
            <a:lvl3pPr lvl="2"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3pPr>
            <a:lvl4pPr lvl="3"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4pPr>
            <a:lvl5pPr lvl="4"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5pPr>
            <a:lvl6pPr lvl="5"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6pPr>
            <a:lvl7pPr lvl="6"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7pPr>
            <a:lvl8pPr lvl="7"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8pPr>
            <a:lvl9pPr lvl="8"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9pPr>
          </a:lstStyle>
          <a:p>
            <a:endParaRPr/>
          </a:p>
        </p:txBody>
      </p:sp>
      <p:pic>
        <p:nvPicPr>
          <p:cNvPr id="2" name="Graphic 1">
            <a:extLst>
              <a:ext uri="{FF2B5EF4-FFF2-40B4-BE49-F238E27FC236}">
                <a16:creationId xmlns:a16="http://schemas.microsoft.com/office/drawing/2014/main" id="{636CD7C8-327E-5F0A-F7F0-227A7769A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8501" y="4160016"/>
            <a:ext cx="1841009" cy="549987"/>
          </a:xfrm>
          <a:prstGeom prst="rect">
            <a:avLst/>
          </a:prstGeom>
        </p:spPr>
      </p:pic>
      <p:pic>
        <p:nvPicPr>
          <p:cNvPr id="6" name="Picture 5" descr="A black grid with blue and pink squares&#10;&#10;AI-generated content may be incorrect.">
            <a:extLst>
              <a:ext uri="{FF2B5EF4-FFF2-40B4-BE49-F238E27FC236}">
                <a16:creationId xmlns:a16="http://schemas.microsoft.com/office/drawing/2014/main" id="{2E0592F6-6538-A264-2200-99E1F1B59053}"/>
              </a:ext>
            </a:extLst>
          </p:cNvPr>
          <p:cNvPicPr>
            <a:picLocks noChangeAspect="1"/>
          </p:cNvPicPr>
          <p:nvPr userDrawn="1"/>
        </p:nvPicPr>
        <p:blipFill>
          <a:blip r:embed="rId3"/>
          <a:srcRect l="4117" r="5354" b="84382"/>
          <a:stretch>
            <a:fillRect/>
          </a:stretch>
        </p:blipFill>
        <p:spPr>
          <a:xfrm>
            <a:off x="1" y="5116182"/>
            <a:ext cx="12192000" cy="1792436"/>
          </a:xfrm>
          <a:prstGeom prst="rect">
            <a:avLst/>
          </a:prstGeom>
        </p:spPr>
      </p:pic>
    </p:spTree>
    <p:extLst>
      <p:ext uri="{BB962C8B-B14F-4D97-AF65-F5344CB8AC3E}">
        <p14:creationId xmlns:p14="http://schemas.microsoft.com/office/powerpoint/2010/main" val="293462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1_TitleSlide_Blue2" preserve="1">
  <p:cSld name="01_TitleSlide_Navy Grid Pink">
    <p:bg>
      <p:bgPr>
        <a:solidFill>
          <a:schemeClr val="tx1"/>
        </a:solidFill>
        <a:effectLst/>
      </p:bgPr>
    </p:bg>
    <p:spTree>
      <p:nvGrpSpPr>
        <p:cNvPr id="1" name="Shape 24"/>
        <p:cNvGrpSpPr/>
        <p:nvPr/>
      </p:nvGrpSpPr>
      <p:grpSpPr>
        <a:xfrm>
          <a:off x="0" y="0"/>
          <a:ext cx="0" cy="0"/>
          <a:chOff x="0" y="0"/>
          <a:chExt cx="0" cy="0"/>
        </a:xfrm>
      </p:grpSpPr>
      <p:sp>
        <p:nvSpPr>
          <p:cNvPr id="26" name="Google Shape;26;p6"/>
          <p:cNvSpPr txBox="1">
            <a:spLocks noGrp="1"/>
          </p:cNvSpPr>
          <p:nvPr>
            <p:ph type="title"/>
          </p:nvPr>
        </p:nvSpPr>
        <p:spPr>
          <a:xfrm>
            <a:off x="602237" y="1638367"/>
            <a:ext cx="7152000" cy="22532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4500"/>
              <a:buFont typeface="Inter"/>
              <a:buNone/>
              <a:defRPr sz="6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27" name="Google Shape;27;p6"/>
          <p:cNvSpPr txBox="1">
            <a:spLocks noGrp="1"/>
          </p:cNvSpPr>
          <p:nvPr>
            <p:ph type="body" idx="1"/>
          </p:nvPr>
        </p:nvSpPr>
        <p:spPr>
          <a:xfrm>
            <a:off x="558636" y="3891704"/>
            <a:ext cx="7142800" cy="16364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lt1"/>
              </a:buClr>
              <a:buSzPct val="110000"/>
              <a:buFont typeface="Arial" panose="020B0604020202020204" pitchFamily="34" charset="0"/>
              <a:buNone/>
              <a:defRPr sz="2400">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2pPr>
            <a:lvl3pPr marL="1828754" lvl="2"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3pPr>
            <a:lvl4pPr marL="2438339" lvl="3"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4pPr>
            <a:lvl5pPr marL="3047924" lvl="4"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5pPr>
            <a:lvl6pPr marL="3657509" lvl="5"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6pPr>
            <a:lvl7pPr marL="4267093" lvl="6"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7pPr>
            <a:lvl8pPr marL="4876678" lvl="7"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8pPr>
            <a:lvl9pPr marL="5486263" lvl="8"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9pPr>
          </a:lstStyle>
          <a:p>
            <a:endParaRPr/>
          </a:p>
        </p:txBody>
      </p:sp>
      <p:pic>
        <p:nvPicPr>
          <p:cNvPr id="2" name="Graphic 1">
            <a:extLst>
              <a:ext uri="{FF2B5EF4-FFF2-40B4-BE49-F238E27FC236}">
                <a16:creationId xmlns:a16="http://schemas.microsoft.com/office/drawing/2014/main" id="{2C28AC13-3577-7555-582A-47728E9E2E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2238" y="670092"/>
            <a:ext cx="1891956" cy="565207"/>
          </a:xfrm>
          <a:prstGeom prst="rect">
            <a:avLst/>
          </a:prstGeom>
        </p:spPr>
      </p:pic>
    </p:spTree>
    <p:extLst>
      <p:ext uri="{BB962C8B-B14F-4D97-AF65-F5344CB8AC3E}">
        <p14:creationId xmlns:p14="http://schemas.microsoft.com/office/powerpoint/2010/main" val="3185858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1_TitleSlide_Black2" preserve="1" userDrawn="1">
  <p:cSld name="01_TitleSlide_Navy-BottomGrid">
    <p:bg>
      <p:bgPr>
        <a:solidFill>
          <a:schemeClr val="dk1"/>
        </a:solidFill>
        <a:effectLst/>
      </p:bgPr>
    </p:bg>
    <p:spTree>
      <p:nvGrpSpPr>
        <p:cNvPr id="1" name="Shape 29"/>
        <p:cNvGrpSpPr/>
        <p:nvPr/>
      </p:nvGrpSpPr>
      <p:grpSpPr>
        <a:xfrm>
          <a:off x="0" y="0"/>
          <a:ext cx="0" cy="0"/>
          <a:chOff x="0" y="0"/>
          <a:chExt cx="0" cy="0"/>
        </a:xfrm>
      </p:grpSpPr>
      <p:sp>
        <p:nvSpPr>
          <p:cNvPr id="31" name="Google Shape;31;p7"/>
          <p:cNvSpPr txBox="1">
            <a:spLocks noGrp="1"/>
          </p:cNvSpPr>
          <p:nvPr>
            <p:ph type="title"/>
          </p:nvPr>
        </p:nvSpPr>
        <p:spPr>
          <a:xfrm>
            <a:off x="602237" y="1638367"/>
            <a:ext cx="7152000" cy="22532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4500"/>
              <a:buFont typeface="Inter"/>
              <a:buNone/>
              <a:defRPr sz="6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2" name="Google Shape;27;p6">
            <a:extLst>
              <a:ext uri="{FF2B5EF4-FFF2-40B4-BE49-F238E27FC236}">
                <a16:creationId xmlns:a16="http://schemas.microsoft.com/office/drawing/2014/main" id="{9234CE04-3F00-9581-BBED-882ADF136F4D}"/>
              </a:ext>
            </a:extLst>
          </p:cNvPr>
          <p:cNvSpPr txBox="1">
            <a:spLocks noGrp="1"/>
          </p:cNvSpPr>
          <p:nvPr>
            <p:ph type="body" idx="1"/>
          </p:nvPr>
        </p:nvSpPr>
        <p:spPr>
          <a:xfrm>
            <a:off x="558636" y="3891704"/>
            <a:ext cx="7142800" cy="16364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lt1"/>
              </a:buClr>
              <a:buSzPct val="110000"/>
              <a:buFont typeface="Arial" panose="020B0604020202020204" pitchFamily="34" charset="0"/>
              <a:buNone/>
              <a:defRPr sz="2400">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2pPr>
            <a:lvl3pPr marL="1828754" lvl="2"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3pPr>
            <a:lvl4pPr marL="2438339" lvl="3"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4pPr>
            <a:lvl5pPr marL="3047924" lvl="4"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5pPr>
            <a:lvl6pPr marL="3657509" lvl="5"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6pPr>
            <a:lvl7pPr marL="4267093" lvl="6"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7pPr>
            <a:lvl8pPr marL="4876678" lvl="7"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8pPr>
            <a:lvl9pPr marL="5486263" lvl="8"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9pPr>
          </a:lstStyle>
          <a:p>
            <a:endParaRPr/>
          </a:p>
        </p:txBody>
      </p:sp>
      <p:pic>
        <p:nvPicPr>
          <p:cNvPr id="4" name="Picture 3" descr="A black grid with blue and pink squares&#10;&#10;AI-generated content may be incorrect.">
            <a:extLst>
              <a:ext uri="{FF2B5EF4-FFF2-40B4-BE49-F238E27FC236}">
                <a16:creationId xmlns:a16="http://schemas.microsoft.com/office/drawing/2014/main" id="{148E2C95-8F92-25CF-FC6D-2520B3C576D9}"/>
              </a:ext>
            </a:extLst>
          </p:cNvPr>
          <p:cNvPicPr>
            <a:picLocks noChangeAspect="1"/>
          </p:cNvPicPr>
          <p:nvPr userDrawn="1"/>
        </p:nvPicPr>
        <p:blipFill>
          <a:blip r:embed="rId2"/>
          <a:srcRect l="4117" r="5354" b="84382"/>
          <a:stretch>
            <a:fillRect/>
          </a:stretch>
        </p:blipFill>
        <p:spPr>
          <a:xfrm>
            <a:off x="1" y="5116182"/>
            <a:ext cx="12192000" cy="1792436"/>
          </a:xfrm>
          <a:prstGeom prst="rect">
            <a:avLst/>
          </a:prstGeom>
        </p:spPr>
      </p:pic>
      <p:pic>
        <p:nvPicPr>
          <p:cNvPr id="5" name="Graphic 4">
            <a:extLst>
              <a:ext uri="{FF2B5EF4-FFF2-40B4-BE49-F238E27FC236}">
                <a16:creationId xmlns:a16="http://schemas.microsoft.com/office/drawing/2014/main" id="{9E235D16-DA19-F83B-7FDF-DD7F21151A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2238" y="670092"/>
            <a:ext cx="1891956" cy="565207"/>
          </a:xfrm>
          <a:prstGeom prst="rect">
            <a:avLst/>
          </a:prstGeom>
        </p:spPr>
      </p:pic>
    </p:spTree>
    <p:extLst>
      <p:ext uri="{BB962C8B-B14F-4D97-AF65-F5344CB8AC3E}">
        <p14:creationId xmlns:p14="http://schemas.microsoft.com/office/powerpoint/2010/main" val="127472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5_SpeakerSlide_Blue" preserve="1">
  <p:cSld name="05_SpeakerSlide01">
    <p:bg>
      <p:bgPr>
        <a:solidFill>
          <a:schemeClr val="tx1"/>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38867" y="963500"/>
            <a:ext cx="5770400" cy="19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36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36" name="Google Shape;36;p8"/>
          <p:cNvSpPr txBox="1">
            <a:spLocks noGrp="1"/>
          </p:cNvSpPr>
          <p:nvPr>
            <p:ph type="subTitle" idx="1"/>
          </p:nvPr>
        </p:nvSpPr>
        <p:spPr>
          <a:xfrm>
            <a:off x="438871" y="457200"/>
            <a:ext cx="5152400" cy="4668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a:spcBef>
                <a:spcPts val="0"/>
              </a:spcBef>
              <a:spcAft>
                <a:spcPts val="0"/>
              </a:spcAft>
              <a:buClr>
                <a:srgbClr val="0099FF"/>
              </a:buClr>
              <a:buSzPts val="1300"/>
              <a:buNone/>
              <a:defRPr sz="1733">
                <a:solidFill>
                  <a:srgbClr val="0099FF"/>
                </a:solidFill>
              </a:defRPr>
            </a:lvl2pPr>
            <a:lvl3pPr lvl="2">
              <a:spcBef>
                <a:spcPts val="0"/>
              </a:spcBef>
              <a:spcAft>
                <a:spcPts val="0"/>
              </a:spcAft>
              <a:buClr>
                <a:srgbClr val="0099FF"/>
              </a:buClr>
              <a:buSzPts val="1300"/>
              <a:buNone/>
              <a:defRPr sz="1733">
                <a:solidFill>
                  <a:srgbClr val="0099FF"/>
                </a:solidFill>
              </a:defRPr>
            </a:lvl3pPr>
            <a:lvl4pPr lvl="3">
              <a:spcBef>
                <a:spcPts val="0"/>
              </a:spcBef>
              <a:spcAft>
                <a:spcPts val="0"/>
              </a:spcAft>
              <a:buClr>
                <a:srgbClr val="0099FF"/>
              </a:buClr>
              <a:buSzPts val="1300"/>
              <a:buNone/>
              <a:defRPr sz="1733">
                <a:solidFill>
                  <a:srgbClr val="0099FF"/>
                </a:solidFill>
              </a:defRPr>
            </a:lvl4pPr>
            <a:lvl5pPr lvl="4">
              <a:spcBef>
                <a:spcPts val="0"/>
              </a:spcBef>
              <a:spcAft>
                <a:spcPts val="0"/>
              </a:spcAft>
              <a:buClr>
                <a:srgbClr val="0099FF"/>
              </a:buClr>
              <a:buSzPts val="1300"/>
              <a:buNone/>
              <a:defRPr sz="1733">
                <a:solidFill>
                  <a:srgbClr val="0099FF"/>
                </a:solidFill>
              </a:defRPr>
            </a:lvl5pPr>
            <a:lvl6pPr lvl="5">
              <a:spcBef>
                <a:spcPts val="0"/>
              </a:spcBef>
              <a:spcAft>
                <a:spcPts val="0"/>
              </a:spcAft>
              <a:buClr>
                <a:srgbClr val="0099FF"/>
              </a:buClr>
              <a:buSzPts val="1300"/>
              <a:buNone/>
              <a:defRPr sz="1733">
                <a:solidFill>
                  <a:srgbClr val="0099FF"/>
                </a:solidFill>
              </a:defRPr>
            </a:lvl6pPr>
            <a:lvl7pPr lvl="6">
              <a:spcBef>
                <a:spcPts val="0"/>
              </a:spcBef>
              <a:spcAft>
                <a:spcPts val="0"/>
              </a:spcAft>
              <a:buClr>
                <a:srgbClr val="0099FF"/>
              </a:buClr>
              <a:buSzPts val="1300"/>
              <a:buNone/>
              <a:defRPr sz="1733">
                <a:solidFill>
                  <a:srgbClr val="0099FF"/>
                </a:solidFill>
              </a:defRPr>
            </a:lvl7pPr>
            <a:lvl8pPr lvl="7">
              <a:spcBef>
                <a:spcPts val="0"/>
              </a:spcBef>
              <a:spcAft>
                <a:spcPts val="0"/>
              </a:spcAft>
              <a:buClr>
                <a:srgbClr val="0099FF"/>
              </a:buClr>
              <a:buSzPts val="1300"/>
              <a:buNone/>
              <a:defRPr sz="1733">
                <a:solidFill>
                  <a:srgbClr val="0099FF"/>
                </a:solidFill>
              </a:defRPr>
            </a:lvl8pPr>
            <a:lvl9pPr lvl="8">
              <a:spcBef>
                <a:spcPts val="0"/>
              </a:spcBef>
              <a:spcAft>
                <a:spcPts val="0"/>
              </a:spcAft>
              <a:buClr>
                <a:srgbClr val="0099FF"/>
              </a:buClr>
              <a:buSzPts val="1300"/>
              <a:buNone/>
              <a:defRPr sz="1733">
                <a:solidFill>
                  <a:srgbClr val="0099FF"/>
                </a:solidFill>
              </a:defRPr>
            </a:lvl9pPr>
          </a:lstStyle>
          <a:p>
            <a:endParaRPr/>
          </a:p>
        </p:txBody>
      </p:sp>
      <p:sp>
        <p:nvSpPr>
          <p:cNvPr id="38" name="Google Shape;38;p8"/>
          <p:cNvSpPr txBox="1">
            <a:spLocks noGrp="1"/>
          </p:cNvSpPr>
          <p:nvPr>
            <p:ph type="subTitle" idx="2"/>
          </p:nvPr>
        </p:nvSpPr>
        <p:spPr>
          <a:xfrm>
            <a:off x="8094433" y="2431933"/>
            <a:ext cx="2656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39" name="Google Shape;39;p8"/>
          <p:cNvSpPr txBox="1">
            <a:spLocks noGrp="1"/>
          </p:cNvSpPr>
          <p:nvPr>
            <p:ph type="subTitle" idx="3"/>
          </p:nvPr>
        </p:nvSpPr>
        <p:spPr>
          <a:xfrm>
            <a:off x="8094445" y="27971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40" name="Google Shape;40;p8"/>
          <p:cNvSpPr>
            <a:spLocks noGrp="1"/>
          </p:cNvSpPr>
          <p:nvPr>
            <p:ph type="pic" idx="4"/>
          </p:nvPr>
        </p:nvSpPr>
        <p:spPr>
          <a:xfrm>
            <a:off x="8094437" y="963487"/>
            <a:ext cx="1168000" cy="1168000"/>
          </a:xfrm>
          <a:prstGeom prst="roundRect">
            <a:avLst>
              <a:gd name="adj" fmla="val 6361"/>
            </a:avLst>
          </a:prstGeom>
          <a:noFill/>
          <a:ln>
            <a:noFill/>
          </a:ln>
        </p:spPr>
        <p:txBody>
          <a:bodyPr/>
          <a:lstStyle/>
          <a:p>
            <a:endParaRPr lang="en-US"/>
          </a:p>
        </p:txBody>
      </p:sp>
      <p:sp>
        <p:nvSpPr>
          <p:cNvPr id="41" name="Google Shape;41;p8"/>
          <p:cNvSpPr txBox="1">
            <a:spLocks noGrp="1"/>
          </p:cNvSpPr>
          <p:nvPr>
            <p:ph type="subTitle" idx="5"/>
          </p:nvPr>
        </p:nvSpPr>
        <p:spPr>
          <a:xfrm>
            <a:off x="8094433" y="5227033"/>
            <a:ext cx="2706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42" name="Google Shape;42;p8"/>
          <p:cNvSpPr txBox="1">
            <a:spLocks noGrp="1"/>
          </p:cNvSpPr>
          <p:nvPr>
            <p:ph type="subTitle" idx="6"/>
          </p:nvPr>
        </p:nvSpPr>
        <p:spPr>
          <a:xfrm>
            <a:off x="8094445" y="55922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43" name="Google Shape;43;p8"/>
          <p:cNvSpPr>
            <a:spLocks noGrp="1"/>
          </p:cNvSpPr>
          <p:nvPr>
            <p:ph type="pic" idx="7"/>
          </p:nvPr>
        </p:nvSpPr>
        <p:spPr>
          <a:xfrm>
            <a:off x="8094437" y="3758587"/>
            <a:ext cx="1168000" cy="1168000"/>
          </a:xfrm>
          <a:prstGeom prst="roundRect">
            <a:avLst>
              <a:gd name="adj" fmla="val 6361"/>
            </a:avLst>
          </a:prstGeom>
          <a:noFill/>
          <a:ln>
            <a:noFill/>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5" name="Footer Placeholder 3">
            <a:extLst>
              <a:ext uri="{FF2B5EF4-FFF2-40B4-BE49-F238E27FC236}">
                <a16:creationId xmlns:a16="http://schemas.microsoft.com/office/drawing/2014/main" id="{05B95795-7C29-F017-9AC2-8F4E8BBD2879}"/>
              </a:ext>
            </a:extLst>
          </p:cNvPr>
          <p:cNvSpPr txBox="1">
            <a:spLocks/>
          </p:cNvSpPr>
          <p:nvPr userDrawn="1"/>
        </p:nvSpPr>
        <p:spPr>
          <a:xfrm>
            <a:off x="9591164" y="6405790"/>
            <a:ext cx="2338433" cy="17280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186FABB7-CE29-173E-772F-E7CDAEB51B2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781632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1" preserve="1">
  <p:cSld name="SpeakerSlide02">
    <p:bg>
      <p:bgPr>
        <a:solidFill>
          <a:schemeClr val="tx1"/>
        </a:solidFill>
        <a:effectLst/>
      </p:bgPr>
    </p:bg>
    <p:spTree>
      <p:nvGrpSpPr>
        <p:cNvPr id="1" name="Shape 45"/>
        <p:cNvGrpSpPr/>
        <p:nvPr/>
      </p:nvGrpSpPr>
      <p:grpSpPr>
        <a:xfrm>
          <a:off x="0" y="0"/>
          <a:ext cx="0" cy="0"/>
          <a:chOff x="0" y="0"/>
          <a:chExt cx="0" cy="0"/>
        </a:xfrm>
      </p:grpSpPr>
      <p:sp>
        <p:nvSpPr>
          <p:cNvPr id="46" name="Google Shape;46;p9"/>
          <p:cNvSpPr>
            <a:spLocks noGrp="1"/>
          </p:cNvSpPr>
          <p:nvPr>
            <p:ph type="pic" idx="2"/>
          </p:nvPr>
        </p:nvSpPr>
        <p:spPr>
          <a:xfrm>
            <a:off x="77301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47" name="Google Shape;47;p9"/>
          <p:cNvSpPr>
            <a:spLocks noGrp="1"/>
          </p:cNvSpPr>
          <p:nvPr>
            <p:ph type="pic" idx="3"/>
          </p:nvPr>
        </p:nvSpPr>
        <p:spPr>
          <a:xfrm>
            <a:off x="41189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48" name="Google Shape;48;p9"/>
          <p:cNvSpPr txBox="1">
            <a:spLocks noGrp="1"/>
          </p:cNvSpPr>
          <p:nvPr>
            <p:ph type="title"/>
          </p:nvPr>
        </p:nvSpPr>
        <p:spPr>
          <a:xfrm>
            <a:off x="438871" y="963512"/>
            <a:ext cx="7152000" cy="19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36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2pPr>
            <a:lvl3pPr lvl="2"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3pPr>
            <a:lvl4pPr lvl="3"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4pPr>
            <a:lvl5pPr lvl="4"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5pPr>
            <a:lvl6pPr lvl="5"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6pPr>
            <a:lvl7pPr lvl="6"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7pPr>
            <a:lvl8pPr lvl="7"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8pPr>
            <a:lvl9pPr lvl="8"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9pPr>
          </a:lstStyle>
          <a:p>
            <a:endParaRPr/>
          </a:p>
        </p:txBody>
      </p:sp>
      <p:sp>
        <p:nvSpPr>
          <p:cNvPr id="49" name="Google Shape;49;p9"/>
          <p:cNvSpPr txBox="1">
            <a:spLocks noGrp="1"/>
          </p:cNvSpPr>
          <p:nvPr>
            <p:ph type="subTitle" idx="1"/>
          </p:nvPr>
        </p:nvSpPr>
        <p:spPr>
          <a:xfrm>
            <a:off x="438871" y="457200"/>
            <a:ext cx="5152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300"/>
              <a:buFont typeface="JetBrains Mono"/>
              <a:buNone/>
              <a:defRPr sz="1733"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None/>
              <a:defRPr sz="1733" b="1">
                <a:solidFill>
                  <a:srgbClr val="0099FF"/>
                </a:solidFill>
              </a:defRPr>
            </a:lvl2pPr>
            <a:lvl3pPr lvl="2" rtl="0">
              <a:spcBef>
                <a:spcPts val="0"/>
              </a:spcBef>
              <a:spcAft>
                <a:spcPts val="0"/>
              </a:spcAft>
              <a:buClr>
                <a:srgbClr val="0099FF"/>
              </a:buClr>
              <a:buSzPts val="1300"/>
              <a:buNone/>
              <a:defRPr sz="1733" b="1">
                <a:solidFill>
                  <a:srgbClr val="0099FF"/>
                </a:solidFill>
              </a:defRPr>
            </a:lvl3pPr>
            <a:lvl4pPr lvl="3" rtl="0">
              <a:spcBef>
                <a:spcPts val="0"/>
              </a:spcBef>
              <a:spcAft>
                <a:spcPts val="0"/>
              </a:spcAft>
              <a:buClr>
                <a:srgbClr val="0099FF"/>
              </a:buClr>
              <a:buSzPts val="1300"/>
              <a:buNone/>
              <a:defRPr sz="1733" b="1">
                <a:solidFill>
                  <a:srgbClr val="0099FF"/>
                </a:solidFill>
              </a:defRPr>
            </a:lvl4pPr>
            <a:lvl5pPr lvl="4" rtl="0">
              <a:spcBef>
                <a:spcPts val="0"/>
              </a:spcBef>
              <a:spcAft>
                <a:spcPts val="0"/>
              </a:spcAft>
              <a:buClr>
                <a:srgbClr val="0099FF"/>
              </a:buClr>
              <a:buSzPts val="1300"/>
              <a:buNone/>
              <a:defRPr sz="1733" b="1">
                <a:solidFill>
                  <a:srgbClr val="0099FF"/>
                </a:solidFill>
              </a:defRPr>
            </a:lvl5pPr>
            <a:lvl6pPr lvl="5" rtl="0">
              <a:spcBef>
                <a:spcPts val="0"/>
              </a:spcBef>
              <a:spcAft>
                <a:spcPts val="0"/>
              </a:spcAft>
              <a:buClr>
                <a:srgbClr val="0099FF"/>
              </a:buClr>
              <a:buSzPts val="1300"/>
              <a:buNone/>
              <a:defRPr sz="1733" b="1">
                <a:solidFill>
                  <a:srgbClr val="0099FF"/>
                </a:solidFill>
              </a:defRPr>
            </a:lvl6pPr>
            <a:lvl7pPr lvl="6" rtl="0">
              <a:spcBef>
                <a:spcPts val="0"/>
              </a:spcBef>
              <a:spcAft>
                <a:spcPts val="0"/>
              </a:spcAft>
              <a:buClr>
                <a:srgbClr val="0099FF"/>
              </a:buClr>
              <a:buSzPts val="1300"/>
              <a:buNone/>
              <a:defRPr sz="1733" b="1">
                <a:solidFill>
                  <a:srgbClr val="0099FF"/>
                </a:solidFill>
              </a:defRPr>
            </a:lvl7pPr>
            <a:lvl8pPr lvl="7" rtl="0">
              <a:spcBef>
                <a:spcPts val="0"/>
              </a:spcBef>
              <a:spcAft>
                <a:spcPts val="0"/>
              </a:spcAft>
              <a:buClr>
                <a:srgbClr val="0099FF"/>
              </a:buClr>
              <a:buSzPts val="1300"/>
              <a:buNone/>
              <a:defRPr sz="1733" b="1">
                <a:solidFill>
                  <a:srgbClr val="0099FF"/>
                </a:solidFill>
              </a:defRPr>
            </a:lvl8pPr>
            <a:lvl9pPr lvl="8" rtl="0">
              <a:spcBef>
                <a:spcPts val="0"/>
              </a:spcBef>
              <a:spcAft>
                <a:spcPts val="0"/>
              </a:spcAft>
              <a:buClr>
                <a:srgbClr val="0099FF"/>
              </a:buClr>
              <a:buSzPts val="1300"/>
              <a:buNone/>
              <a:defRPr sz="1733" b="1">
                <a:solidFill>
                  <a:srgbClr val="0099FF"/>
                </a:solidFill>
              </a:defRPr>
            </a:lvl9pPr>
          </a:lstStyle>
          <a:p>
            <a:endParaRPr/>
          </a:p>
        </p:txBody>
      </p:sp>
      <p:sp>
        <p:nvSpPr>
          <p:cNvPr id="50" name="Google Shape;50;p9"/>
          <p:cNvSpPr txBox="1">
            <a:spLocks noGrp="1"/>
          </p:cNvSpPr>
          <p:nvPr>
            <p:ph type="subTitle" idx="4"/>
          </p:nvPr>
        </p:nvSpPr>
        <p:spPr>
          <a:xfrm>
            <a:off x="5077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1" name="Google Shape;51;p9"/>
          <p:cNvSpPr txBox="1">
            <a:spLocks noGrp="1"/>
          </p:cNvSpPr>
          <p:nvPr>
            <p:ph type="subTitle" idx="5"/>
          </p:nvPr>
        </p:nvSpPr>
        <p:spPr>
          <a:xfrm>
            <a:off x="5077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52" name="Google Shape;52;p9"/>
          <p:cNvSpPr>
            <a:spLocks noGrp="1"/>
          </p:cNvSpPr>
          <p:nvPr>
            <p:ph type="pic" idx="6"/>
          </p:nvPr>
        </p:nvSpPr>
        <p:spPr>
          <a:xfrm>
            <a:off x="5077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53" name="Google Shape;53;p9"/>
          <p:cNvSpPr txBox="1">
            <a:spLocks noGrp="1"/>
          </p:cNvSpPr>
          <p:nvPr>
            <p:ph type="subTitle" idx="7"/>
          </p:nvPr>
        </p:nvSpPr>
        <p:spPr>
          <a:xfrm>
            <a:off x="41189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4" name="Google Shape;54;p9"/>
          <p:cNvSpPr txBox="1">
            <a:spLocks noGrp="1"/>
          </p:cNvSpPr>
          <p:nvPr>
            <p:ph type="subTitle" idx="8"/>
          </p:nvPr>
        </p:nvSpPr>
        <p:spPr>
          <a:xfrm>
            <a:off x="41189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55" name="Google Shape;55;p9"/>
          <p:cNvSpPr txBox="1">
            <a:spLocks noGrp="1"/>
          </p:cNvSpPr>
          <p:nvPr>
            <p:ph type="subTitle" idx="9"/>
          </p:nvPr>
        </p:nvSpPr>
        <p:spPr>
          <a:xfrm>
            <a:off x="77301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6" name="Google Shape;56;p9"/>
          <p:cNvSpPr txBox="1">
            <a:spLocks noGrp="1"/>
          </p:cNvSpPr>
          <p:nvPr>
            <p:ph type="subTitle" idx="13"/>
          </p:nvPr>
        </p:nvSpPr>
        <p:spPr>
          <a:xfrm>
            <a:off x="77301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F3A4A4E1-6468-5D96-0072-9FA802E7017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CEF75230-4955-CCC9-BE15-069A33AC63D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563764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5_SpeakerSlide_Gray" preserve="1">
  <p:cSld name="SpeakerSlide03">
    <p:bg>
      <p:bgPr>
        <a:solidFill>
          <a:schemeClr val="tx1"/>
        </a:solidFill>
        <a:effectLst/>
      </p:bgPr>
    </p:bg>
    <p:spTree>
      <p:nvGrpSpPr>
        <p:cNvPr id="1" name="Shape 59"/>
        <p:cNvGrpSpPr/>
        <p:nvPr/>
      </p:nvGrpSpPr>
      <p:grpSpPr>
        <a:xfrm>
          <a:off x="0" y="0"/>
          <a:ext cx="0" cy="0"/>
          <a:chOff x="0" y="0"/>
          <a:chExt cx="0" cy="0"/>
        </a:xfrm>
      </p:grpSpPr>
      <p:sp>
        <p:nvSpPr>
          <p:cNvPr id="60" name="Google Shape;60;p10"/>
          <p:cNvSpPr txBox="1">
            <a:spLocks noGrp="1"/>
          </p:cNvSpPr>
          <p:nvPr>
            <p:ph type="subTitle" idx="1"/>
          </p:nvPr>
        </p:nvSpPr>
        <p:spPr>
          <a:xfrm>
            <a:off x="507700"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1" name="Google Shape;61;p10"/>
          <p:cNvSpPr txBox="1">
            <a:spLocks noGrp="1"/>
          </p:cNvSpPr>
          <p:nvPr>
            <p:ph type="title"/>
          </p:nvPr>
        </p:nvSpPr>
        <p:spPr>
          <a:xfrm>
            <a:off x="438871" y="947563"/>
            <a:ext cx="7152000" cy="148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36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62" name="Google Shape;62;p10"/>
          <p:cNvSpPr txBox="1">
            <a:spLocks noGrp="1"/>
          </p:cNvSpPr>
          <p:nvPr>
            <p:ph type="subTitle" idx="2"/>
          </p:nvPr>
        </p:nvSpPr>
        <p:spPr>
          <a:xfrm>
            <a:off x="507712"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63" name="Google Shape;63;p10"/>
          <p:cNvSpPr txBox="1">
            <a:spLocks noGrp="1"/>
          </p:cNvSpPr>
          <p:nvPr>
            <p:ph type="subTitle" idx="3"/>
          </p:nvPr>
        </p:nvSpPr>
        <p:spPr>
          <a:xfrm>
            <a:off x="438871" y="457200"/>
            <a:ext cx="5152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None/>
              <a:defRPr sz="1733">
                <a:solidFill>
                  <a:srgbClr val="0099FF"/>
                </a:solidFill>
              </a:defRPr>
            </a:lvl2pPr>
            <a:lvl3pPr lvl="2" rtl="0">
              <a:spcBef>
                <a:spcPts val="0"/>
              </a:spcBef>
              <a:spcAft>
                <a:spcPts val="0"/>
              </a:spcAft>
              <a:buClr>
                <a:srgbClr val="0099FF"/>
              </a:buClr>
              <a:buSzPts val="1300"/>
              <a:buNone/>
              <a:defRPr sz="1733">
                <a:solidFill>
                  <a:srgbClr val="0099FF"/>
                </a:solidFill>
              </a:defRPr>
            </a:lvl3pPr>
            <a:lvl4pPr lvl="3" rtl="0">
              <a:spcBef>
                <a:spcPts val="0"/>
              </a:spcBef>
              <a:spcAft>
                <a:spcPts val="0"/>
              </a:spcAft>
              <a:buClr>
                <a:srgbClr val="0099FF"/>
              </a:buClr>
              <a:buSzPts val="1300"/>
              <a:buNone/>
              <a:defRPr sz="1733">
                <a:solidFill>
                  <a:srgbClr val="0099FF"/>
                </a:solidFill>
              </a:defRPr>
            </a:lvl4pPr>
            <a:lvl5pPr lvl="4" rtl="0">
              <a:spcBef>
                <a:spcPts val="0"/>
              </a:spcBef>
              <a:spcAft>
                <a:spcPts val="0"/>
              </a:spcAft>
              <a:buClr>
                <a:srgbClr val="0099FF"/>
              </a:buClr>
              <a:buSzPts val="1300"/>
              <a:buNone/>
              <a:defRPr sz="1733">
                <a:solidFill>
                  <a:srgbClr val="0099FF"/>
                </a:solidFill>
              </a:defRPr>
            </a:lvl5pPr>
            <a:lvl6pPr lvl="5" rtl="0">
              <a:spcBef>
                <a:spcPts val="0"/>
              </a:spcBef>
              <a:spcAft>
                <a:spcPts val="0"/>
              </a:spcAft>
              <a:buClr>
                <a:srgbClr val="0099FF"/>
              </a:buClr>
              <a:buSzPts val="1300"/>
              <a:buNone/>
              <a:defRPr sz="1733">
                <a:solidFill>
                  <a:srgbClr val="0099FF"/>
                </a:solidFill>
              </a:defRPr>
            </a:lvl6pPr>
            <a:lvl7pPr lvl="6" rtl="0">
              <a:spcBef>
                <a:spcPts val="0"/>
              </a:spcBef>
              <a:spcAft>
                <a:spcPts val="0"/>
              </a:spcAft>
              <a:buClr>
                <a:srgbClr val="0099FF"/>
              </a:buClr>
              <a:buSzPts val="1300"/>
              <a:buNone/>
              <a:defRPr sz="1733">
                <a:solidFill>
                  <a:srgbClr val="0099FF"/>
                </a:solidFill>
              </a:defRPr>
            </a:lvl7pPr>
            <a:lvl8pPr lvl="7" rtl="0">
              <a:spcBef>
                <a:spcPts val="0"/>
              </a:spcBef>
              <a:spcAft>
                <a:spcPts val="0"/>
              </a:spcAft>
              <a:buClr>
                <a:srgbClr val="0099FF"/>
              </a:buClr>
              <a:buSzPts val="1300"/>
              <a:buNone/>
              <a:defRPr sz="1733">
                <a:solidFill>
                  <a:srgbClr val="0099FF"/>
                </a:solidFill>
              </a:defRPr>
            </a:lvl8pPr>
            <a:lvl9pPr lvl="8" rtl="0">
              <a:spcBef>
                <a:spcPts val="0"/>
              </a:spcBef>
              <a:spcAft>
                <a:spcPts val="0"/>
              </a:spcAft>
              <a:buClr>
                <a:srgbClr val="0099FF"/>
              </a:buClr>
              <a:buSzPts val="1300"/>
              <a:buNone/>
              <a:defRPr sz="1733">
                <a:solidFill>
                  <a:srgbClr val="0099FF"/>
                </a:solidFill>
              </a:defRPr>
            </a:lvl9pPr>
          </a:lstStyle>
          <a:p>
            <a:endParaRPr/>
          </a:p>
        </p:txBody>
      </p:sp>
      <p:sp>
        <p:nvSpPr>
          <p:cNvPr id="64" name="Google Shape;64;p10"/>
          <p:cNvSpPr>
            <a:spLocks noGrp="1"/>
          </p:cNvSpPr>
          <p:nvPr>
            <p:ph type="pic" idx="4"/>
          </p:nvPr>
        </p:nvSpPr>
        <p:spPr>
          <a:xfrm>
            <a:off x="507684" y="3428984"/>
            <a:ext cx="965600" cy="965600"/>
          </a:xfrm>
          <a:prstGeom prst="roundRect">
            <a:avLst>
              <a:gd name="adj" fmla="val 6361"/>
            </a:avLst>
          </a:prstGeom>
          <a:noFill/>
          <a:ln>
            <a:noFill/>
          </a:ln>
        </p:spPr>
        <p:txBody>
          <a:bodyPr/>
          <a:lstStyle/>
          <a:p>
            <a:endParaRPr lang="en-US"/>
          </a:p>
        </p:txBody>
      </p:sp>
      <p:sp>
        <p:nvSpPr>
          <p:cNvPr id="65" name="Google Shape;65;p10"/>
          <p:cNvSpPr txBox="1">
            <a:spLocks noGrp="1"/>
          </p:cNvSpPr>
          <p:nvPr>
            <p:ph type="subTitle" idx="5"/>
          </p:nvPr>
        </p:nvSpPr>
        <p:spPr>
          <a:xfrm>
            <a:off x="2806633"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6" name="Google Shape;66;p10"/>
          <p:cNvSpPr txBox="1">
            <a:spLocks noGrp="1"/>
          </p:cNvSpPr>
          <p:nvPr>
            <p:ph type="subTitle" idx="6"/>
          </p:nvPr>
        </p:nvSpPr>
        <p:spPr>
          <a:xfrm>
            <a:off x="2806645"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67" name="Google Shape;67;p10"/>
          <p:cNvSpPr>
            <a:spLocks noGrp="1"/>
          </p:cNvSpPr>
          <p:nvPr>
            <p:ph type="pic" idx="7"/>
          </p:nvPr>
        </p:nvSpPr>
        <p:spPr>
          <a:xfrm>
            <a:off x="2806617" y="3428984"/>
            <a:ext cx="965600" cy="965600"/>
          </a:xfrm>
          <a:prstGeom prst="roundRect">
            <a:avLst>
              <a:gd name="adj" fmla="val 6361"/>
            </a:avLst>
          </a:prstGeom>
          <a:noFill/>
          <a:ln>
            <a:noFill/>
          </a:ln>
        </p:spPr>
        <p:txBody>
          <a:bodyPr/>
          <a:lstStyle/>
          <a:p>
            <a:endParaRPr lang="en-US"/>
          </a:p>
        </p:txBody>
      </p:sp>
      <p:sp>
        <p:nvSpPr>
          <p:cNvPr id="68" name="Google Shape;68;p10"/>
          <p:cNvSpPr txBox="1">
            <a:spLocks noGrp="1"/>
          </p:cNvSpPr>
          <p:nvPr>
            <p:ph type="subTitle" idx="8"/>
          </p:nvPr>
        </p:nvSpPr>
        <p:spPr>
          <a:xfrm>
            <a:off x="5165567"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9" name="Google Shape;69;p10"/>
          <p:cNvSpPr txBox="1">
            <a:spLocks noGrp="1"/>
          </p:cNvSpPr>
          <p:nvPr>
            <p:ph type="subTitle" idx="9"/>
          </p:nvPr>
        </p:nvSpPr>
        <p:spPr>
          <a:xfrm>
            <a:off x="5165579"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0" name="Google Shape;70;p10"/>
          <p:cNvSpPr>
            <a:spLocks noGrp="1"/>
          </p:cNvSpPr>
          <p:nvPr>
            <p:ph type="pic" idx="13"/>
          </p:nvPr>
        </p:nvSpPr>
        <p:spPr>
          <a:xfrm>
            <a:off x="5165551" y="3428984"/>
            <a:ext cx="965600" cy="965600"/>
          </a:xfrm>
          <a:prstGeom prst="roundRect">
            <a:avLst>
              <a:gd name="adj" fmla="val 6361"/>
            </a:avLst>
          </a:prstGeom>
          <a:noFill/>
          <a:ln>
            <a:noFill/>
          </a:ln>
        </p:spPr>
        <p:txBody>
          <a:bodyPr/>
          <a:lstStyle/>
          <a:p>
            <a:endParaRPr lang="en-US"/>
          </a:p>
        </p:txBody>
      </p:sp>
      <p:sp>
        <p:nvSpPr>
          <p:cNvPr id="71" name="Google Shape;71;p10"/>
          <p:cNvSpPr txBox="1">
            <a:spLocks noGrp="1"/>
          </p:cNvSpPr>
          <p:nvPr>
            <p:ph type="subTitle" idx="14"/>
          </p:nvPr>
        </p:nvSpPr>
        <p:spPr>
          <a:xfrm>
            <a:off x="7524500"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72" name="Google Shape;72;p10"/>
          <p:cNvSpPr txBox="1">
            <a:spLocks noGrp="1"/>
          </p:cNvSpPr>
          <p:nvPr>
            <p:ph type="subTitle" idx="15"/>
          </p:nvPr>
        </p:nvSpPr>
        <p:spPr>
          <a:xfrm>
            <a:off x="7524512"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3" name="Google Shape;73;p10"/>
          <p:cNvSpPr>
            <a:spLocks noGrp="1"/>
          </p:cNvSpPr>
          <p:nvPr>
            <p:ph type="pic" idx="16"/>
          </p:nvPr>
        </p:nvSpPr>
        <p:spPr>
          <a:xfrm>
            <a:off x="7524484" y="3428984"/>
            <a:ext cx="965600" cy="965600"/>
          </a:xfrm>
          <a:prstGeom prst="roundRect">
            <a:avLst>
              <a:gd name="adj" fmla="val 6361"/>
            </a:avLst>
          </a:prstGeom>
          <a:noFill/>
          <a:ln>
            <a:noFill/>
          </a:ln>
        </p:spPr>
        <p:txBody>
          <a:bodyPr/>
          <a:lstStyle/>
          <a:p>
            <a:endParaRPr lang="en-US"/>
          </a:p>
        </p:txBody>
      </p:sp>
      <p:sp>
        <p:nvSpPr>
          <p:cNvPr id="74" name="Google Shape;74;p10"/>
          <p:cNvSpPr txBox="1">
            <a:spLocks noGrp="1"/>
          </p:cNvSpPr>
          <p:nvPr>
            <p:ph type="subTitle" idx="17"/>
          </p:nvPr>
        </p:nvSpPr>
        <p:spPr>
          <a:xfrm>
            <a:off x="9883433"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75" name="Google Shape;75;p10"/>
          <p:cNvSpPr txBox="1">
            <a:spLocks noGrp="1"/>
          </p:cNvSpPr>
          <p:nvPr>
            <p:ph type="subTitle" idx="18"/>
          </p:nvPr>
        </p:nvSpPr>
        <p:spPr>
          <a:xfrm>
            <a:off x="9883445"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6" name="Google Shape;76;p10"/>
          <p:cNvSpPr>
            <a:spLocks noGrp="1"/>
          </p:cNvSpPr>
          <p:nvPr>
            <p:ph type="pic" idx="19"/>
          </p:nvPr>
        </p:nvSpPr>
        <p:spPr>
          <a:xfrm>
            <a:off x="9883417" y="3428984"/>
            <a:ext cx="965600" cy="965600"/>
          </a:xfrm>
          <a:prstGeom prst="roundRect">
            <a:avLst>
              <a:gd name="adj" fmla="val 6361"/>
            </a:avLst>
          </a:prstGeom>
          <a:noFill/>
          <a:ln>
            <a:noFill/>
          </a:ln>
        </p:spPr>
        <p:txBody>
          <a:bodyPr/>
          <a:lstStyle/>
          <a:p>
            <a:endParaRPr lang="en-US"/>
          </a:p>
        </p:txBody>
      </p:sp>
      <p:sp>
        <p:nvSpPr>
          <p:cNvPr id="4" name="Footer Placeholder 3">
            <a:extLst>
              <a:ext uri="{FF2B5EF4-FFF2-40B4-BE49-F238E27FC236}">
                <a16:creationId xmlns:a16="http://schemas.microsoft.com/office/drawing/2014/main" id="{560CDC17-0E4F-3FC2-ED8A-A367509C724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64C69F84-6907-EB6A-28AB-48B490963A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24666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05_SpeakerSlide_4Speakers" preserve="1">
  <p:cSld name="SpeakerSlide04">
    <p:bg>
      <p:bgPr>
        <a:solidFill>
          <a:schemeClr val="tx1"/>
        </a:solidFill>
        <a:effectLst/>
      </p:bgPr>
    </p:bg>
    <p:spTree>
      <p:nvGrpSpPr>
        <p:cNvPr id="1" name="Shape 79"/>
        <p:cNvGrpSpPr/>
        <p:nvPr/>
      </p:nvGrpSpPr>
      <p:grpSpPr>
        <a:xfrm>
          <a:off x="0" y="0"/>
          <a:ext cx="0" cy="0"/>
          <a:chOff x="0" y="0"/>
          <a:chExt cx="0" cy="0"/>
        </a:xfrm>
      </p:grpSpPr>
      <p:sp>
        <p:nvSpPr>
          <p:cNvPr id="80" name="Google Shape;80;p11"/>
          <p:cNvSpPr>
            <a:spLocks noGrp="1"/>
          </p:cNvSpPr>
          <p:nvPr>
            <p:ph type="pic" idx="2"/>
          </p:nvPr>
        </p:nvSpPr>
        <p:spPr>
          <a:xfrm>
            <a:off x="440367" y="2276033"/>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1" name="Google Shape;81;p11"/>
          <p:cNvSpPr txBox="1">
            <a:spLocks noGrp="1"/>
          </p:cNvSpPr>
          <p:nvPr>
            <p:ph type="subTitle" idx="1"/>
          </p:nvPr>
        </p:nvSpPr>
        <p:spPr>
          <a:xfrm>
            <a:off x="2122689" y="2490712"/>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82" name="Google Shape;82;p11"/>
          <p:cNvSpPr txBox="1">
            <a:spLocks noGrp="1"/>
          </p:cNvSpPr>
          <p:nvPr>
            <p:ph type="subTitle" idx="3"/>
          </p:nvPr>
        </p:nvSpPr>
        <p:spPr>
          <a:xfrm>
            <a:off x="2122689" y="2957512"/>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83" name="Google Shape;83;p11"/>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84" name="Google Shape;84;p11"/>
          <p:cNvSpPr txBox="1">
            <a:spLocks noGrp="1"/>
          </p:cNvSpPr>
          <p:nvPr>
            <p:ph type="subTitle" idx="4"/>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85" name="Google Shape;85;p11"/>
          <p:cNvSpPr>
            <a:spLocks noGrp="1"/>
          </p:cNvSpPr>
          <p:nvPr>
            <p:ph type="pic" idx="5"/>
          </p:nvPr>
        </p:nvSpPr>
        <p:spPr>
          <a:xfrm>
            <a:off x="440367" y="4171967"/>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6" name="Google Shape;86;p11"/>
          <p:cNvSpPr txBox="1">
            <a:spLocks noGrp="1"/>
          </p:cNvSpPr>
          <p:nvPr>
            <p:ph type="subTitle" idx="6"/>
          </p:nvPr>
        </p:nvSpPr>
        <p:spPr>
          <a:xfrm>
            <a:off x="2122689" y="4386645"/>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87" name="Google Shape;87;p11"/>
          <p:cNvSpPr txBox="1">
            <a:spLocks noGrp="1"/>
          </p:cNvSpPr>
          <p:nvPr>
            <p:ph type="subTitle" idx="7"/>
          </p:nvPr>
        </p:nvSpPr>
        <p:spPr>
          <a:xfrm>
            <a:off x="2122689" y="4853445"/>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88" name="Google Shape;88;p11"/>
          <p:cNvSpPr>
            <a:spLocks noGrp="1"/>
          </p:cNvSpPr>
          <p:nvPr>
            <p:ph type="pic" idx="8"/>
          </p:nvPr>
        </p:nvSpPr>
        <p:spPr>
          <a:xfrm>
            <a:off x="6096000" y="2276033"/>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9" name="Google Shape;89;p11"/>
          <p:cNvSpPr txBox="1">
            <a:spLocks noGrp="1"/>
          </p:cNvSpPr>
          <p:nvPr>
            <p:ph type="subTitle" idx="9"/>
          </p:nvPr>
        </p:nvSpPr>
        <p:spPr>
          <a:xfrm>
            <a:off x="7778323" y="2490712"/>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90" name="Google Shape;90;p11"/>
          <p:cNvSpPr txBox="1">
            <a:spLocks noGrp="1"/>
          </p:cNvSpPr>
          <p:nvPr>
            <p:ph type="subTitle" idx="13"/>
          </p:nvPr>
        </p:nvSpPr>
        <p:spPr>
          <a:xfrm>
            <a:off x="7778323" y="2957512"/>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91" name="Google Shape;91;p11"/>
          <p:cNvSpPr>
            <a:spLocks noGrp="1"/>
          </p:cNvSpPr>
          <p:nvPr>
            <p:ph type="pic" idx="14"/>
          </p:nvPr>
        </p:nvSpPr>
        <p:spPr>
          <a:xfrm>
            <a:off x="6096000" y="4171967"/>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92" name="Google Shape;92;p11"/>
          <p:cNvSpPr txBox="1">
            <a:spLocks noGrp="1"/>
          </p:cNvSpPr>
          <p:nvPr>
            <p:ph type="subTitle" idx="15"/>
          </p:nvPr>
        </p:nvSpPr>
        <p:spPr>
          <a:xfrm>
            <a:off x="7778323" y="4386645"/>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93" name="Google Shape;93;p11"/>
          <p:cNvSpPr txBox="1">
            <a:spLocks noGrp="1"/>
          </p:cNvSpPr>
          <p:nvPr>
            <p:ph type="subTitle" idx="16"/>
          </p:nvPr>
        </p:nvSpPr>
        <p:spPr>
          <a:xfrm>
            <a:off x="7778323" y="4853445"/>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24EE2A1F-3830-A5CB-E1F6-27CBACECC5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13A70757-D141-ED17-1765-6C3A06590EA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12933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05_SpeakerSlide_6Speakers" preserve="1">
  <p:cSld name="SpeakerSlide05">
    <p:bg>
      <p:bgPr>
        <a:solidFill>
          <a:schemeClr val="tx1"/>
        </a:solidFill>
        <a:effectLst/>
      </p:bgPr>
    </p:bg>
    <p:spTree>
      <p:nvGrpSpPr>
        <p:cNvPr id="1" name="Shape 96"/>
        <p:cNvGrpSpPr/>
        <p:nvPr/>
      </p:nvGrpSpPr>
      <p:grpSpPr>
        <a:xfrm>
          <a:off x="0" y="0"/>
          <a:ext cx="0" cy="0"/>
          <a:chOff x="0" y="0"/>
          <a:chExt cx="0" cy="0"/>
        </a:xfrm>
      </p:grpSpPr>
      <p:sp>
        <p:nvSpPr>
          <p:cNvPr id="97" name="Google Shape;97;p12"/>
          <p:cNvSpPr txBox="1">
            <a:spLocks noGrp="1"/>
          </p:cNvSpPr>
          <p:nvPr>
            <p:ph type="subTitle" idx="1"/>
          </p:nvPr>
        </p:nvSpPr>
        <p:spPr>
          <a:xfrm>
            <a:off x="9587163"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98" name="Google Shape;98;p12"/>
          <p:cNvSpPr txBox="1">
            <a:spLocks noGrp="1"/>
          </p:cNvSpPr>
          <p:nvPr>
            <p:ph type="subTitle" idx="2"/>
          </p:nvPr>
        </p:nvSpPr>
        <p:spPr>
          <a:xfrm>
            <a:off x="9587163"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99" name="Google Shape;99;p12"/>
          <p:cNvSpPr txBox="1">
            <a:spLocks noGrp="1"/>
          </p:cNvSpPr>
          <p:nvPr>
            <p:ph type="subTitle" idx="3"/>
          </p:nvPr>
        </p:nvSpPr>
        <p:spPr>
          <a:xfrm>
            <a:off x="9587163"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0" name="Google Shape;100;p12"/>
          <p:cNvSpPr txBox="1">
            <a:spLocks noGrp="1"/>
          </p:cNvSpPr>
          <p:nvPr>
            <p:ph type="subTitle" idx="4"/>
          </p:nvPr>
        </p:nvSpPr>
        <p:spPr>
          <a:xfrm>
            <a:off x="9587163"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1" name="Google Shape;101;p12"/>
          <p:cNvSpPr txBox="1">
            <a:spLocks noGrp="1"/>
          </p:cNvSpPr>
          <p:nvPr>
            <p:ph type="subTitle" idx="5"/>
          </p:nvPr>
        </p:nvSpPr>
        <p:spPr>
          <a:xfrm>
            <a:off x="5720160"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2" name="Google Shape;102;p12"/>
          <p:cNvSpPr txBox="1">
            <a:spLocks noGrp="1"/>
          </p:cNvSpPr>
          <p:nvPr>
            <p:ph type="subTitle" idx="6"/>
          </p:nvPr>
        </p:nvSpPr>
        <p:spPr>
          <a:xfrm>
            <a:off x="5720160"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3" name="Google Shape;103;p12"/>
          <p:cNvSpPr txBox="1">
            <a:spLocks noGrp="1"/>
          </p:cNvSpPr>
          <p:nvPr>
            <p:ph type="subTitle" idx="7"/>
          </p:nvPr>
        </p:nvSpPr>
        <p:spPr>
          <a:xfrm>
            <a:off x="5720160"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4" name="Google Shape;104;p12"/>
          <p:cNvSpPr txBox="1">
            <a:spLocks noGrp="1"/>
          </p:cNvSpPr>
          <p:nvPr>
            <p:ph type="subTitle" idx="8"/>
          </p:nvPr>
        </p:nvSpPr>
        <p:spPr>
          <a:xfrm>
            <a:off x="5720160"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5" name="Google Shape;105;p12"/>
          <p:cNvSpPr txBox="1">
            <a:spLocks noGrp="1"/>
          </p:cNvSpPr>
          <p:nvPr>
            <p:ph type="subTitle" idx="9"/>
          </p:nvPr>
        </p:nvSpPr>
        <p:spPr>
          <a:xfrm>
            <a:off x="1853156"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6" name="Google Shape;106;p12"/>
          <p:cNvSpPr txBox="1">
            <a:spLocks noGrp="1"/>
          </p:cNvSpPr>
          <p:nvPr>
            <p:ph type="subTitle" idx="13"/>
          </p:nvPr>
        </p:nvSpPr>
        <p:spPr>
          <a:xfrm>
            <a:off x="1853156"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7" name="Google Shape;107;p12"/>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108" name="Google Shape;108;p12"/>
          <p:cNvSpPr txBox="1">
            <a:spLocks noGrp="1"/>
          </p:cNvSpPr>
          <p:nvPr>
            <p:ph type="subTitle" idx="14"/>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109" name="Google Shape;109;p12"/>
          <p:cNvSpPr txBox="1">
            <a:spLocks noGrp="1"/>
          </p:cNvSpPr>
          <p:nvPr>
            <p:ph type="subTitle" idx="15"/>
          </p:nvPr>
        </p:nvSpPr>
        <p:spPr>
          <a:xfrm>
            <a:off x="1853156"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10" name="Google Shape;110;p12"/>
          <p:cNvSpPr txBox="1">
            <a:spLocks noGrp="1"/>
          </p:cNvSpPr>
          <p:nvPr>
            <p:ph type="subTitle" idx="16"/>
          </p:nvPr>
        </p:nvSpPr>
        <p:spPr>
          <a:xfrm>
            <a:off x="1853156"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11" name="Google Shape;111;p12"/>
          <p:cNvSpPr>
            <a:spLocks noGrp="1"/>
          </p:cNvSpPr>
          <p:nvPr>
            <p:ph type="pic" idx="17"/>
          </p:nvPr>
        </p:nvSpPr>
        <p:spPr>
          <a:xfrm>
            <a:off x="431515"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2" name="Google Shape;112;p12"/>
          <p:cNvSpPr>
            <a:spLocks noGrp="1"/>
          </p:cNvSpPr>
          <p:nvPr>
            <p:ph type="pic" idx="18"/>
          </p:nvPr>
        </p:nvSpPr>
        <p:spPr>
          <a:xfrm>
            <a:off x="431515"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3" name="Google Shape;113;p12"/>
          <p:cNvSpPr>
            <a:spLocks noGrp="1"/>
          </p:cNvSpPr>
          <p:nvPr>
            <p:ph type="pic" idx="19"/>
          </p:nvPr>
        </p:nvSpPr>
        <p:spPr>
          <a:xfrm>
            <a:off x="4351881"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4" name="Google Shape;114;p12"/>
          <p:cNvSpPr>
            <a:spLocks noGrp="1"/>
          </p:cNvSpPr>
          <p:nvPr>
            <p:ph type="pic" idx="20"/>
          </p:nvPr>
        </p:nvSpPr>
        <p:spPr>
          <a:xfrm>
            <a:off x="4351881"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5" name="Google Shape;115;p12"/>
          <p:cNvSpPr>
            <a:spLocks noGrp="1"/>
          </p:cNvSpPr>
          <p:nvPr>
            <p:ph type="pic" idx="21"/>
          </p:nvPr>
        </p:nvSpPr>
        <p:spPr>
          <a:xfrm>
            <a:off x="8218881"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6" name="Google Shape;116;p12"/>
          <p:cNvSpPr>
            <a:spLocks noGrp="1"/>
          </p:cNvSpPr>
          <p:nvPr>
            <p:ph type="pic" idx="22"/>
          </p:nvPr>
        </p:nvSpPr>
        <p:spPr>
          <a:xfrm>
            <a:off x="8218881"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4" name="Footer Placeholder 3">
            <a:extLst>
              <a:ext uri="{FF2B5EF4-FFF2-40B4-BE49-F238E27FC236}">
                <a16:creationId xmlns:a16="http://schemas.microsoft.com/office/drawing/2014/main" id="{9557933D-EFC4-3BD7-44B9-335DA6A4AC2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88EEE5E6-A727-0F66-9DDA-E4112CFC0C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839943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01_TitleSlide_LightBlue" preserve="1">
  <p:cSld name="01_InnerTitleSlide_Navy">
    <p:bg>
      <p:bgPr>
        <a:solidFill>
          <a:schemeClr val="tx1"/>
        </a:solidFill>
        <a:effectLst/>
      </p:bgPr>
    </p:bg>
    <p:spTree>
      <p:nvGrpSpPr>
        <p:cNvPr id="1" name="Shape 119"/>
        <p:cNvGrpSpPr/>
        <p:nvPr/>
      </p:nvGrpSpPr>
      <p:grpSpPr>
        <a:xfrm>
          <a:off x="0" y="0"/>
          <a:ext cx="0" cy="0"/>
          <a:chOff x="0" y="0"/>
          <a:chExt cx="0" cy="0"/>
        </a:xfrm>
      </p:grpSpPr>
      <p:sp>
        <p:nvSpPr>
          <p:cNvPr id="121" name="Google Shape;121;p13"/>
          <p:cNvSpPr txBox="1">
            <a:spLocks noGrp="1"/>
          </p:cNvSpPr>
          <p:nvPr>
            <p:ph type="title"/>
          </p:nvPr>
        </p:nvSpPr>
        <p:spPr>
          <a:xfrm>
            <a:off x="438867" y="2316467"/>
            <a:ext cx="9563600" cy="1211200"/>
          </a:xfrm>
          <a:prstGeom prst="rect">
            <a:avLst/>
          </a:prstGeom>
          <a:noFill/>
          <a:ln>
            <a:noFill/>
          </a:ln>
        </p:spPr>
        <p:txBody>
          <a:bodyPr spcFirstLastPara="1" wrap="square" lIns="34275" tIns="34275" rIns="34275" bIns="34275" anchor="ctr" anchorCtr="0">
            <a:noAutofit/>
          </a:bodyPr>
          <a:lstStyle>
            <a:lvl1pPr lvl="0" rtl="0">
              <a:spcBef>
                <a:spcPts val="0"/>
              </a:spcBef>
              <a:spcAft>
                <a:spcPts val="0"/>
              </a:spcAft>
              <a:buClr>
                <a:schemeClr val="lt2"/>
              </a:buClr>
              <a:buSzPts val="3800"/>
              <a:buFont typeface="Inter"/>
              <a:buNone/>
              <a:defRPr sz="50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2pPr>
            <a:lvl3pPr lvl="2"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3pPr>
            <a:lvl4pPr lvl="3"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4pPr>
            <a:lvl5pPr lvl="4"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5pPr>
            <a:lvl6pPr lvl="5"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6pPr>
            <a:lvl7pPr lvl="6"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7pPr>
            <a:lvl8pPr lvl="7"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8pPr>
            <a:lvl9pPr lvl="8"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9pPr>
          </a:lstStyle>
          <a:p>
            <a:endParaRPr/>
          </a:p>
        </p:txBody>
      </p:sp>
      <p:sp>
        <p:nvSpPr>
          <p:cNvPr id="122" name="Google Shape;122;p13"/>
          <p:cNvSpPr txBox="1">
            <a:spLocks noGrp="1"/>
          </p:cNvSpPr>
          <p:nvPr>
            <p:ph type="body" idx="1"/>
          </p:nvPr>
        </p:nvSpPr>
        <p:spPr>
          <a:xfrm>
            <a:off x="438867" y="3527667"/>
            <a:ext cx="7142800" cy="16772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bg1"/>
              </a:buClr>
              <a:buSzPct val="110000"/>
              <a:buFont typeface="Arial" panose="020B0604020202020204" pitchFamily="34" charset="0"/>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2pPr>
            <a:lvl3pPr marL="1828754" lvl="2"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3pPr>
            <a:lvl4pPr marL="2438339" lvl="3"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4pPr>
            <a:lvl5pPr marL="3047924" lvl="4"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5pPr>
            <a:lvl6pPr marL="3657509" lvl="5"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6pPr>
            <a:lvl7pPr marL="4267093" lvl="6"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7pPr>
            <a:lvl8pPr marL="4876678" lvl="7"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8pPr>
            <a:lvl9pPr marL="5486263" lvl="8"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9pPr>
          </a:lstStyle>
          <a:p>
            <a:endParaRPr/>
          </a:p>
        </p:txBody>
      </p:sp>
      <p:pic>
        <p:nvPicPr>
          <p:cNvPr id="5" name="Picture 4" descr="A black grid with blue and pink squares&#10;&#10;AI-generated content may be incorrect.">
            <a:extLst>
              <a:ext uri="{FF2B5EF4-FFF2-40B4-BE49-F238E27FC236}">
                <a16:creationId xmlns:a16="http://schemas.microsoft.com/office/drawing/2014/main" id="{847B5073-C644-4CC3-5893-95EF9CBD07CF}"/>
              </a:ext>
            </a:extLst>
          </p:cNvPr>
          <p:cNvPicPr>
            <a:picLocks noChangeAspect="1"/>
          </p:cNvPicPr>
          <p:nvPr userDrawn="1"/>
        </p:nvPicPr>
        <p:blipFill>
          <a:blip r:embed="rId2"/>
          <a:srcRect l="4472" t="20775" r="5059" b="65696"/>
          <a:stretch>
            <a:fillRect/>
          </a:stretch>
        </p:blipFill>
        <p:spPr>
          <a:xfrm>
            <a:off x="-1" y="-16"/>
            <a:ext cx="12192001" cy="1553768"/>
          </a:xfrm>
          <a:prstGeom prst="rect">
            <a:avLst/>
          </a:prstGeom>
        </p:spPr>
      </p:pic>
      <p:pic>
        <p:nvPicPr>
          <p:cNvPr id="6" name="Picture 5" descr="A black grid with blue and pink squares&#10;&#10;AI-generated content may be incorrect.">
            <a:extLst>
              <a:ext uri="{FF2B5EF4-FFF2-40B4-BE49-F238E27FC236}">
                <a16:creationId xmlns:a16="http://schemas.microsoft.com/office/drawing/2014/main" id="{477B06A8-919E-DF26-AD96-2E43767EA7E8}"/>
              </a:ext>
            </a:extLst>
          </p:cNvPr>
          <p:cNvPicPr>
            <a:picLocks noChangeAspect="1"/>
          </p:cNvPicPr>
          <p:nvPr userDrawn="1"/>
        </p:nvPicPr>
        <p:blipFill>
          <a:blip r:embed="rId2"/>
          <a:srcRect l="4472" t="10616" r="5059" b="75855"/>
          <a:stretch>
            <a:fillRect/>
          </a:stretch>
        </p:blipFill>
        <p:spPr>
          <a:xfrm>
            <a:off x="-1" y="5361843"/>
            <a:ext cx="12192001" cy="1553768"/>
          </a:xfrm>
          <a:prstGeom prst="rect">
            <a:avLst/>
          </a:prstGeom>
        </p:spPr>
      </p:pic>
    </p:spTree>
    <p:extLst>
      <p:ext uri="{BB962C8B-B14F-4D97-AF65-F5344CB8AC3E}">
        <p14:creationId xmlns:p14="http://schemas.microsoft.com/office/powerpoint/2010/main" val="39019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1_TitleSlide_LightBlue" preserve="1">
  <p:cSld name="2_InnerTitleSlide_White">
    <p:bg>
      <p:bgPr>
        <a:solidFill>
          <a:schemeClr val="tx2"/>
        </a:solidFill>
        <a:effectLst/>
      </p:bgPr>
    </p:bg>
    <p:spTree>
      <p:nvGrpSpPr>
        <p:cNvPr id="1" name="Shape 119"/>
        <p:cNvGrpSpPr/>
        <p:nvPr/>
      </p:nvGrpSpPr>
      <p:grpSpPr>
        <a:xfrm>
          <a:off x="0" y="0"/>
          <a:ext cx="0" cy="0"/>
          <a:chOff x="0" y="0"/>
          <a:chExt cx="0" cy="0"/>
        </a:xfrm>
      </p:grpSpPr>
      <p:sp>
        <p:nvSpPr>
          <p:cNvPr id="121" name="Google Shape;121;p13"/>
          <p:cNvSpPr txBox="1">
            <a:spLocks noGrp="1"/>
          </p:cNvSpPr>
          <p:nvPr>
            <p:ph type="title"/>
          </p:nvPr>
        </p:nvSpPr>
        <p:spPr>
          <a:xfrm>
            <a:off x="438867" y="2316467"/>
            <a:ext cx="9563600" cy="1211200"/>
          </a:xfrm>
          <a:prstGeom prst="rect">
            <a:avLst/>
          </a:prstGeom>
          <a:noFill/>
          <a:ln>
            <a:noFill/>
          </a:ln>
        </p:spPr>
        <p:txBody>
          <a:bodyPr spcFirstLastPara="1" wrap="square" lIns="34275" tIns="34275" rIns="34275" bIns="34275" anchor="ctr" anchorCtr="0">
            <a:noAutofit/>
          </a:bodyPr>
          <a:lstStyle>
            <a:lvl1pPr lvl="0" rtl="0">
              <a:spcBef>
                <a:spcPts val="0"/>
              </a:spcBef>
              <a:spcAft>
                <a:spcPts val="0"/>
              </a:spcAft>
              <a:buClr>
                <a:schemeClr val="lt2"/>
              </a:buClr>
              <a:buSzPts val="3800"/>
              <a:buFont typeface="Inter"/>
              <a:buNone/>
              <a:defRPr sz="50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2pPr>
            <a:lvl3pPr lvl="2"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3pPr>
            <a:lvl4pPr lvl="3"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4pPr>
            <a:lvl5pPr lvl="4"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5pPr>
            <a:lvl6pPr lvl="5"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6pPr>
            <a:lvl7pPr lvl="6"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7pPr>
            <a:lvl8pPr lvl="7"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8pPr>
            <a:lvl9pPr lvl="8"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9pPr>
          </a:lstStyle>
          <a:p>
            <a:endParaRPr/>
          </a:p>
        </p:txBody>
      </p:sp>
      <p:sp>
        <p:nvSpPr>
          <p:cNvPr id="122" name="Google Shape;122;p13"/>
          <p:cNvSpPr txBox="1">
            <a:spLocks noGrp="1"/>
          </p:cNvSpPr>
          <p:nvPr>
            <p:ph type="body" idx="1"/>
          </p:nvPr>
        </p:nvSpPr>
        <p:spPr>
          <a:xfrm>
            <a:off x="438867" y="3527667"/>
            <a:ext cx="7142800" cy="16772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tx1"/>
              </a:buClr>
              <a:buSzPct val="110000"/>
              <a:buFont typeface="Arial" panose="020B0604020202020204" pitchFamily="34" charset="0"/>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2pPr>
            <a:lvl3pPr marL="1828754" lvl="2"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3pPr>
            <a:lvl4pPr marL="2438339" lvl="3"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4pPr>
            <a:lvl5pPr marL="3047924" lvl="4"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5pPr>
            <a:lvl6pPr marL="3657509" lvl="5"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6pPr>
            <a:lvl7pPr marL="4267093" lvl="6"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7pPr>
            <a:lvl8pPr marL="4876678" lvl="7"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8pPr>
            <a:lvl9pPr marL="5486263" lvl="8"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9pPr>
          </a:lstStyle>
          <a:p>
            <a:endParaRPr/>
          </a:p>
        </p:txBody>
      </p:sp>
      <p:pic>
        <p:nvPicPr>
          <p:cNvPr id="4" name="Picture 3" descr="A black grid with blue and pink squares&#10;&#10;AI-generated content may be incorrect.">
            <a:extLst>
              <a:ext uri="{FF2B5EF4-FFF2-40B4-BE49-F238E27FC236}">
                <a16:creationId xmlns:a16="http://schemas.microsoft.com/office/drawing/2014/main" id="{DB653F79-5381-8107-6BFB-B0D18A53ED42}"/>
              </a:ext>
            </a:extLst>
          </p:cNvPr>
          <p:cNvPicPr>
            <a:picLocks noChangeAspect="1"/>
          </p:cNvPicPr>
          <p:nvPr userDrawn="1"/>
        </p:nvPicPr>
        <p:blipFill>
          <a:blip r:embed="rId2"/>
          <a:srcRect l="4472" t="20775" r="5059" b="65696"/>
          <a:stretch>
            <a:fillRect/>
          </a:stretch>
        </p:blipFill>
        <p:spPr>
          <a:xfrm>
            <a:off x="-1" y="-16"/>
            <a:ext cx="12192001" cy="1553768"/>
          </a:xfrm>
          <a:prstGeom prst="rect">
            <a:avLst/>
          </a:prstGeom>
        </p:spPr>
      </p:pic>
      <p:pic>
        <p:nvPicPr>
          <p:cNvPr id="5" name="Picture 4" descr="A black grid with blue and pink squares&#10;&#10;AI-generated content may be incorrect.">
            <a:extLst>
              <a:ext uri="{FF2B5EF4-FFF2-40B4-BE49-F238E27FC236}">
                <a16:creationId xmlns:a16="http://schemas.microsoft.com/office/drawing/2014/main" id="{D40EAC56-B67D-35DA-0CC7-17532D7DB9DA}"/>
              </a:ext>
            </a:extLst>
          </p:cNvPr>
          <p:cNvPicPr>
            <a:picLocks noChangeAspect="1"/>
          </p:cNvPicPr>
          <p:nvPr userDrawn="1"/>
        </p:nvPicPr>
        <p:blipFill>
          <a:blip r:embed="rId2"/>
          <a:srcRect l="4472" t="10616" r="5059" b="75855"/>
          <a:stretch>
            <a:fillRect/>
          </a:stretch>
        </p:blipFill>
        <p:spPr>
          <a:xfrm>
            <a:off x="-1" y="5361843"/>
            <a:ext cx="12192001" cy="1553768"/>
          </a:xfrm>
          <a:prstGeom prst="rect">
            <a:avLst/>
          </a:prstGeom>
        </p:spPr>
      </p:pic>
    </p:spTree>
    <p:extLst>
      <p:ext uri="{BB962C8B-B14F-4D97-AF65-F5344CB8AC3E}">
        <p14:creationId xmlns:p14="http://schemas.microsoft.com/office/powerpoint/2010/main" val="3813759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03_Text-heavy Split" preserve="1" userDrawn="1">
  <p:cSld name="03_Text-heavy Split-Navy">
    <p:bg>
      <p:bgPr>
        <a:solidFill>
          <a:schemeClr val="tx1"/>
        </a:solidFill>
        <a:effectLst/>
      </p:bgPr>
    </p:bg>
    <p:spTree>
      <p:nvGrpSpPr>
        <p:cNvPr id="1" name="Shape 124"/>
        <p:cNvGrpSpPr/>
        <p:nvPr/>
      </p:nvGrpSpPr>
      <p:grpSpPr>
        <a:xfrm>
          <a:off x="0" y="0"/>
          <a:ext cx="0" cy="0"/>
          <a:chOff x="0" y="0"/>
          <a:chExt cx="0" cy="0"/>
        </a:xfrm>
      </p:grpSpPr>
      <p:sp>
        <p:nvSpPr>
          <p:cNvPr id="125" name="Google Shape;125;p14"/>
          <p:cNvSpPr/>
          <p:nvPr/>
        </p:nvSpPr>
        <p:spPr>
          <a:xfrm>
            <a:off x="6096000" y="0"/>
            <a:ext cx="6095600" cy="6858000"/>
          </a:xfrm>
          <a:prstGeom prst="rect">
            <a:avLst/>
          </a:prstGeom>
          <a:solidFill>
            <a:schemeClr val="bg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3224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943100"/>
            <a:ext cx="4571600" cy="3252000"/>
          </a:xfrm>
          <a:prstGeom prst="rect">
            <a:avLst/>
          </a:prstGeom>
          <a:noFill/>
          <a:ln>
            <a:noFill/>
          </a:ln>
        </p:spPr>
        <p:txBody>
          <a:bodyPr spcFirstLastPara="1" wrap="square" lIns="0" tIns="0" rIns="0" bIns="0" anchor="t" anchorCtr="0">
            <a:noAutofit/>
          </a:bodyPr>
          <a:lstStyle>
            <a:lvl1pPr marL="609585" lvl="0" indent="-414856" rtl="0">
              <a:spcBef>
                <a:spcPts val="0"/>
              </a:spcBef>
              <a:spcAft>
                <a:spcPts val="0"/>
              </a:spcAft>
              <a:buClr>
                <a:schemeClr val="bg1"/>
              </a:buClr>
              <a:buSzPct val="110000"/>
              <a:buFont typeface="Arial" panose="020B0604020202020204" pitchFamily="34" charset="0"/>
              <a:buChar char="•"/>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7" name="Google Shape;128;p14">
            <a:extLst>
              <a:ext uri="{FF2B5EF4-FFF2-40B4-BE49-F238E27FC236}">
                <a16:creationId xmlns:a16="http://schemas.microsoft.com/office/drawing/2014/main" id="{94FB350F-6CF0-CB81-8DAF-37C927AE2949}"/>
              </a:ext>
            </a:extLst>
          </p:cNvPr>
          <p:cNvSpPr txBox="1">
            <a:spLocks noGrp="1"/>
          </p:cNvSpPr>
          <p:nvPr>
            <p:ph type="body" idx="11"/>
          </p:nvPr>
        </p:nvSpPr>
        <p:spPr>
          <a:xfrm>
            <a:off x="6846193" y="1943100"/>
            <a:ext cx="4571600" cy="3252000"/>
          </a:xfrm>
          <a:prstGeom prst="rect">
            <a:avLst/>
          </a:prstGeom>
          <a:noFill/>
          <a:ln>
            <a:noFill/>
          </a:ln>
        </p:spPr>
        <p:txBody>
          <a:bodyPr spcFirstLastPara="1" wrap="square" lIns="0" tIns="0" rIns="0" bIns="0" anchor="t" anchorCtr="0">
            <a:noAutofit/>
          </a:bodyPr>
          <a:lstStyle>
            <a:lvl1pPr marL="609585" lvl="0" indent="-414856" rtl="0">
              <a:spcBef>
                <a:spcPts val="0"/>
              </a:spcBef>
              <a:spcAft>
                <a:spcPts val="0"/>
              </a:spcAft>
              <a:buClr>
                <a:schemeClr val="bg1"/>
              </a:buClr>
              <a:buSzPct val="110000"/>
              <a:buFont typeface="Arial" panose="020B0604020202020204" pitchFamily="34" charset="0"/>
              <a:buChar char="•"/>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8" name="Footer Placeholder 3">
            <a:extLst>
              <a:ext uri="{FF2B5EF4-FFF2-40B4-BE49-F238E27FC236}">
                <a16:creationId xmlns:a16="http://schemas.microsoft.com/office/drawing/2014/main" id="{CC101B06-5940-D2DE-E578-DAA4C200593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10" name="Graphic 9">
            <a:extLst>
              <a:ext uri="{FF2B5EF4-FFF2-40B4-BE49-F238E27FC236}">
                <a16:creationId xmlns:a16="http://schemas.microsoft.com/office/drawing/2014/main" id="{79DE3563-D4BC-BEDC-A82D-EE3DD9186D6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970317828"/>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3_Text-heavy Split" preserve="1" userDrawn="1">
  <p:cSld name="4_Text-heavy QuarterSplit-White">
    <p:spTree>
      <p:nvGrpSpPr>
        <p:cNvPr id="1" name="Shape 124"/>
        <p:cNvGrpSpPr/>
        <p:nvPr/>
      </p:nvGrpSpPr>
      <p:grpSpPr>
        <a:xfrm>
          <a:off x="0" y="0"/>
          <a:ext cx="0" cy="0"/>
          <a:chOff x="0" y="0"/>
          <a:chExt cx="0" cy="0"/>
        </a:xfrm>
      </p:grpSpPr>
      <p:sp>
        <p:nvSpPr>
          <p:cNvPr id="125" name="Google Shape;125;p14"/>
          <p:cNvSpPr/>
          <p:nvPr/>
        </p:nvSpPr>
        <p:spPr>
          <a:xfrm>
            <a:off x="400" y="0"/>
            <a:ext cx="3584048"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2770677" cy="566927"/>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2800" b="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28" name="Google Shape;128;p14"/>
          <p:cNvSpPr txBox="1">
            <a:spLocks noGrp="1"/>
          </p:cNvSpPr>
          <p:nvPr>
            <p:ph type="body" idx="2"/>
          </p:nvPr>
        </p:nvSpPr>
        <p:spPr>
          <a:xfrm>
            <a:off x="4035954" y="458509"/>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266444"/>
            <a:ext cx="2800201"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tx1"/>
              </a:buClr>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B09971A5-B971-DCED-B9DA-744C1C3553D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5E5ECB3B-6850-139F-D91A-96E6225D91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479807017"/>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3_Text-heavy Split" preserve="1" userDrawn="1">
  <p:cSld name="4_Text-heavy HalfSplit-White">
    <p:spTree>
      <p:nvGrpSpPr>
        <p:cNvPr id="1" name="Shape 124"/>
        <p:cNvGrpSpPr/>
        <p:nvPr/>
      </p:nvGrpSpPr>
      <p:grpSpPr>
        <a:xfrm>
          <a:off x="0" y="0"/>
          <a:ext cx="0" cy="0"/>
          <a:chOff x="0" y="0"/>
          <a:chExt cx="0" cy="0"/>
        </a:xfrm>
      </p:grpSpPr>
      <p:sp>
        <p:nvSpPr>
          <p:cNvPr id="125" name="Google Shape;125;p14"/>
          <p:cNvSpPr/>
          <p:nvPr/>
        </p:nvSpPr>
        <p:spPr>
          <a:xfrm>
            <a:off x="6096000" y="0"/>
            <a:ext cx="6095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3224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28" name="Google Shape;128;p14"/>
          <p:cNvSpPr txBox="1">
            <a:spLocks noGrp="1"/>
          </p:cNvSpPr>
          <p:nvPr>
            <p:ph type="body" idx="2"/>
          </p:nvPr>
        </p:nvSpPr>
        <p:spPr>
          <a:xfrm>
            <a:off x="6859304"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B09971A5-B971-DCED-B9DA-744C1C3553D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5E5ECB3B-6850-139F-D91A-96E6225D91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008633684"/>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05_SpeakerSlide1" preserve="1">
  <p:cSld name="05_SpeakerSlide1-Navy">
    <p:bg>
      <p:bgPr>
        <a:solidFill>
          <a:schemeClr val="tx1"/>
        </a:solidFill>
        <a:effectLst/>
      </p:bgPr>
    </p:bg>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5334900"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32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2pPr>
            <a:lvl3pPr lvl="2"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3pPr>
            <a:lvl4pPr lvl="3"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4pPr>
            <a:lvl5pPr lvl="4"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5pPr>
            <a:lvl6pPr lvl="5"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6pPr>
            <a:lvl7pPr lvl="6"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7pPr>
            <a:lvl8pPr lvl="7"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8pPr>
            <a:lvl9pPr lvl="8"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9pPr>
          </a:lstStyle>
          <a:p>
            <a:endParaRPr/>
          </a:p>
        </p:txBody>
      </p:sp>
      <p:sp>
        <p:nvSpPr>
          <p:cNvPr id="133" name="Google Shape;133;p15"/>
          <p:cNvSpPr txBox="1">
            <a:spLocks noGrp="1"/>
          </p:cNvSpPr>
          <p:nvPr>
            <p:ph type="body" idx="1"/>
          </p:nvPr>
        </p:nvSpPr>
        <p:spPr>
          <a:xfrm>
            <a:off x="5334895" y="4914900"/>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bg1"/>
              </a:buClr>
              <a:buSzPct val="110000"/>
              <a:buFont typeface="Arial" panose="020B0604020202020204" pitchFamily="34" charset="0"/>
              <a:buNone/>
              <a:tabLst/>
              <a:defRPr sz="2267"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2pPr>
            <a:lvl3pPr marL="1828754" lvl="2"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3pPr>
            <a:lvl4pPr marL="2438339" lvl="3"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4pPr>
            <a:lvl5pPr marL="3047924" lvl="4"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5pPr>
            <a:lvl6pPr marL="3657509" lvl="5"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6pPr>
            <a:lvl7pPr marL="4267093" lvl="6"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7pPr>
            <a:lvl8pPr marL="4876678" lvl="7"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8pPr>
            <a:lvl9pPr marL="5486263" lvl="8"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9pPr>
          </a:lstStyle>
          <a:p>
            <a:endParaRPr/>
          </a:p>
        </p:txBody>
      </p:sp>
      <p:sp>
        <p:nvSpPr>
          <p:cNvPr id="134" name="Google Shape;134;p15"/>
          <p:cNvSpPr>
            <a:spLocks noGrp="1"/>
          </p:cNvSpPr>
          <p:nvPr>
            <p:ph type="pic" idx="2"/>
          </p:nvPr>
        </p:nvSpPr>
        <p:spPr>
          <a:xfrm>
            <a:off x="125" y="0"/>
            <a:ext cx="4677200" cy="6858000"/>
          </a:xfrm>
          <a:prstGeom prst="rect">
            <a:avLst/>
          </a:prstGeom>
          <a:noFill/>
          <a:ln>
            <a:noFill/>
          </a:ln>
        </p:spPr>
        <p:txBody>
          <a:bodyPr/>
          <a:lstStyle/>
          <a:p>
            <a:endParaRPr lang="en-US"/>
          </a:p>
        </p:txBody>
      </p:sp>
      <p:sp>
        <p:nvSpPr>
          <p:cNvPr id="135" name="Google Shape;135;p15"/>
          <p:cNvSpPr txBox="1">
            <a:spLocks noGrp="1"/>
          </p:cNvSpPr>
          <p:nvPr>
            <p:ph type="subTitle" idx="3"/>
          </p:nvPr>
        </p:nvSpPr>
        <p:spPr>
          <a:xfrm>
            <a:off x="5334900" y="717933"/>
            <a:ext cx="47576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200"/>
              <a:buFont typeface="JetBrains Mono"/>
              <a:buNone/>
              <a:defRPr sz="1600"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9pPr>
          </a:lstStyle>
          <a:p>
            <a:endParaRPr/>
          </a:p>
        </p:txBody>
      </p:sp>
      <p:sp>
        <p:nvSpPr>
          <p:cNvPr id="136" name="Google Shape;136;p15"/>
          <p:cNvSpPr txBox="1">
            <a:spLocks noGrp="1"/>
          </p:cNvSpPr>
          <p:nvPr>
            <p:ph type="body" idx="4"/>
          </p:nvPr>
        </p:nvSpPr>
        <p:spPr>
          <a:xfrm>
            <a:off x="5334895" y="5514975"/>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bg1"/>
              </a:buClr>
              <a:buSzPct val="110000"/>
              <a:buFont typeface="Arial" panose="020B0604020202020204" pitchFamily="34" charset="0"/>
              <a:buNone/>
              <a:tabLst/>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3pPr>
            <a:lvl4pPr marL="2438339" lvl="3"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4pPr>
            <a:lvl5pPr marL="3047924" lvl="4"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5pPr>
            <a:lvl6pPr marL="3657509" lvl="5"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6pPr>
            <a:lvl7pPr marL="4267093" lvl="6"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7pPr>
            <a:lvl8pPr marL="4876678" lvl="7"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8pPr>
            <a:lvl9pPr marL="5486263" lvl="8"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9pPr>
          </a:lstStyle>
          <a:p>
            <a:endParaRPr/>
          </a:p>
        </p:txBody>
      </p:sp>
      <p:sp>
        <p:nvSpPr>
          <p:cNvPr id="137" name="Google Shape;137;p15"/>
          <p:cNvSpPr txBox="1">
            <a:spLocks noGrp="1"/>
          </p:cNvSpPr>
          <p:nvPr>
            <p:ph type="subTitle" idx="5"/>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1178BD8C-DBF7-7B4F-FEEE-E15B35A4BBA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C18D02B2-FE57-8646-28F5-30AB6E28C7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262924081"/>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05_SpeakerSlide1" preserve="1">
  <p:cSld name="6_SpeakerSlide1-White">
    <p:bg>
      <p:bgPr>
        <a:solidFill>
          <a:schemeClr val="bg1"/>
        </a:solidFill>
        <a:effectLst/>
      </p:bgPr>
    </p:bg>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5334900"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32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2pPr>
            <a:lvl3pPr lvl="2"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3pPr>
            <a:lvl4pPr lvl="3"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4pPr>
            <a:lvl5pPr lvl="4"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5pPr>
            <a:lvl6pPr lvl="5"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6pPr>
            <a:lvl7pPr lvl="6"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7pPr>
            <a:lvl8pPr lvl="7"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8pPr>
            <a:lvl9pPr lvl="8"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9pPr>
          </a:lstStyle>
          <a:p>
            <a:endParaRPr/>
          </a:p>
        </p:txBody>
      </p:sp>
      <p:sp>
        <p:nvSpPr>
          <p:cNvPr id="133" name="Google Shape;133;p15"/>
          <p:cNvSpPr txBox="1">
            <a:spLocks noGrp="1"/>
          </p:cNvSpPr>
          <p:nvPr>
            <p:ph type="body" idx="1"/>
          </p:nvPr>
        </p:nvSpPr>
        <p:spPr>
          <a:xfrm>
            <a:off x="5334895" y="4914900"/>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2267"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2pPr>
            <a:lvl3pPr marL="1828754" lvl="2"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3pPr>
            <a:lvl4pPr marL="2438339" lvl="3"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4pPr>
            <a:lvl5pPr marL="3047924" lvl="4"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5pPr>
            <a:lvl6pPr marL="3657509" lvl="5"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6pPr>
            <a:lvl7pPr marL="4267093" lvl="6"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7pPr>
            <a:lvl8pPr marL="4876678" lvl="7"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8pPr>
            <a:lvl9pPr marL="5486263" lvl="8"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9pPr>
          </a:lstStyle>
          <a:p>
            <a:endParaRPr/>
          </a:p>
        </p:txBody>
      </p:sp>
      <p:sp>
        <p:nvSpPr>
          <p:cNvPr id="134" name="Google Shape;134;p15"/>
          <p:cNvSpPr>
            <a:spLocks noGrp="1"/>
          </p:cNvSpPr>
          <p:nvPr>
            <p:ph type="pic" idx="2"/>
          </p:nvPr>
        </p:nvSpPr>
        <p:spPr>
          <a:xfrm>
            <a:off x="125" y="0"/>
            <a:ext cx="4677200" cy="6858000"/>
          </a:xfrm>
          <a:prstGeom prst="rect">
            <a:avLst/>
          </a:prstGeom>
          <a:noFill/>
          <a:ln>
            <a:noFill/>
          </a:ln>
        </p:spPr>
        <p:txBody>
          <a:bodyPr/>
          <a:lstStyle/>
          <a:p>
            <a:endParaRPr lang="en-US"/>
          </a:p>
        </p:txBody>
      </p:sp>
      <p:sp>
        <p:nvSpPr>
          <p:cNvPr id="135" name="Google Shape;135;p15"/>
          <p:cNvSpPr txBox="1">
            <a:spLocks noGrp="1"/>
          </p:cNvSpPr>
          <p:nvPr>
            <p:ph type="subTitle" idx="3"/>
          </p:nvPr>
        </p:nvSpPr>
        <p:spPr>
          <a:xfrm>
            <a:off x="5334900" y="717933"/>
            <a:ext cx="47576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200"/>
              <a:buFont typeface="JetBrains Mono"/>
              <a:buNone/>
              <a:defRPr sz="1600"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9pPr>
          </a:lstStyle>
          <a:p>
            <a:endParaRPr/>
          </a:p>
        </p:txBody>
      </p:sp>
      <p:sp>
        <p:nvSpPr>
          <p:cNvPr id="136" name="Google Shape;136;p15"/>
          <p:cNvSpPr txBox="1">
            <a:spLocks noGrp="1"/>
          </p:cNvSpPr>
          <p:nvPr>
            <p:ph type="body" idx="4"/>
          </p:nvPr>
        </p:nvSpPr>
        <p:spPr>
          <a:xfrm>
            <a:off x="5334895" y="5514975"/>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3pPr>
            <a:lvl4pPr marL="2438339" lvl="3"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4pPr>
            <a:lvl5pPr marL="3047924" lvl="4"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5pPr>
            <a:lvl6pPr marL="3657509" lvl="5"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6pPr>
            <a:lvl7pPr marL="4267093" lvl="6"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7pPr>
            <a:lvl8pPr marL="4876678" lvl="7"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8pPr>
            <a:lvl9pPr marL="5486263" lvl="8"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9pPr>
          </a:lstStyle>
          <a:p>
            <a:endParaRPr/>
          </a:p>
        </p:txBody>
      </p:sp>
      <p:sp>
        <p:nvSpPr>
          <p:cNvPr id="137" name="Google Shape;137;p15"/>
          <p:cNvSpPr txBox="1">
            <a:spLocks noGrp="1"/>
          </p:cNvSpPr>
          <p:nvPr>
            <p:ph type="subTitle" idx="5"/>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B063DBA5-08F6-B16B-930C-50CD5175249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91CD24E-765A-60F7-1878-3719FA3FFDE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841304885"/>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05_SpeakerSlide2" preserve="1">
  <p:cSld name="05_SpeakerSlide-Alt-Navy">
    <p:bg>
      <p:bgPr>
        <a:solidFill>
          <a:schemeClr val="tx1"/>
        </a:solidFill>
        <a:effectLst/>
      </p:bgPr>
    </p:bg>
    <p:spTree>
      <p:nvGrpSpPr>
        <p:cNvPr id="1" name="Shape 140"/>
        <p:cNvGrpSpPr/>
        <p:nvPr/>
      </p:nvGrpSpPr>
      <p:grpSpPr>
        <a:xfrm>
          <a:off x="0" y="0"/>
          <a:ext cx="0" cy="0"/>
          <a:chOff x="0" y="0"/>
          <a:chExt cx="0" cy="0"/>
        </a:xfrm>
      </p:grpSpPr>
      <p:sp>
        <p:nvSpPr>
          <p:cNvPr id="141" name="Google Shape;141;p16"/>
          <p:cNvSpPr>
            <a:spLocks noGrp="1"/>
          </p:cNvSpPr>
          <p:nvPr>
            <p:ph type="pic" idx="2"/>
          </p:nvPr>
        </p:nvSpPr>
        <p:spPr>
          <a:xfrm>
            <a:off x="888433" y="688800"/>
            <a:ext cx="3579200" cy="3403600"/>
          </a:xfrm>
          <a:prstGeom prst="roundRect">
            <a:avLst>
              <a:gd name="adj" fmla="val 3520"/>
            </a:avLst>
          </a:prstGeom>
          <a:noFill/>
          <a:ln>
            <a:noFill/>
          </a:ln>
        </p:spPr>
        <p:txBody>
          <a:bodyPr/>
          <a:lstStyle/>
          <a:p>
            <a:endParaRPr lang="en-US"/>
          </a:p>
        </p:txBody>
      </p:sp>
      <p:sp>
        <p:nvSpPr>
          <p:cNvPr id="142" name="Google Shape;142;p16"/>
          <p:cNvSpPr txBox="1">
            <a:spLocks noGrp="1"/>
          </p:cNvSpPr>
          <p:nvPr>
            <p:ph type="title"/>
          </p:nvPr>
        </p:nvSpPr>
        <p:spPr>
          <a:xfrm>
            <a:off x="5334895"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3200"/>
              <a:buFont typeface="Inter"/>
              <a:buNone/>
              <a:defRPr sz="4267"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2pPr>
            <a:lvl3pPr lvl="2"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3pPr>
            <a:lvl4pPr lvl="3"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4pPr>
            <a:lvl5pPr lvl="4"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5pPr>
            <a:lvl6pPr lvl="5"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6pPr>
            <a:lvl7pPr lvl="6"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7pPr>
            <a:lvl8pPr lvl="7"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8pPr>
            <a:lvl9pPr lvl="8"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9pPr>
          </a:lstStyle>
          <a:p>
            <a:endParaRPr/>
          </a:p>
        </p:txBody>
      </p:sp>
      <p:sp>
        <p:nvSpPr>
          <p:cNvPr id="143" name="Google Shape;143;p16"/>
          <p:cNvSpPr txBox="1">
            <a:spLocks noGrp="1"/>
          </p:cNvSpPr>
          <p:nvPr>
            <p:ph type="subTitle" idx="1"/>
          </p:nvPr>
        </p:nvSpPr>
        <p:spPr>
          <a:xfrm>
            <a:off x="5334900" y="717933"/>
            <a:ext cx="44180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200"/>
              <a:buFont typeface="JetBrains Mono"/>
              <a:buNone/>
              <a:defRPr sz="1600" b="0">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2pPr>
            <a:lvl3pPr lvl="2"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3pPr>
            <a:lvl4pPr lvl="3"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4pPr>
            <a:lvl5pPr lvl="4"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5pPr>
            <a:lvl6pPr lvl="5"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6pPr>
            <a:lvl7pPr lvl="6"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7pPr>
            <a:lvl8pPr lvl="7"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8pPr>
            <a:lvl9pPr lvl="8"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9pPr>
          </a:lstStyle>
          <a:p>
            <a:endParaRPr/>
          </a:p>
        </p:txBody>
      </p:sp>
      <p:sp>
        <p:nvSpPr>
          <p:cNvPr id="144" name="Google Shape;144;p16"/>
          <p:cNvSpPr txBox="1">
            <a:spLocks noGrp="1"/>
          </p:cNvSpPr>
          <p:nvPr>
            <p:ph type="subTitle" idx="3"/>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400"/>
              <a:buFont typeface="Inter"/>
              <a:buNone/>
              <a:defRPr>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45" name="Google Shape;145;p16"/>
          <p:cNvSpPr txBox="1">
            <a:spLocks noGrp="1"/>
          </p:cNvSpPr>
          <p:nvPr>
            <p:ph type="body" idx="4"/>
          </p:nvPr>
        </p:nvSpPr>
        <p:spPr>
          <a:xfrm>
            <a:off x="877828" y="4575467"/>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2267" b="1">
                <a:solidFill>
                  <a:srgbClr val="0099FF"/>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2pPr>
            <a:lvl3pPr marL="1828754" lvl="2"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3pPr>
            <a:lvl4pPr marL="2438339" lvl="3"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4pPr>
            <a:lvl5pPr marL="3047924" lvl="4"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5pPr>
            <a:lvl6pPr marL="3657509" lvl="5"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6pPr>
            <a:lvl7pPr marL="4267093" lvl="6"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7pPr>
            <a:lvl8pPr marL="4876678" lvl="7"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8pPr>
            <a:lvl9pPr marL="5486263" lvl="8"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9pPr>
          </a:lstStyle>
          <a:p>
            <a:endParaRPr/>
          </a:p>
        </p:txBody>
      </p:sp>
      <p:sp>
        <p:nvSpPr>
          <p:cNvPr id="146" name="Google Shape;146;p16"/>
          <p:cNvSpPr txBox="1">
            <a:spLocks noGrp="1"/>
          </p:cNvSpPr>
          <p:nvPr>
            <p:ph type="body" idx="5"/>
          </p:nvPr>
        </p:nvSpPr>
        <p:spPr>
          <a:xfrm>
            <a:off x="877828" y="5075741"/>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2pPr>
            <a:lvl3pPr marL="1828754" lvl="2"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3pPr>
            <a:lvl4pPr marL="2438339" lvl="3"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4pPr>
            <a:lvl5pPr marL="3047924" lvl="4"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5pPr>
            <a:lvl6pPr marL="3657509" lvl="5"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6pPr>
            <a:lvl7pPr marL="4267093" lvl="6"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7pPr>
            <a:lvl8pPr marL="4876678" lvl="7"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8pPr>
            <a:lvl9pPr marL="5486263" lvl="8"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9pPr>
          </a:lstStyle>
          <a:p>
            <a:endParaRPr/>
          </a:p>
        </p:txBody>
      </p:sp>
      <p:sp>
        <p:nvSpPr>
          <p:cNvPr id="6" name="Footer Placeholder 3">
            <a:extLst>
              <a:ext uri="{FF2B5EF4-FFF2-40B4-BE49-F238E27FC236}">
                <a16:creationId xmlns:a16="http://schemas.microsoft.com/office/drawing/2014/main" id="{4B337281-1A85-1251-8C68-062FE93F9A4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8" name="Graphic 7">
            <a:extLst>
              <a:ext uri="{FF2B5EF4-FFF2-40B4-BE49-F238E27FC236}">
                <a16:creationId xmlns:a16="http://schemas.microsoft.com/office/drawing/2014/main" id="{D79707AE-136D-EB51-B779-A5FEE6F820C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6851842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05_Speaker4 + Photos" preserve="1">
  <p:cSld name="05_Speaker4 + Photos">
    <p:bg>
      <p:bgPr>
        <a:solidFill>
          <a:schemeClr val="tx1"/>
        </a:solidFill>
        <a:effectLst/>
      </p:bgPr>
    </p:bg>
    <p:spTree>
      <p:nvGrpSpPr>
        <p:cNvPr id="1" name="Shape 149"/>
        <p:cNvGrpSpPr/>
        <p:nvPr/>
      </p:nvGrpSpPr>
      <p:grpSpPr>
        <a:xfrm>
          <a:off x="0" y="0"/>
          <a:ext cx="0" cy="0"/>
          <a:chOff x="0" y="0"/>
          <a:chExt cx="0" cy="0"/>
        </a:xfrm>
      </p:grpSpPr>
      <p:sp>
        <p:nvSpPr>
          <p:cNvPr id="150" name="Google Shape;150;p17"/>
          <p:cNvSpPr txBox="1">
            <a:spLocks noGrp="1"/>
          </p:cNvSpPr>
          <p:nvPr>
            <p:ph type="title"/>
          </p:nvPr>
        </p:nvSpPr>
        <p:spPr>
          <a:xfrm>
            <a:off x="438871" y="457201"/>
            <a:ext cx="76572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51" name="Google Shape;151;p17"/>
          <p:cNvSpPr txBox="1">
            <a:spLocks noGrp="1"/>
          </p:cNvSpPr>
          <p:nvPr>
            <p:ph type="body" idx="1"/>
          </p:nvPr>
        </p:nvSpPr>
        <p:spPr>
          <a:xfrm>
            <a:off x="438868"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52" name="Google Shape;152;p17"/>
          <p:cNvSpPr txBox="1">
            <a:spLocks noGrp="1"/>
          </p:cNvSpPr>
          <p:nvPr>
            <p:ph type="body" idx="2"/>
          </p:nvPr>
        </p:nvSpPr>
        <p:spPr>
          <a:xfrm>
            <a:off x="438867"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53" name="Google Shape;153;p17"/>
          <p:cNvSpPr>
            <a:spLocks noGrp="1"/>
          </p:cNvSpPr>
          <p:nvPr>
            <p:ph type="pic" idx="3"/>
          </p:nvPr>
        </p:nvSpPr>
        <p:spPr>
          <a:xfrm>
            <a:off x="438800"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4" name="Google Shape;154;p17"/>
          <p:cNvSpPr>
            <a:spLocks noGrp="1"/>
          </p:cNvSpPr>
          <p:nvPr>
            <p:ph type="pic" idx="4"/>
          </p:nvPr>
        </p:nvSpPr>
        <p:spPr>
          <a:xfrm>
            <a:off x="3485133"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5" name="Google Shape;155;p17"/>
          <p:cNvSpPr>
            <a:spLocks noGrp="1"/>
          </p:cNvSpPr>
          <p:nvPr>
            <p:ph type="pic" idx="5"/>
          </p:nvPr>
        </p:nvSpPr>
        <p:spPr>
          <a:xfrm>
            <a:off x="6531467"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6" name="Google Shape;156;p17"/>
          <p:cNvSpPr>
            <a:spLocks noGrp="1"/>
          </p:cNvSpPr>
          <p:nvPr>
            <p:ph type="pic" idx="6"/>
          </p:nvPr>
        </p:nvSpPr>
        <p:spPr>
          <a:xfrm>
            <a:off x="9577800"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7" name="Google Shape;157;p17"/>
          <p:cNvSpPr txBox="1">
            <a:spLocks noGrp="1"/>
          </p:cNvSpPr>
          <p:nvPr>
            <p:ph type="body" idx="7"/>
          </p:nvPr>
        </p:nvSpPr>
        <p:spPr>
          <a:xfrm>
            <a:off x="3485135"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58" name="Google Shape;158;p17"/>
          <p:cNvSpPr txBox="1">
            <a:spLocks noGrp="1"/>
          </p:cNvSpPr>
          <p:nvPr>
            <p:ph type="body" idx="8"/>
          </p:nvPr>
        </p:nvSpPr>
        <p:spPr>
          <a:xfrm>
            <a:off x="3485133"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59" name="Google Shape;159;p17"/>
          <p:cNvSpPr txBox="1">
            <a:spLocks noGrp="1"/>
          </p:cNvSpPr>
          <p:nvPr>
            <p:ph type="body" idx="9"/>
          </p:nvPr>
        </p:nvSpPr>
        <p:spPr>
          <a:xfrm>
            <a:off x="6531401"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60" name="Google Shape;160;p17"/>
          <p:cNvSpPr txBox="1">
            <a:spLocks noGrp="1"/>
          </p:cNvSpPr>
          <p:nvPr>
            <p:ph type="body" idx="13"/>
          </p:nvPr>
        </p:nvSpPr>
        <p:spPr>
          <a:xfrm>
            <a:off x="6531400"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61" name="Google Shape;161;p17"/>
          <p:cNvSpPr txBox="1">
            <a:spLocks noGrp="1"/>
          </p:cNvSpPr>
          <p:nvPr>
            <p:ph type="body" idx="14"/>
          </p:nvPr>
        </p:nvSpPr>
        <p:spPr>
          <a:xfrm>
            <a:off x="9577668"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62" name="Google Shape;162;p17"/>
          <p:cNvSpPr txBox="1">
            <a:spLocks noGrp="1"/>
          </p:cNvSpPr>
          <p:nvPr>
            <p:ph type="body" idx="15"/>
          </p:nvPr>
        </p:nvSpPr>
        <p:spPr>
          <a:xfrm>
            <a:off x="9577667"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47B55B22-7B15-8EB6-42D5-384C7184378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68E1AB4-BF66-E566-C3F4-24D67F875E8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982915861"/>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08_GraphSlide" preserve="1">
  <p:cSld name="TitleOnly-NavyWhite">
    <p:spTree>
      <p:nvGrpSpPr>
        <p:cNvPr id="1" name="Shape 165"/>
        <p:cNvGrpSpPr/>
        <p:nvPr/>
      </p:nvGrpSpPr>
      <p:grpSpPr>
        <a:xfrm>
          <a:off x="0" y="0"/>
          <a:ext cx="0" cy="0"/>
          <a:chOff x="0" y="0"/>
          <a:chExt cx="0" cy="0"/>
        </a:xfrm>
      </p:grpSpPr>
      <p:sp>
        <p:nvSpPr>
          <p:cNvPr id="166" name="Google Shape;166;p18"/>
          <p:cNvSpPr/>
          <p:nvPr/>
        </p:nvSpPr>
        <p:spPr>
          <a:xfrm>
            <a:off x="33" y="0"/>
            <a:ext cx="12192000" cy="6159200"/>
          </a:xfrm>
          <a:prstGeom prst="rect">
            <a:avLst/>
          </a:prstGeom>
          <a:solidFill>
            <a:schemeClr val="tx1"/>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67" name="Google Shape;167;p18"/>
          <p:cNvSpPr txBox="1">
            <a:spLocks noGrp="1"/>
          </p:cNvSpPr>
          <p:nvPr>
            <p:ph type="title"/>
          </p:nvPr>
        </p:nvSpPr>
        <p:spPr>
          <a:xfrm>
            <a:off x="2600763" y="395412"/>
            <a:ext cx="6990400" cy="74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000" b="0">
                <a:solidFill>
                  <a:schemeClr val="bg1"/>
                </a:solidFill>
                <a:latin typeface="Bebas Neue" panose="020B0606020202050201" pitchFamily="34" charset="77"/>
                <a:ea typeface="Open Sans" panose="020B0606030504020204" pitchFamily="34" charset="0"/>
                <a:cs typeface="Open Sans" panose="020B0606030504020204" pitchFamily="34" charset="0"/>
                <a:sym typeface="Inter"/>
              </a:defRPr>
            </a:lvl1pPr>
            <a:lvl2pPr lvl="1" algn="ctr" rtl="0">
              <a:spcBef>
                <a:spcPts val="0"/>
              </a:spcBef>
              <a:spcAft>
                <a:spcPts val="0"/>
              </a:spcAft>
              <a:buSzPts val="2700"/>
              <a:buFont typeface="Inter"/>
              <a:buNone/>
              <a:defRPr sz="3600" b="1">
                <a:latin typeface="Inter"/>
                <a:ea typeface="Inter"/>
                <a:cs typeface="Inter"/>
                <a:sym typeface="Inter"/>
              </a:defRPr>
            </a:lvl2pPr>
            <a:lvl3pPr lvl="2" algn="ctr" rtl="0">
              <a:spcBef>
                <a:spcPts val="0"/>
              </a:spcBef>
              <a:spcAft>
                <a:spcPts val="0"/>
              </a:spcAft>
              <a:buSzPts val="2700"/>
              <a:buFont typeface="Inter"/>
              <a:buNone/>
              <a:defRPr sz="3600" b="1">
                <a:latin typeface="Inter"/>
                <a:ea typeface="Inter"/>
                <a:cs typeface="Inter"/>
                <a:sym typeface="Inter"/>
              </a:defRPr>
            </a:lvl3pPr>
            <a:lvl4pPr lvl="3" algn="ctr" rtl="0">
              <a:spcBef>
                <a:spcPts val="0"/>
              </a:spcBef>
              <a:spcAft>
                <a:spcPts val="0"/>
              </a:spcAft>
              <a:buSzPts val="2700"/>
              <a:buFont typeface="Inter"/>
              <a:buNone/>
              <a:defRPr sz="3600" b="1">
                <a:latin typeface="Inter"/>
                <a:ea typeface="Inter"/>
                <a:cs typeface="Inter"/>
                <a:sym typeface="Inter"/>
              </a:defRPr>
            </a:lvl4pPr>
            <a:lvl5pPr lvl="4" algn="ctr" rtl="0">
              <a:spcBef>
                <a:spcPts val="0"/>
              </a:spcBef>
              <a:spcAft>
                <a:spcPts val="0"/>
              </a:spcAft>
              <a:buSzPts val="2700"/>
              <a:buFont typeface="Inter"/>
              <a:buNone/>
              <a:defRPr sz="3600" b="1">
                <a:latin typeface="Inter"/>
                <a:ea typeface="Inter"/>
                <a:cs typeface="Inter"/>
                <a:sym typeface="Inter"/>
              </a:defRPr>
            </a:lvl5pPr>
            <a:lvl6pPr lvl="5" algn="ctr" rtl="0">
              <a:spcBef>
                <a:spcPts val="0"/>
              </a:spcBef>
              <a:spcAft>
                <a:spcPts val="0"/>
              </a:spcAft>
              <a:buSzPts val="2700"/>
              <a:buFont typeface="Inter"/>
              <a:buNone/>
              <a:defRPr sz="3600" b="1">
                <a:latin typeface="Inter"/>
                <a:ea typeface="Inter"/>
                <a:cs typeface="Inter"/>
                <a:sym typeface="Inter"/>
              </a:defRPr>
            </a:lvl6pPr>
            <a:lvl7pPr lvl="6" algn="ctr" rtl="0">
              <a:spcBef>
                <a:spcPts val="0"/>
              </a:spcBef>
              <a:spcAft>
                <a:spcPts val="0"/>
              </a:spcAft>
              <a:buSzPts val="2700"/>
              <a:buFont typeface="Inter"/>
              <a:buNone/>
              <a:defRPr sz="3600" b="1">
                <a:latin typeface="Inter"/>
                <a:ea typeface="Inter"/>
                <a:cs typeface="Inter"/>
                <a:sym typeface="Inter"/>
              </a:defRPr>
            </a:lvl7pPr>
            <a:lvl8pPr lvl="7" algn="ctr" rtl="0">
              <a:spcBef>
                <a:spcPts val="0"/>
              </a:spcBef>
              <a:spcAft>
                <a:spcPts val="0"/>
              </a:spcAft>
              <a:buSzPts val="2700"/>
              <a:buFont typeface="Inter"/>
              <a:buNone/>
              <a:defRPr sz="3600" b="1">
                <a:latin typeface="Inter"/>
                <a:ea typeface="Inter"/>
                <a:cs typeface="Inter"/>
                <a:sym typeface="Inter"/>
              </a:defRPr>
            </a:lvl8pPr>
            <a:lvl9pPr lvl="8" algn="ctr" rtl="0">
              <a:spcBef>
                <a:spcPts val="0"/>
              </a:spcBef>
              <a:spcAft>
                <a:spcPts val="0"/>
              </a:spcAft>
              <a:buSzPts val="2700"/>
              <a:buFont typeface="Inter"/>
              <a:buNone/>
              <a:defRPr sz="3600" b="1">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2E19C42-3C71-BE21-7F6E-A72328F89F0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FB51793-C2A8-115D-0718-80F8D63B93D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859797089"/>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08_GraphSlide2" preserve="1">
  <p:cSld name="Text Heavy-2Col-White">
    <p:bg>
      <p:bgPr>
        <a:solidFill>
          <a:schemeClr val="bg1"/>
        </a:solidFill>
        <a:effectLst/>
      </p:bgPr>
    </p:bg>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438867" y="457201"/>
            <a:ext cx="4571600" cy="574516"/>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800"/>
              <a:buFont typeface="Inter"/>
              <a:buNone/>
              <a:defRPr sz="3733"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9pPr>
          </a:lstStyle>
          <a:p>
            <a:endParaRPr/>
          </a:p>
        </p:txBody>
      </p:sp>
      <p:sp>
        <p:nvSpPr>
          <p:cNvPr id="172" name="Google Shape;172;p19"/>
          <p:cNvSpPr txBox="1">
            <a:spLocks noGrp="1"/>
          </p:cNvSpPr>
          <p:nvPr>
            <p:ph type="body" idx="1"/>
          </p:nvPr>
        </p:nvSpPr>
        <p:spPr>
          <a:xfrm>
            <a:off x="438867" y="1159796"/>
            <a:ext cx="4571600" cy="1094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173" name="Google Shape;173;p19"/>
          <p:cNvSpPr txBox="1">
            <a:spLocks noGrp="1"/>
          </p:cNvSpPr>
          <p:nvPr>
            <p:ph type="body" idx="2"/>
          </p:nvPr>
        </p:nvSpPr>
        <p:spPr>
          <a:xfrm>
            <a:off x="6096000" y="1159796"/>
            <a:ext cx="4571600" cy="10948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EEBDF09-5706-9221-9A10-3AA8F44C011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0862B4-7E47-4B48-2873-C13ADABA5B2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511509662"/>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08_GraphSlide2" preserve="1">
  <p:cSld name="Text Heavy-2Col-Navy">
    <p:bg>
      <p:bgPr>
        <a:solidFill>
          <a:schemeClr val="tx1"/>
        </a:solidFill>
        <a:effectLst/>
      </p:bgPr>
    </p:bg>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438867" y="457201"/>
            <a:ext cx="4571600" cy="574516"/>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800"/>
              <a:buFont typeface="Inter"/>
              <a:buNone/>
              <a:defRPr sz="3733"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9pPr>
          </a:lstStyle>
          <a:p>
            <a:endParaRPr/>
          </a:p>
        </p:txBody>
      </p:sp>
      <p:sp>
        <p:nvSpPr>
          <p:cNvPr id="172" name="Google Shape;172;p19"/>
          <p:cNvSpPr txBox="1">
            <a:spLocks noGrp="1"/>
          </p:cNvSpPr>
          <p:nvPr>
            <p:ph type="body" idx="1"/>
          </p:nvPr>
        </p:nvSpPr>
        <p:spPr>
          <a:xfrm>
            <a:off x="438867" y="1159796"/>
            <a:ext cx="4571600" cy="1094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173" name="Google Shape;173;p19"/>
          <p:cNvSpPr txBox="1">
            <a:spLocks noGrp="1"/>
          </p:cNvSpPr>
          <p:nvPr>
            <p:ph type="body" idx="2"/>
          </p:nvPr>
        </p:nvSpPr>
        <p:spPr>
          <a:xfrm>
            <a:off x="6096000" y="1159796"/>
            <a:ext cx="4571600" cy="10948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EA3B5DCC-88D1-8D3D-5B4F-B547E1F2B47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2E105C49-8291-F386-6BB5-C5DFA2B496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818305046"/>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1_DesktopScreen" preserve="1">
  <p:cSld name="11_DesktopScreen">
    <p:bg>
      <p:bgPr>
        <a:gradFill>
          <a:gsLst>
            <a:gs pos="0">
              <a:schemeClr val="tx1"/>
            </a:gs>
            <a:gs pos="100000">
              <a:schemeClr val="bg2"/>
            </a:gs>
          </a:gsLst>
          <a:lin ang="18900000" scaled="1"/>
        </a:gradFill>
        <a:effectLst/>
      </p:bgPr>
    </p:bg>
    <p:spTree>
      <p:nvGrpSpPr>
        <p:cNvPr id="1" name="Shape 176"/>
        <p:cNvGrpSpPr/>
        <p:nvPr/>
      </p:nvGrpSpPr>
      <p:grpSpPr>
        <a:xfrm>
          <a:off x="0" y="0"/>
          <a:ext cx="0" cy="0"/>
          <a:chOff x="0" y="0"/>
          <a:chExt cx="0" cy="0"/>
        </a:xfrm>
      </p:grpSpPr>
      <p:pic>
        <p:nvPicPr>
          <p:cNvPr id="17" name="Picture 16" descr="A blue and black background with dots&#10;&#10;AI-generated content may be incorrect.">
            <a:extLst>
              <a:ext uri="{FF2B5EF4-FFF2-40B4-BE49-F238E27FC236}">
                <a16:creationId xmlns:a16="http://schemas.microsoft.com/office/drawing/2014/main" id="{FC368743-3F87-5CDF-FBFD-2E95E4D496E7}"/>
              </a:ext>
            </a:extLst>
          </p:cNvPr>
          <p:cNvPicPr>
            <a:picLocks noChangeAspect="1"/>
          </p:cNvPicPr>
          <p:nvPr userDrawn="1"/>
        </p:nvPicPr>
        <p:blipFill>
          <a:blip r:embed="rId2"/>
          <a:srcRect r="9828"/>
          <a:stretch>
            <a:fillRect/>
          </a:stretch>
        </p:blipFill>
        <p:spPr>
          <a:xfrm>
            <a:off x="4474581" y="0"/>
            <a:ext cx="7717420" cy="6858000"/>
          </a:xfrm>
          <a:prstGeom prst="rect">
            <a:avLst/>
          </a:prstGeom>
        </p:spPr>
      </p:pic>
      <p:pic>
        <p:nvPicPr>
          <p:cNvPr id="177" name="Google Shape;177;p20"/>
          <p:cNvPicPr preferRelativeResize="0"/>
          <p:nvPr/>
        </p:nvPicPr>
        <p:blipFill>
          <a:blip r:embed="rId3">
            <a:alphaModFix/>
          </a:blip>
          <a:stretch>
            <a:fillRect/>
          </a:stretch>
        </p:blipFill>
        <p:spPr>
          <a:xfrm>
            <a:off x="4840382" y="793604"/>
            <a:ext cx="6909473" cy="5003285"/>
          </a:xfrm>
          <a:prstGeom prst="rect">
            <a:avLst/>
          </a:prstGeom>
          <a:noFill/>
          <a:ln>
            <a:noFill/>
          </a:ln>
          <a:effectLst/>
        </p:spPr>
      </p:pic>
      <p:sp>
        <p:nvSpPr>
          <p:cNvPr id="178" name="Google Shape;178;p20"/>
          <p:cNvSpPr txBox="1">
            <a:spLocks noGrp="1"/>
          </p:cNvSpPr>
          <p:nvPr>
            <p:ph type="title"/>
          </p:nvPr>
        </p:nvSpPr>
        <p:spPr>
          <a:xfrm>
            <a:off x="438871" y="499001"/>
            <a:ext cx="34836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79" name="Google Shape;179;p20"/>
          <p:cNvSpPr txBox="1">
            <a:spLocks noGrp="1"/>
          </p:cNvSpPr>
          <p:nvPr>
            <p:ph type="body" idx="1"/>
          </p:nvPr>
        </p:nvSpPr>
        <p:spPr>
          <a:xfrm>
            <a:off x="438871" y="2369912"/>
            <a:ext cx="3483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7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180" name="Google Shape;180;p20"/>
          <p:cNvSpPr>
            <a:spLocks noGrp="1"/>
          </p:cNvSpPr>
          <p:nvPr>
            <p:ph type="pic" idx="2"/>
          </p:nvPr>
        </p:nvSpPr>
        <p:spPr>
          <a:xfrm>
            <a:off x="4946152" y="1061111"/>
            <a:ext cx="6697931" cy="4631855"/>
          </a:xfrm>
          <a:prstGeom prst="roundRect">
            <a:avLst>
              <a:gd name="adj" fmla="val 858"/>
            </a:avLst>
          </a:prstGeom>
          <a:noFill/>
          <a:ln>
            <a:noFill/>
          </a:ln>
        </p:spPr>
        <p:txBody>
          <a:bodyPr/>
          <a:lstStyle/>
          <a:p>
            <a:endParaRPr lang="en-US"/>
          </a:p>
        </p:txBody>
      </p:sp>
      <p:sp>
        <p:nvSpPr>
          <p:cNvPr id="3" name="Footer Placeholder 3">
            <a:extLst>
              <a:ext uri="{FF2B5EF4-FFF2-40B4-BE49-F238E27FC236}">
                <a16:creationId xmlns:a16="http://schemas.microsoft.com/office/drawing/2014/main" id="{DF7555FC-3DC6-CA4A-30FC-D9624A2EA21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10" name="Graphic 9">
            <a:extLst>
              <a:ext uri="{FF2B5EF4-FFF2-40B4-BE49-F238E27FC236}">
                <a16:creationId xmlns:a16="http://schemas.microsoft.com/office/drawing/2014/main" id="{D74075CA-7B6C-A4F8-9295-7B1130EE55B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211428469"/>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1_Coding Screen Slide" preserve="1">
  <p:cSld name="11_Coding Screen Slide">
    <p:spTree>
      <p:nvGrpSpPr>
        <p:cNvPr id="1" name="Shape 183"/>
        <p:cNvGrpSpPr/>
        <p:nvPr/>
      </p:nvGrpSpPr>
      <p:grpSpPr>
        <a:xfrm>
          <a:off x="0" y="0"/>
          <a:ext cx="0" cy="0"/>
          <a:chOff x="0" y="0"/>
          <a:chExt cx="0" cy="0"/>
        </a:xfrm>
      </p:grpSpPr>
      <p:pic>
        <p:nvPicPr>
          <p:cNvPr id="5" name="Picture 4" descr="A blue and black background with dots&#10;&#10;AI-generated content may be incorrect.">
            <a:extLst>
              <a:ext uri="{FF2B5EF4-FFF2-40B4-BE49-F238E27FC236}">
                <a16:creationId xmlns:a16="http://schemas.microsoft.com/office/drawing/2014/main" id="{F9300C3C-AAB9-475C-1634-432139CF3700}"/>
              </a:ext>
            </a:extLst>
          </p:cNvPr>
          <p:cNvPicPr>
            <a:picLocks noChangeAspect="1"/>
          </p:cNvPicPr>
          <p:nvPr userDrawn="1"/>
        </p:nvPicPr>
        <p:blipFill>
          <a:blip r:embed="rId2"/>
          <a:srcRect l="-1" r="28775"/>
          <a:stretch>
            <a:fillRect/>
          </a:stretch>
        </p:blipFill>
        <p:spPr>
          <a:xfrm>
            <a:off x="6096001" y="0"/>
            <a:ext cx="6095900" cy="6858000"/>
          </a:xfrm>
          <a:prstGeom prst="rect">
            <a:avLst/>
          </a:prstGeom>
        </p:spPr>
      </p:pic>
      <p:sp>
        <p:nvSpPr>
          <p:cNvPr id="185" name="Google Shape;185;p21"/>
          <p:cNvSpPr txBox="1">
            <a:spLocks noGrp="1"/>
          </p:cNvSpPr>
          <p:nvPr>
            <p:ph type="title"/>
          </p:nvPr>
        </p:nvSpPr>
        <p:spPr>
          <a:xfrm>
            <a:off x="438871" y="457201"/>
            <a:ext cx="45716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86" name="Google Shape;186;p21"/>
          <p:cNvSpPr txBox="1">
            <a:spLocks noGrp="1"/>
          </p:cNvSpPr>
          <p:nvPr>
            <p:ph type="body" idx="1"/>
          </p:nvPr>
        </p:nvSpPr>
        <p:spPr>
          <a:xfrm>
            <a:off x="438871"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pic>
        <p:nvPicPr>
          <p:cNvPr id="187" name="Google Shape;187;p21"/>
          <p:cNvPicPr preferRelativeResize="0"/>
          <p:nvPr/>
        </p:nvPicPr>
        <p:blipFill rotWithShape="1">
          <a:blip r:embed="rId3">
            <a:alphaModFix/>
          </a:blip>
          <a:srcRect r="18267"/>
          <a:stretch/>
        </p:blipFill>
        <p:spPr>
          <a:xfrm>
            <a:off x="6823597" y="763538"/>
            <a:ext cx="5368440" cy="4756863"/>
          </a:xfrm>
          <a:prstGeom prst="rect">
            <a:avLst/>
          </a:prstGeom>
          <a:noFill/>
          <a:ln>
            <a:noFill/>
          </a:ln>
        </p:spPr>
      </p:pic>
      <p:sp>
        <p:nvSpPr>
          <p:cNvPr id="188" name="Google Shape;188;p21"/>
          <p:cNvSpPr txBox="1">
            <a:spLocks noGrp="1"/>
          </p:cNvSpPr>
          <p:nvPr>
            <p:ph type="body" idx="2"/>
          </p:nvPr>
        </p:nvSpPr>
        <p:spPr>
          <a:xfrm>
            <a:off x="7222109" y="1333500"/>
            <a:ext cx="4571600" cy="3252000"/>
          </a:xfrm>
          <a:prstGeom prst="rect">
            <a:avLst/>
          </a:prstGeom>
          <a:noFill/>
          <a:ln>
            <a:noFill/>
          </a:ln>
        </p:spPr>
        <p:txBody>
          <a:bodyPr spcFirstLastPara="1" wrap="square" lIns="0" tIns="0" rIns="0" bIns="0" anchor="t" anchorCtr="0">
            <a:noAutofit/>
          </a:bodyPr>
          <a:lstStyle>
            <a:lvl1pPr marL="609585" lvl="0" indent="-397923" rtl="0">
              <a:spcBef>
                <a:spcPts val="0"/>
              </a:spcBef>
              <a:spcAft>
                <a:spcPts val="0"/>
              </a:spcAft>
              <a:buClrTx/>
              <a:buSzPct val="110000"/>
              <a:buFont typeface="Arial" panose="020B0604020202020204" pitchFamily="34" charset="0"/>
              <a:buChar char="•"/>
              <a:defRPr sz="1467">
                <a:solidFill>
                  <a:schemeClr val="bg1"/>
                </a:solidFill>
                <a:latin typeface="JetBrains Mono"/>
                <a:ea typeface="JetBrains Mono"/>
                <a:cs typeface="JetBrains Mono"/>
                <a:sym typeface="JetBrains Mono"/>
              </a:defRPr>
            </a:lvl1pPr>
            <a:lvl2pPr marL="1219170" lvl="1"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2pPr>
            <a:lvl3pPr marL="1828754" lvl="2"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3pPr>
            <a:lvl4pPr marL="2438339" lvl="3"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4pPr>
            <a:lvl5pPr marL="3047924" lvl="4"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5pPr>
            <a:lvl6pPr marL="3657509" lvl="5"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6pPr>
            <a:lvl7pPr marL="4267093" lvl="6"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7pPr>
            <a:lvl8pPr marL="4876678" lvl="7"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8pPr>
            <a:lvl9pPr marL="5486263" lvl="8"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861BF3EB-878E-A61B-F70B-4FDC802D597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0DA8105E-AE7C-10C6-C3F1-CDA2A8A9F612}"/>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989686816"/>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0_Stats2Split" preserve="1">
  <p:cSld name="10_StatsHalfSplit-White">
    <p:spTree>
      <p:nvGrpSpPr>
        <p:cNvPr id="1" name="Shape 191"/>
        <p:cNvGrpSpPr/>
        <p:nvPr/>
      </p:nvGrpSpPr>
      <p:grpSpPr>
        <a:xfrm>
          <a:off x="0" y="0"/>
          <a:ext cx="0" cy="0"/>
          <a:chOff x="0" y="0"/>
          <a:chExt cx="0" cy="0"/>
        </a:xfrm>
      </p:grpSpPr>
      <p:sp>
        <p:nvSpPr>
          <p:cNvPr id="192" name="Google Shape;192;p22"/>
          <p:cNvSpPr/>
          <p:nvPr/>
        </p:nvSpPr>
        <p:spPr>
          <a:xfrm>
            <a:off x="609830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93" name="Google Shape;193;p22"/>
          <p:cNvSpPr txBox="1">
            <a:spLocks noGrp="1"/>
          </p:cNvSpPr>
          <p:nvPr>
            <p:ph type="title"/>
          </p:nvPr>
        </p:nvSpPr>
        <p:spPr>
          <a:xfrm>
            <a:off x="6861704" y="1190649"/>
            <a:ext cx="4512800" cy="2665600"/>
          </a:xfrm>
          <a:prstGeom prst="rect">
            <a:avLst/>
          </a:prstGeom>
          <a:noFill/>
          <a:ln>
            <a:noFill/>
          </a:ln>
        </p:spPr>
        <p:txBody>
          <a:bodyPr spcFirstLastPara="1" wrap="square" lIns="0" tIns="0" rIns="0" bIns="0" anchor="b" anchorCtr="0">
            <a:noAutofit/>
          </a:bodyPr>
          <a:lstStyle>
            <a:lvl1pPr lvl="0" algn="ctr" rtl="0">
              <a:lnSpc>
                <a:spcPts val="10000"/>
              </a:lnSpc>
              <a:spcBef>
                <a:spcPts val="0"/>
              </a:spcBef>
              <a:spcAft>
                <a:spcPts val="0"/>
              </a:spcAft>
              <a:buClr>
                <a:schemeClr val="accent2"/>
              </a:buClr>
              <a:buSzPts val="9000"/>
              <a:buFont typeface="JetBrains Mono"/>
              <a:buNone/>
              <a:defRPr sz="9600" b="0">
                <a:solidFill>
                  <a:schemeClr val="tx1"/>
                </a:solidFill>
                <a:latin typeface="Bebas Neue" panose="020B0606020202050201" pitchFamily="34" charset="77"/>
                <a:ea typeface="Bebas Neue" panose="020B0606020202050201" pitchFamily="34" charset="77"/>
                <a:cs typeface="Bebas Neue" panose="020B0606020202050201" pitchFamily="34" charset="77"/>
                <a:sym typeface="JetBrains Mono"/>
              </a:defRPr>
            </a:lvl1pPr>
            <a:lvl2pPr lvl="1"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9pPr>
          </a:lstStyle>
          <a:p>
            <a:endParaRPr/>
          </a:p>
        </p:txBody>
      </p:sp>
      <p:sp>
        <p:nvSpPr>
          <p:cNvPr id="194" name="Google Shape;194;p22"/>
          <p:cNvSpPr txBox="1">
            <a:spLocks noGrp="1"/>
          </p:cNvSpPr>
          <p:nvPr>
            <p:ph type="subTitle" idx="1"/>
          </p:nvPr>
        </p:nvSpPr>
        <p:spPr>
          <a:xfrm>
            <a:off x="6879203" y="4388312"/>
            <a:ext cx="45128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800" spc="-150">
                <a:solidFill>
                  <a:schemeClr val="accent1"/>
                </a:solidFill>
                <a:latin typeface="DM Sans 14pt" pitchFamily="2" charset="77"/>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195" name="Google Shape;195;p22"/>
          <p:cNvSpPr txBox="1">
            <a:spLocks noGrp="1"/>
          </p:cNvSpPr>
          <p:nvPr>
            <p:ph type="title" idx="2"/>
          </p:nvPr>
        </p:nvSpPr>
        <p:spPr>
          <a:xfrm>
            <a:off x="780903" y="1190649"/>
            <a:ext cx="4554000" cy="2665600"/>
          </a:xfrm>
          <a:prstGeom prst="rect">
            <a:avLst/>
          </a:prstGeom>
          <a:noFill/>
          <a:ln>
            <a:noFill/>
          </a:ln>
        </p:spPr>
        <p:txBody>
          <a:bodyPr spcFirstLastPara="1" wrap="square" lIns="0" tIns="0" rIns="0" bIns="0" anchor="b" anchorCtr="0">
            <a:noAutofit/>
          </a:bodyPr>
          <a:lstStyle>
            <a:lvl1pPr lvl="0" algn="ctr" rtl="0">
              <a:lnSpc>
                <a:spcPts val="10000"/>
              </a:lnSpc>
              <a:spcBef>
                <a:spcPts val="0"/>
              </a:spcBef>
              <a:spcAft>
                <a:spcPts val="0"/>
              </a:spcAft>
              <a:buClr>
                <a:schemeClr val="accent2"/>
              </a:buClr>
              <a:buSzPts val="9000"/>
              <a:buFont typeface="JetBrains Mono"/>
              <a:buNone/>
              <a:defRPr sz="9600" b="0">
                <a:solidFill>
                  <a:schemeClr val="tx1"/>
                </a:solidFill>
                <a:latin typeface="Bebas Neue" panose="020B0606020202050201" pitchFamily="34" charset="77"/>
                <a:ea typeface="Bebas Neue" panose="020B0606020202050201" pitchFamily="34" charset="77"/>
                <a:cs typeface="Bebas Neue" panose="020B0606020202050201" pitchFamily="34" charset="77"/>
                <a:sym typeface="JetBrains Mono"/>
              </a:defRPr>
            </a:lvl1pPr>
            <a:lvl2pPr lvl="1"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9pPr>
          </a:lstStyle>
          <a:p>
            <a:endParaRPr/>
          </a:p>
        </p:txBody>
      </p:sp>
      <p:sp>
        <p:nvSpPr>
          <p:cNvPr id="196" name="Google Shape;196;p22"/>
          <p:cNvSpPr txBox="1">
            <a:spLocks noGrp="1"/>
          </p:cNvSpPr>
          <p:nvPr>
            <p:ph type="subTitle" idx="3"/>
          </p:nvPr>
        </p:nvSpPr>
        <p:spPr>
          <a:xfrm>
            <a:off x="763429" y="4388312"/>
            <a:ext cx="45540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800" spc="-150">
                <a:solidFill>
                  <a:schemeClr val="accent1"/>
                </a:solidFill>
                <a:latin typeface="DM Sans 14pt" pitchFamily="2" charset="77"/>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15D38AB5-74A5-48FE-24A0-DEDE8810E0C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6D8C7DFC-5643-36E4-CB26-E851435201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588420420"/>
      </p:ext>
    </p:extLst>
  </p:cSld>
  <p:clrMapOvr>
    <a:masterClrMapping/>
  </p:clrMapOvr>
  <p:extLst>
    <p:ext uri="{DCECCB84-F9BA-43D5-87BE-67443E8EF086}">
      <p15:sldGuideLst xmlns:p15="http://schemas.microsoft.com/office/powerpoint/2012/main">
        <p15:guide id="1" pos="3395" userDrawn="1">
          <p15:clr>
            <a:schemeClr val="accent6"/>
          </p15:clr>
        </p15:guide>
        <p15:guide id="2" pos="4323" userDrawn="1">
          <p15:clr>
            <a:schemeClr val="accent6"/>
          </p15:clr>
        </p15:guide>
        <p15:guide id="3" pos="721" userDrawn="1">
          <p15:clr>
            <a:schemeClr val="accent6"/>
          </p15:clr>
        </p15:guide>
        <p15:guide id="4" pos="6959" userDrawn="1">
          <p15:clr>
            <a:schemeClr val="accent6"/>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03_Text-heavy 2 columns" preserve="1">
  <p:cSld name="03_Text-heavy 2 columns-NavyWhite">
    <p:spTree>
      <p:nvGrpSpPr>
        <p:cNvPr id="1" name="Shape 199"/>
        <p:cNvGrpSpPr/>
        <p:nvPr/>
      </p:nvGrpSpPr>
      <p:grpSpPr>
        <a:xfrm>
          <a:off x="0" y="0"/>
          <a:ext cx="0" cy="0"/>
          <a:chOff x="0" y="0"/>
          <a:chExt cx="0" cy="0"/>
        </a:xfrm>
      </p:grpSpPr>
      <p:sp>
        <p:nvSpPr>
          <p:cNvPr id="200" name="Google Shape;200;p23"/>
          <p:cNvSpPr/>
          <p:nvPr/>
        </p:nvSpPr>
        <p:spPr>
          <a:xfrm>
            <a:off x="6096000" y="1342267"/>
            <a:ext cx="6093600" cy="48468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01" name="Google Shape;201;p23"/>
          <p:cNvSpPr/>
          <p:nvPr/>
        </p:nvSpPr>
        <p:spPr>
          <a:xfrm>
            <a:off x="2267" y="1342267"/>
            <a:ext cx="6093600" cy="4846800"/>
          </a:xfrm>
          <a:prstGeom prst="rect">
            <a:avLst/>
          </a:prstGeom>
          <a:solidFill>
            <a:schemeClr val="tx1"/>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02" name="Google Shape;202;p23"/>
          <p:cNvSpPr txBox="1">
            <a:spLocks noGrp="1"/>
          </p:cNvSpPr>
          <p:nvPr>
            <p:ph type="title"/>
          </p:nvPr>
        </p:nvSpPr>
        <p:spPr>
          <a:xfrm>
            <a:off x="2691800" y="457201"/>
            <a:ext cx="6808400" cy="656591"/>
          </a:xfrm>
          <a:prstGeom prst="rect">
            <a:avLst/>
          </a:prstGeom>
          <a:noFill/>
          <a:ln>
            <a:noFill/>
          </a:ln>
        </p:spPr>
        <p:txBody>
          <a:bodyPr spcFirstLastPara="1" wrap="square" lIns="0" tIns="0" rIns="0" bIns="0" anchor="t" anchorCtr="0">
            <a:spAutoFit/>
          </a:bodyPr>
          <a:lstStyle>
            <a:lvl1pPr lvl="0" algn="ctr"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05" name="Google Shape;205;p23"/>
          <p:cNvSpPr txBox="1">
            <a:spLocks noGrp="1"/>
          </p:cNvSpPr>
          <p:nvPr>
            <p:ph type="body" idx="1"/>
          </p:nvPr>
        </p:nvSpPr>
        <p:spPr>
          <a:xfrm>
            <a:off x="518700" y="2203779"/>
            <a:ext cx="3244800" cy="2960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06" name="Google Shape;206;p23"/>
          <p:cNvSpPr txBox="1">
            <a:spLocks noGrp="1"/>
          </p:cNvSpPr>
          <p:nvPr>
            <p:ph type="body" idx="2"/>
          </p:nvPr>
        </p:nvSpPr>
        <p:spPr>
          <a:xfrm>
            <a:off x="518700" y="1793233"/>
            <a:ext cx="3244800" cy="419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207" name="Google Shape;207;p23"/>
          <p:cNvSpPr txBox="1">
            <a:spLocks noGrp="1"/>
          </p:cNvSpPr>
          <p:nvPr>
            <p:ph type="body" idx="3"/>
          </p:nvPr>
        </p:nvSpPr>
        <p:spPr>
          <a:xfrm>
            <a:off x="6667933" y="2203779"/>
            <a:ext cx="3244800" cy="2960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08" name="Google Shape;208;p23"/>
          <p:cNvSpPr txBox="1">
            <a:spLocks noGrp="1"/>
          </p:cNvSpPr>
          <p:nvPr>
            <p:ph type="body" idx="4"/>
          </p:nvPr>
        </p:nvSpPr>
        <p:spPr>
          <a:xfrm>
            <a:off x="6667933" y="1793233"/>
            <a:ext cx="3244800" cy="419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217E901-D256-287A-40FA-AD1A653A2196}"/>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9CB0478E-EDBD-CCC8-E5FD-C714EA4A382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453620427"/>
      </p:ext>
    </p:extLst>
  </p:cSld>
  <p:clrMapOvr>
    <a:masterClrMapping/>
  </p:clrMapOvr>
  <p:extLst>
    <p:ext uri="{DCECCB84-F9BA-43D5-87BE-67443E8EF086}">
      <p15:sldGuideLst xmlns:p15="http://schemas.microsoft.com/office/powerpoint/2012/main">
        <p15:guide id="1" pos="3395" userDrawn="1">
          <p15:clr>
            <a:schemeClr val="accent6"/>
          </p15:clr>
        </p15:guide>
        <p15:guide id="2" pos="4323" userDrawn="1">
          <p15:clr>
            <a:schemeClr val="accent6"/>
          </p15:clr>
        </p15:guide>
        <p15:guide id="3" pos="721" userDrawn="1">
          <p15:clr>
            <a:schemeClr val="accent6"/>
          </p15:clr>
        </p15:guide>
        <p15:guide id="4" pos="6959" userDrawn="1">
          <p15:clr>
            <a:schemeClr val="accent6"/>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00_Blank" preserve="1">
  <p:cSld name="Blank-Navy Bar">
    <p:bg>
      <p:bgPr>
        <a:solidFill>
          <a:schemeClr val="tx2"/>
        </a:solidFill>
        <a:effectLst/>
      </p:bgPr>
    </p:bg>
    <p:spTree>
      <p:nvGrpSpPr>
        <p:cNvPr id="1" name="Shape 209"/>
        <p:cNvGrpSpPr/>
        <p:nvPr/>
      </p:nvGrpSpPr>
      <p:grpSpPr>
        <a:xfrm>
          <a:off x="0" y="0"/>
          <a:ext cx="0" cy="0"/>
          <a:chOff x="0" y="0"/>
          <a:chExt cx="0" cy="0"/>
        </a:xfrm>
      </p:grpSpPr>
      <p:sp>
        <p:nvSpPr>
          <p:cNvPr id="3" name="Footer Placeholder 3">
            <a:extLst>
              <a:ext uri="{FF2B5EF4-FFF2-40B4-BE49-F238E27FC236}">
                <a16:creationId xmlns:a16="http://schemas.microsoft.com/office/drawing/2014/main" id="{87109C73-59D3-5EAA-D3FB-6BD559DC4FB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8129B1-0339-6D65-E6BE-4896A03DE8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
        <p:nvSpPr>
          <p:cNvPr id="2" name="Google Shape;785;p88">
            <a:extLst>
              <a:ext uri="{FF2B5EF4-FFF2-40B4-BE49-F238E27FC236}">
                <a16:creationId xmlns:a16="http://schemas.microsoft.com/office/drawing/2014/main" id="{CCEF1BEA-FA12-A68C-3D50-B981DBE40FD4}"/>
              </a:ext>
            </a:extLst>
          </p:cNvPr>
          <p:cNvSpPr/>
          <p:nvPr userDrawn="1"/>
        </p:nvSpPr>
        <p:spPr>
          <a:xfrm>
            <a:off x="9567" y="9567"/>
            <a:ext cx="12182400" cy="1721200"/>
          </a:xfrm>
          <a:prstGeom prst="rect">
            <a:avLst/>
          </a:prstGeom>
          <a:solidFill>
            <a:schemeClr val="tx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Tree>
    <p:extLst>
      <p:ext uri="{BB962C8B-B14F-4D97-AF65-F5344CB8AC3E}">
        <p14:creationId xmlns:p14="http://schemas.microsoft.com/office/powerpoint/2010/main" val="145614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00_Blank" preserve="1">
  <p:cSld name="Blank-White">
    <p:bg>
      <p:bgPr>
        <a:solidFill>
          <a:schemeClr val="tx2"/>
        </a:solidFill>
        <a:effectLst/>
      </p:bgPr>
    </p:bg>
    <p:spTree>
      <p:nvGrpSpPr>
        <p:cNvPr id="1" name="Shape 209"/>
        <p:cNvGrpSpPr/>
        <p:nvPr/>
      </p:nvGrpSpPr>
      <p:grpSpPr>
        <a:xfrm>
          <a:off x="0" y="0"/>
          <a:ext cx="0" cy="0"/>
          <a:chOff x="0" y="0"/>
          <a:chExt cx="0" cy="0"/>
        </a:xfrm>
      </p:grpSpPr>
      <p:sp>
        <p:nvSpPr>
          <p:cNvPr id="3" name="Footer Placeholder 3">
            <a:extLst>
              <a:ext uri="{FF2B5EF4-FFF2-40B4-BE49-F238E27FC236}">
                <a16:creationId xmlns:a16="http://schemas.microsoft.com/office/drawing/2014/main" id="{87109C73-59D3-5EAA-D3FB-6BD559DC4FB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8129B1-0339-6D65-E6BE-4896A03DE8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7057941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00_Blank" preserve="1">
  <p:cSld name="Blank-Navy">
    <p:bg>
      <p:bgPr>
        <a:solidFill>
          <a:schemeClr val="tx1"/>
        </a:solidFill>
        <a:effectLst/>
      </p:bgPr>
    </p:bg>
    <p:spTree>
      <p:nvGrpSpPr>
        <p:cNvPr id="1" name="Shape 209"/>
        <p:cNvGrpSpPr/>
        <p:nvPr/>
      </p:nvGrpSpPr>
      <p:grpSpPr>
        <a:xfrm>
          <a:off x="0" y="0"/>
          <a:ext cx="0" cy="0"/>
          <a:chOff x="0" y="0"/>
          <a:chExt cx="0" cy="0"/>
        </a:xfrm>
      </p:grpSpPr>
      <p:sp>
        <p:nvSpPr>
          <p:cNvPr id="7" name="Footer Placeholder 3">
            <a:extLst>
              <a:ext uri="{FF2B5EF4-FFF2-40B4-BE49-F238E27FC236}">
                <a16:creationId xmlns:a16="http://schemas.microsoft.com/office/drawing/2014/main" id="{FBF00F8E-0C3D-E1DF-D1B6-47CF6C7E915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9" name="Graphic 8">
            <a:extLst>
              <a:ext uri="{FF2B5EF4-FFF2-40B4-BE49-F238E27FC236}">
                <a16:creationId xmlns:a16="http://schemas.microsoft.com/office/drawing/2014/main" id="{FFF05D5D-4558-86E1-EAAA-950EBDDFE5F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6723566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09_List4" preserve="1">
  <p:cSld name="09_List4-White">
    <p:spTree>
      <p:nvGrpSpPr>
        <p:cNvPr id="1" name="Shape 212"/>
        <p:cNvGrpSpPr/>
        <p:nvPr/>
      </p:nvGrpSpPr>
      <p:grpSpPr>
        <a:xfrm>
          <a:off x="0" y="0"/>
          <a:ext cx="0" cy="0"/>
          <a:chOff x="0" y="0"/>
          <a:chExt cx="0" cy="0"/>
        </a:xfrm>
      </p:grpSpPr>
      <p:sp>
        <p:nvSpPr>
          <p:cNvPr id="213" name="Google Shape;213;p25"/>
          <p:cNvSpPr txBox="1">
            <a:spLocks noGrp="1"/>
          </p:cNvSpPr>
          <p:nvPr>
            <p:ph type="body" idx="1"/>
          </p:nvPr>
        </p:nvSpPr>
        <p:spPr>
          <a:xfrm>
            <a:off x="4681727"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4" name="Google Shape;214;p25"/>
          <p:cNvSpPr txBox="1">
            <a:spLocks noGrp="1"/>
          </p:cNvSpPr>
          <p:nvPr>
            <p:ph type="body" idx="2"/>
          </p:nvPr>
        </p:nvSpPr>
        <p:spPr>
          <a:xfrm>
            <a:off x="8420535" y="1158112"/>
            <a:ext cx="2971600" cy="1828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5" name="Google Shape;215;p25"/>
          <p:cNvSpPr txBox="1">
            <a:spLocks noGrp="1"/>
          </p:cNvSpPr>
          <p:nvPr>
            <p:ph type="body" idx="3"/>
          </p:nvPr>
        </p:nvSpPr>
        <p:spPr>
          <a:xfrm>
            <a:off x="4681727"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6" name="Google Shape;216;p25"/>
          <p:cNvSpPr txBox="1">
            <a:spLocks noGrp="1"/>
          </p:cNvSpPr>
          <p:nvPr>
            <p:ph type="body" idx="4"/>
          </p:nvPr>
        </p:nvSpPr>
        <p:spPr>
          <a:xfrm>
            <a:off x="8420535"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7" name="Google Shape;217;p25"/>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18" name="Google Shape;218;p25"/>
          <p:cNvSpPr txBox="1">
            <a:spLocks noGrp="1"/>
          </p:cNvSpPr>
          <p:nvPr>
            <p:ph type="subTitle" idx="5"/>
          </p:nvPr>
        </p:nvSpPr>
        <p:spPr>
          <a:xfrm>
            <a:off x="4689725" y="457200"/>
            <a:ext cx="3332400" cy="70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19" name="Google Shape;219;p25"/>
          <p:cNvSpPr txBox="1">
            <a:spLocks noGrp="1"/>
          </p:cNvSpPr>
          <p:nvPr>
            <p:ph type="subTitle" idx="6"/>
          </p:nvPr>
        </p:nvSpPr>
        <p:spPr>
          <a:xfrm>
            <a:off x="8420547" y="457200"/>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0" name="Google Shape;220;p25"/>
          <p:cNvSpPr txBox="1">
            <a:spLocks noGrp="1"/>
          </p:cNvSpPr>
          <p:nvPr>
            <p:ph type="subTitle" idx="7"/>
          </p:nvPr>
        </p:nvSpPr>
        <p:spPr>
          <a:xfrm>
            <a:off x="4689725"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1" name="Google Shape;221;p25"/>
          <p:cNvSpPr txBox="1">
            <a:spLocks noGrp="1"/>
          </p:cNvSpPr>
          <p:nvPr>
            <p:ph type="subTitle" idx="8"/>
          </p:nvPr>
        </p:nvSpPr>
        <p:spPr>
          <a:xfrm>
            <a:off x="8420547"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C87023C-99FC-892F-45C7-8BED48A86C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9F14C4F-70C5-339A-E79C-84A96C658D9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31312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09_List4" preserve="1">
  <p:cSld name="10_List4-Navy">
    <p:bg>
      <p:bgPr>
        <a:solidFill>
          <a:schemeClr val="tx1"/>
        </a:solidFill>
        <a:effectLst/>
      </p:bgPr>
    </p:bg>
    <p:spTree>
      <p:nvGrpSpPr>
        <p:cNvPr id="1" name="Shape 212"/>
        <p:cNvGrpSpPr/>
        <p:nvPr/>
      </p:nvGrpSpPr>
      <p:grpSpPr>
        <a:xfrm>
          <a:off x="0" y="0"/>
          <a:ext cx="0" cy="0"/>
          <a:chOff x="0" y="0"/>
          <a:chExt cx="0" cy="0"/>
        </a:xfrm>
      </p:grpSpPr>
      <p:sp>
        <p:nvSpPr>
          <p:cNvPr id="213" name="Google Shape;213;p25"/>
          <p:cNvSpPr txBox="1">
            <a:spLocks noGrp="1"/>
          </p:cNvSpPr>
          <p:nvPr>
            <p:ph type="body" idx="1"/>
          </p:nvPr>
        </p:nvSpPr>
        <p:spPr>
          <a:xfrm>
            <a:off x="4681727"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4" name="Google Shape;214;p25"/>
          <p:cNvSpPr txBox="1">
            <a:spLocks noGrp="1"/>
          </p:cNvSpPr>
          <p:nvPr>
            <p:ph type="body" idx="2"/>
          </p:nvPr>
        </p:nvSpPr>
        <p:spPr>
          <a:xfrm>
            <a:off x="8420535"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5" name="Google Shape;215;p25"/>
          <p:cNvSpPr txBox="1">
            <a:spLocks noGrp="1"/>
          </p:cNvSpPr>
          <p:nvPr>
            <p:ph type="body" idx="3"/>
          </p:nvPr>
        </p:nvSpPr>
        <p:spPr>
          <a:xfrm>
            <a:off x="4681727"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6" name="Google Shape;216;p25"/>
          <p:cNvSpPr txBox="1">
            <a:spLocks noGrp="1"/>
          </p:cNvSpPr>
          <p:nvPr>
            <p:ph type="body" idx="4"/>
          </p:nvPr>
        </p:nvSpPr>
        <p:spPr>
          <a:xfrm>
            <a:off x="8420535"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7" name="Google Shape;217;p25"/>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18" name="Google Shape;218;p25"/>
          <p:cNvSpPr txBox="1">
            <a:spLocks noGrp="1"/>
          </p:cNvSpPr>
          <p:nvPr>
            <p:ph type="subTitle" idx="5"/>
          </p:nvPr>
        </p:nvSpPr>
        <p:spPr>
          <a:xfrm>
            <a:off x="4689725" y="457200"/>
            <a:ext cx="3332400" cy="70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19" name="Google Shape;219;p25"/>
          <p:cNvSpPr txBox="1">
            <a:spLocks noGrp="1"/>
          </p:cNvSpPr>
          <p:nvPr>
            <p:ph type="subTitle" idx="6"/>
          </p:nvPr>
        </p:nvSpPr>
        <p:spPr>
          <a:xfrm>
            <a:off x="8420547" y="457200"/>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0" name="Google Shape;220;p25"/>
          <p:cNvSpPr txBox="1">
            <a:spLocks noGrp="1"/>
          </p:cNvSpPr>
          <p:nvPr>
            <p:ph type="subTitle" idx="7"/>
          </p:nvPr>
        </p:nvSpPr>
        <p:spPr>
          <a:xfrm>
            <a:off x="4689725"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1" name="Google Shape;221;p25"/>
          <p:cNvSpPr txBox="1">
            <a:spLocks noGrp="1"/>
          </p:cNvSpPr>
          <p:nvPr>
            <p:ph type="subTitle" idx="8"/>
          </p:nvPr>
        </p:nvSpPr>
        <p:spPr>
          <a:xfrm>
            <a:off x="8420547"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293CCEE9-6BC0-373E-D29B-EC1E05C2C69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2D4A3717-ACEF-B62B-E158-907BF9114E6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975854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09_List4 + Icons" preserve="1">
  <p:cSld name="09_List4 + Icons-White">
    <p:spTree>
      <p:nvGrpSpPr>
        <p:cNvPr id="1" name="Shape 224"/>
        <p:cNvGrpSpPr/>
        <p:nvPr/>
      </p:nvGrpSpPr>
      <p:grpSpPr>
        <a:xfrm>
          <a:off x="0" y="0"/>
          <a:ext cx="0" cy="0"/>
          <a:chOff x="0" y="0"/>
          <a:chExt cx="0" cy="0"/>
        </a:xfrm>
      </p:grpSpPr>
      <p:sp>
        <p:nvSpPr>
          <p:cNvPr id="225" name="Google Shape;225;p26"/>
          <p:cNvSpPr txBox="1">
            <a:spLocks noGrp="1"/>
          </p:cNvSpPr>
          <p:nvPr>
            <p:ph type="body" idx="1"/>
          </p:nvPr>
        </p:nvSpPr>
        <p:spPr>
          <a:xfrm>
            <a:off x="468172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6" name="Google Shape;226;p26"/>
          <p:cNvSpPr txBox="1">
            <a:spLocks noGrp="1"/>
          </p:cNvSpPr>
          <p:nvPr>
            <p:ph type="body" idx="2"/>
          </p:nvPr>
        </p:nvSpPr>
        <p:spPr>
          <a:xfrm>
            <a:off x="833885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7" name="Google Shape;227;p26"/>
          <p:cNvSpPr txBox="1">
            <a:spLocks noGrp="1"/>
          </p:cNvSpPr>
          <p:nvPr>
            <p:ph type="body" idx="3"/>
          </p:nvPr>
        </p:nvSpPr>
        <p:spPr>
          <a:xfrm>
            <a:off x="468172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8" name="Google Shape;228;p26"/>
          <p:cNvSpPr txBox="1">
            <a:spLocks noGrp="1"/>
          </p:cNvSpPr>
          <p:nvPr>
            <p:ph type="body" idx="4"/>
          </p:nvPr>
        </p:nvSpPr>
        <p:spPr>
          <a:xfrm>
            <a:off x="833885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9" name="Google Shape;229;p26"/>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212E61FC-EE78-658A-E879-EAB7E3B3A871}"/>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7D83C27-81A8-96BE-4A69-B9E703C35C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945836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09_List4 + Icons" preserve="1">
  <p:cSld name="10_List4 + Icons-Navy">
    <p:bg>
      <p:bgPr>
        <a:solidFill>
          <a:schemeClr val="tx1"/>
        </a:solidFill>
        <a:effectLst/>
      </p:bgPr>
    </p:bg>
    <p:spTree>
      <p:nvGrpSpPr>
        <p:cNvPr id="1" name="Shape 224"/>
        <p:cNvGrpSpPr/>
        <p:nvPr/>
      </p:nvGrpSpPr>
      <p:grpSpPr>
        <a:xfrm>
          <a:off x="0" y="0"/>
          <a:ext cx="0" cy="0"/>
          <a:chOff x="0" y="0"/>
          <a:chExt cx="0" cy="0"/>
        </a:xfrm>
      </p:grpSpPr>
      <p:sp>
        <p:nvSpPr>
          <p:cNvPr id="225" name="Google Shape;225;p26"/>
          <p:cNvSpPr txBox="1">
            <a:spLocks noGrp="1"/>
          </p:cNvSpPr>
          <p:nvPr>
            <p:ph type="body" idx="1"/>
          </p:nvPr>
        </p:nvSpPr>
        <p:spPr>
          <a:xfrm>
            <a:off x="468172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6" name="Google Shape;226;p26"/>
          <p:cNvSpPr txBox="1">
            <a:spLocks noGrp="1"/>
          </p:cNvSpPr>
          <p:nvPr>
            <p:ph type="body" idx="2"/>
          </p:nvPr>
        </p:nvSpPr>
        <p:spPr>
          <a:xfrm>
            <a:off x="833885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7" name="Google Shape;227;p26"/>
          <p:cNvSpPr txBox="1">
            <a:spLocks noGrp="1"/>
          </p:cNvSpPr>
          <p:nvPr>
            <p:ph type="body" idx="3"/>
          </p:nvPr>
        </p:nvSpPr>
        <p:spPr>
          <a:xfrm>
            <a:off x="4681727" y="4072644"/>
            <a:ext cx="2971600" cy="1828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8" name="Google Shape;228;p26"/>
          <p:cNvSpPr txBox="1">
            <a:spLocks noGrp="1"/>
          </p:cNvSpPr>
          <p:nvPr>
            <p:ph type="body" idx="4"/>
          </p:nvPr>
        </p:nvSpPr>
        <p:spPr>
          <a:xfrm>
            <a:off x="833885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9" name="Google Shape;229;p26"/>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7105F97-9F8D-5AE1-1867-D0206D1EBE3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40BDC92E-5F9F-A49A-D636-6C77288BDFE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6696408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09_List6" preserve="1">
  <p:cSld name="09_List6-White">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234" name="Google Shape;234;p2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35" name="Google Shape;235;p27"/>
          <p:cNvSpPr txBox="1">
            <a:spLocks noGrp="1"/>
          </p:cNvSpPr>
          <p:nvPr>
            <p:ph type="subTitle" idx="2"/>
          </p:nvPr>
        </p:nvSpPr>
        <p:spPr>
          <a:xfrm>
            <a:off x="440351"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6" name="Google Shape;236;p27"/>
          <p:cNvSpPr txBox="1">
            <a:spLocks noGrp="1"/>
          </p:cNvSpPr>
          <p:nvPr>
            <p:ph type="subTitle" idx="3"/>
          </p:nvPr>
        </p:nvSpPr>
        <p:spPr>
          <a:xfrm>
            <a:off x="440351"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7" name="Google Shape;237;p27"/>
          <p:cNvSpPr txBox="1">
            <a:spLocks noGrp="1"/>
          </p:cNvSpPr>
          <p:nvPr>
            <p:ph type="subTitle" idx="4"/>
          </p:nvPr>
        </p:nvSpPr>
        <p:spPr>
          <a:xfrm>
            <a:off x="4330940"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8" name="Google Shape;238;p27"/>
          <p:cNvSpPr txBox="1">
            <a:spLocks noGrp="1"/>
          </p:cNvSpPr>
          <p:nvPr>
            <p:ph type="subTitle" idx="5"/>
          </p:nvPr>
        </p:nvSpPr>
        <p:spPr>
          <a:xfrm>
            <a:off x="4330940"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9" name="Google Shape;239;p27"/>
          <p:cNvSpPr txBox="1">
            <a:spLocks noGrp="1"/>
          </p:cNvSpPr>
          <p:nvPr>
            <p:ph type="subTitle" idx="6"/>
          </p:nvPr>
        </p:nvSpPr>
        <p:spPr>
          <a:xfrm>
            <a:off x="8221528"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0" name="Google Shape;240;p27"/>
          <p:cNvSpPr txBox="1">
            <a:spLocks noGrp="1"/>
          </p:cNvSpPr>
          <p:nvPr>
            <p:ph type="subTitle" idx="7"/>
          </p:nvPr>
        </p:nvSpPr>
        <p:spPr>
          <a:xfrm>
            <a:off x="8221528"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41" name="Google Shape;241;p27"/>
          <p:cNvSpPr txBox="1">
            <a:spLocks noGrp="1"/>
          </p:cNvSpPr>
          <p:nvPr>
            <p:ph type="subTitle" idx="8"/>
          </p:nvPr>
        </p:nvSpPr>
        <p:spPr>
          <a:xfrm>
            <a:off x="440351"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2" name="Google Shape;242;p27"/>
          <p:cNvSpPr txBox="1">
            <a:spLocks noGrp="1"/>
          </p:cNvSpPr>
          <p:nvPr>
            <p:ph type="subTitle" idx="9"/>
          </p:nvPr>
        </p:nvSpPr>
        <p:spPr>
          <a:xfrm>
            <a:off x="440351"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3" name="Google Shape;243;p27"/>
          <p:cNvSpPr txBox="1">
            <a:spLocks noGrp="1"/>
          </p:cNvSpPr>
          <p:nvPr>
            <p:ph type="subTitle" idx="13"/>
          </p:nvPr>
        </p:nvSpPr>
        <p:spPr>
          <a:xfrm>
            <a:off x="4330940"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4" name="Google Shape;244;p27"/>
          <p:cNvSpPr txBox="1">
            <a:spLocks noGrp="1"/>
          </p:cNvSpPr>
          <p:nvPr>
            <p:ph type="subTitle" idx="14"/>
          </p:nvPr>
        </p:nvSpPr>
        <p:spPr>
          <a:xfrm>
            <a:off x="4330940"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5" name="Google Shape;245;p27"/>
          <p:cNvSpPr txBox="1">
            <a:spLocks noGrp="1"/>
          </p:cNvSpPr>
          <p:nvPr>
            <p:ph type="subTitle" idx="15"/>
          </p:nvPr>
        </p:nvSpPr>
        <p:spPr>
          <a:xfrm>
            <a:off x="8221528"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6" name="Google Shape;246;p27"/>
          <p:cNvSpPr txBox="1">
            <a:spLocks noGrp="1"/>
          </p:cNvSpPr>
          <p:nvPr>
            <p:ph type="subTitle" idx="16"/>
          </p:nvPr>
        </p:nvSpPr>
        <p:spPr>
          <a:xfrm>
            <a:off x="8221528"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1BD36F5-CF25-24F4-6212-DAFC8641D2F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BC59A85-5150-87E9-5D1B-2602D0CD1A9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518037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09_List6" preserve="1">
  <p:cSld name="10_List6-Navy">
    <p:bg>
      <p:bgPr>
        <a:solidFill>
          <a:schemeClr val="tx1"/>
        </a:solidFill>
        <a:effectLst/>
      </p:bgPr>
    </p:bg>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234" name="Google Shape;234;p2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35" name="Google Shape;235;p27"/>
          <p:cNvSpPr txBox="1">
            <a:spLocks noGrp="1"/>
          </p:cNvSpPr>
          <p:nvPr>
            <p:ph type="subTitle" idx="2"/>
          </p:nvPr>
        </p:nvSpPr>
        <p:spPr>
          <a:xfrm>
            <a:off x="440351"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6" name="Google Shape;236;p27"/>
          <p:cNvSpPr txBox="1">
            <a:spLocks noGrp="1"/>
          </p:cNvSpPr>
          <p:nvPr>
            <p:ph type="subTitle" idx="3"/>
          </p:nvPr>
        </p:nvSpPr>
        <p:spPr>
          <a:xfrm>
            <a:off x="440351"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7" name="Google Shape;237;p27"/>
          <p:cNvSpPr txBox="1">
            <a:spLocks noGrp="1"/>
          </p:cNvSpPr>
          <p:nvPr>
            <p:ph type="subTitle" idx="4"/>
          </p:nvPr>
        </p:nvSpPr>
        <p:spPr>
          <a:xfrm>
            <a:off x="4330940"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8" name="Google Shape;238;p27"/>
          <p:cNvSpPr txBox="1">
            <a:spLocks noGrp="1"/>
          </p:cNvSpPr>
          <p:nvPr>
            <p:ph type="subTitle" idx="5"/>
          </p:nvPr>
        </p:nvSpPr>
        <p:spPr>
          <a:xfrm>
            <a:off x="4330940"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9" name="Google Shape;239;p27"/>
          <p:cNvSpPr txBox="1">
            <a:spLocks noGrp="1"/>
          </p:cNvSpPr>
          <p:nvPr>
            <p:ph type="subTitle" idx="6"/>
          </p:nvPr>
        </p:nvSpPr>
        <p:spPr>
          <a:xfrm>
            <a:off x="8221528"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0" name="Google Shape;240;p27"/>
          <p:cNvSpPr txBox="1">
            <a:spLocks noGrp="1"/>
          </p:cNvSpPr>
          <p:nvPr>
            <p:ph type="subTitle" idx="7"/>
          </p:nvPr>
        </p:nvSpPr>
        <p:spPr>
          <a:xfrm>
            <a:off x="8221528"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41" name="Google Shape;241;p27"/>
          <p:cNvSpPr txBox="1">
            <a:spLocks noGrp="1"/>
          </p:cNvSpPr>
          <p:nvPr>
            <p:ph type="subTitle" idx="8"/>
          </p:nvPr>
        </p:nvSpPr>
        <p:spPr>
          <a:xfrm>
            <a:off x="440351"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2" name="Google Shape;242;p27"/>
          <p:cNvSpPr txBox="1">
            <a:spLocks noGrp="1"/>
          </p:cNvSpPr>
          <p:nvPr>
            <p:ph type="subTitle" idx="9"/>
          </p:nvPr>
        </p:nvSpPr>
        <p:spPr>
          <a:xfrm>
            <a:off x="440351"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3" name="Google Shape;243;p27"/>
          <p:cNvSpPr txBox="1">
            <a:spLocks noGrp="1"/>
          </p:cNvSpPr>
          <p:nvPr>
            <p:ph type="subTitle" idx="13"/>
          </p:nvPr>
        </p:nvSpPr>
        <p:spPr>
          <a:xfrm>
            <a:off x="4330940"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4" name="Google Shape;244;p27"/>
          <p:cNvSpPr txBox="1">
            <a:spLocks noGrp="1"/>
          </p:cNvSpPr>
          <p:nvPr>
            <p:ph type="subTitle" idx="14"/>
          </p:nvPr>
        </p:nvSpPr>
        <p:spPr>
          <a:xfrm>
            <a:off x="4330940"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5" name="Google Shape;245;p27"/>
          <p:cNvSpPr txBox="1">
            <a:spLocks noGrp="1"/>
          </p:cNvSpPr>
          <p:nvPr>
            <p:ph type="subTitle" idx="15"/>
          </p:nvPr>
        </p:nvSpPr>
        <p:spPr>
          <a:xfrm>
            <a:off x="8221528"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6" name="Google Shape;246;p27"/>
          <p:cNvSpPr txBox="1">
            <a:spLocks noGrp="1"/>
          </p:cNvSpPr>
          <p:nvPr>
            <p:ph type="subTitle" idx="16"/>
          </p:nvPr>
        </p:nvSpPr>
        <p:spPr>
          <a:xfrm>
            <a:off x="8221528"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381565C1-2B3E-E1D2-2EF7-FCFE93B84F8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215BD2A-427F-8B92-90BB-A6CA66B4FA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7976136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09_List3" preserve="1">
  <p:cSld name="09_List3-White">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51" name="Google Shape;251;p28"/>
          <p:cNvSpPr txBox="1">
            <a:spLocks noGrp="1"/>
          </p:cNvSpPr>
          <p:nvPr>
            <p:ph type="subTitle" idx="1"/>
          </p:nvPr>
        </p:nvSpPr>
        <p:spPr>
          <a:xfrm>
            <a:off x="760017"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2" name="Google Shape;252;p28"/>
          <p:cNvSpPr txBox="1">
            <a:spLocks noGrp="1"/>
          </p:cNvSpPr>
          <p:nvPr>
            <p:ph type="subTitle" idx="2"/>
          </p:nvPr>
        </p:nvSpPr>
        <p:spPr>
          <a:xfrm>
            <a:off x="760017"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3" name="Google Shape;253;p28"/>
          <p:cNvSpPr txBox="1">
            <a:spLocks noGrp="1"/>
          </p:cNvSpPr>
          <p:nvPr>
            <p:ph type="subTitle" idx="3"/>
          </p:nvPr>
        </p:nvSpPr>
        <p:spPr>
          <a:xfrm>
            <a:off x="4418860"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4" name="Google Shape;254;p28"/>
          <p:cNvSpPr txBox="1">
            <a:spLocks noGrp="1"/>
          </p:cNvSpPr>
          <p:nvPr>
            <p:ph type="subTitle" idx="4"/>
          </p:nvPr>
        </p:nvSpPr>
        <p:spPr>
          <a:xfrm>
            <a:off x="4418860"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5" name="Google Shape;255;p28"/>
          <p:cNvSpPr txBox="1">
            <a:spLocks noGrp="1"/>
          </p:cNvSpPr>
          <p:nvPr>
            <p:ph type="subTitle" idx="5"/>
          </p:nvPr>
        </p:nvSpPr>
        <p:spPr>
          <a:xfrm>
            <a:off x="8077703"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6" name="Google Shape;256;p28"/>
          <p:cNvSpPr txBox="1">
            <a:spLocks noGrp="1"/>
          </p:cNvSpPr>
          <p:nvPr>
            <p:ph type="subTitle" idx="6"/>
          </p:nvPr>
        </p:nvSpPr>
        <p:spPr>
          <a:xfrm>
            <a:off x="8077703"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8E06CA1-6CA0-086A-BDB3-B62AE9AAE9D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BBD9587-62FD-2397-D758-BA626C67DFD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773750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09_List3" preserve="1">
  <p:cSld name="10_List3-Navy">
    <p:bg>
      <p:bgPr>
        <a:solidFill>
          <a:schemeClr val="tx1"/>
        </a:solidFill>
        <a:effectLst/>
      </p:bgPr>
    </p:bg>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51" name="Google Shape;251;p28"/>
          <p:cNvSpPr txBox="1">
            <a:spLocks noGrp="1"/>
          </p:cNvSpPr>
          <p:nvPr>
            <p:ph type="subTitle" idx="1"/>
          </p:nvPr>
        </p:nvSpPr>
        <p:spPr>
          <a:xfrm>
            <a:off x="760017"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2" name="Google Shape;252;p28"/>
          <p:cNvSpPr txBox="1">
            <a:spLocks noGrp="1"/>
          </p:cNvSpPr>
          <p:nvPr>
            <p:ph type="subTitle" idx="2"/>
          </p:nvPr>
        </p:nvSpPr>
        <p:spPr>
          <a:xfrm>
            <a:off x="760017"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3" name="Google Shape;253;p28"/>
          <p:cNvSpPr txBox="1">
            <a:spLocks noGrp="1"/>
          </p:cNvSpPr>
          <p:nvPr>
            <p:ph type="subTitle" idx="3"/>
          </p:nvPr>
        </p:nvSpPr>
        <p:spPr>
          <a:xfrm>
            <a:off x="4418860"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4" name="Google Shape;254;p28"/>
          <p:cNvSpPr txBox="1">
            <a:spLocks noGrp="1"/>
          </p:cNvSpPr>
          <p:nvPr>
            <p:ph type="subTitle" idx="4"/>
          </p:nvPr>
        </p:nvSpPr>
        <p:spPr>
          <a:xfrm>
            <a:off x="4418860"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5" name="Google Shape;255;p28"/>
          <p:cNvSpPr txBox="1">
            <a:spLocks noGrp="1"/>
          </p:cNvSpPr>
          <p:nvPr>
            <p:ph type="subTitle" idx="5"/>
          </p:nvPr>
        </p:nvSpPr>
        <p:spPr>
          <a:xfrm>
            <a:off x="8077703"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6" name="Google Shape;256;p28"/>
          <p:cNvSpPr txBox="1">
            <a:spLocks noGrp="1"/>
          </p:cNvSpPr>
          <p:nvPr>
            <p:ph type="subTitle" idx="6"/>
          </p:nvPr>
        </p:nvSpPr>
        <p:spPr>
          <a:xfrm>
            <a:off x="8077703"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E99580A-F042-9F68-D73C-C34C338F88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A957770E-D43E-8541-F562-CFFF096B22B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9309131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08_Checkilst" preserve="1">
  <p:cSld name="08_Checkilst-Navy">
    <p:bg>
      <p:bgPr>
        <a:solidFill>
          <a:schemeClr val="tx1"/>
        </a:solidFill>
        <a:effectLst/>
      </p:bgPr>
    </p:bg>
    <p:spTree>
      <p:nvGrpSpPr>
        <p:cNvPr id="1" name="Shape 259"/>
        <p:cNvGrpSpPr/>
        <p:nvPr/>
      </p:nvGrpSpPr>
      <p:grpSpPr>
        <a:xfrm>
          <a:off x="0" y="0"/>
          <a:ext cx="0" cy="0"/>
          <a:chOff x="0" y="0"/>
          <a:chExt cx="0" cy="0"/>
        </a:xfrm>
      </p:grpSpPr>
      <p:sp>
        <p:nvSpPr>
          <p:cNvPr id="260" name="Google Shape;260;p29"/>
          <p:cNvSpPr/>
          <p:nvPr/>
        </p:nvSpPr>
        <p:spPr>
          <a:xfrm>
            <a:off x="466315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1" name="Google Shape;261;p29"/>
          <p:cNvSpPr/>
          <p:nvPr/>
        </p:nvSpPr>
        <p:spPr>
          <a:xfrm>
            <a:off x="466315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2" name="Google Shape;262;p29"/>
          <p:cNvSpPr txBox="1">
            <a:spLocks noGrp="1"/>
          </p:cNvSpPr>
          <p:nvPr>
            <p:ph type="title"/>
          </p:nvPr>
        </p:nvSpPr>
        <p:spPr>
          <a:xfrm>
            <a:off x="4780515" y="1893425"/>
            <a:ext cx="2630800" cy="514400"/>
          </a:xfrm>
          <a:prstGeom prst="rect">
            <a:avLst/>
          </a:prstGeom>
          <a:noFill/>
          <a:ln>
            <a:noFill/>
          </a:ln>
        </p:spPr>
        <p:txBody>
          <a:bodyPr spcFirstLastPara="1" wrap="square" lIns="34275" tIns="34275" rIns="34275" bIns="34275" anchor="ctr" anchorCtr="0">
            <a:noAutofit/>
          </a:bodyPr>
          <a:lstStyle>
            <a:lvl1pPr lvl="0" algn="ctr">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3" name="Google Shape;263;p29"/>
          <p:cNvSpPr/>
          <p:nvPr/>
        </p:nvSpPr>
        <p:spPr>
          <a:xfrm>
            <a:off x="818752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4" name="Google Shape;264;p29"/>
          <p:cNvSpPr/>
          <p:nvPr/>
        </p:nvSpPr>
        <p:spPr>
          <a:xfrm>
            <a:off x="818752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5" name="Google Shape;265;p29"/>
          <p:cNvSpPr txBox="1">
            <a:spLocks noGrp="1"/>
          </p:cNvSpPr>
          <p:nvPr>
            <p:ph type="title" idx="2"/>
          </p:nvPr>
        </p:nvSpPr>
        <p:spPr>
          <a:xfrm>
            <a:off x="8304887" y="18934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6" name="Google Shape;266;p29"/>
          <p:cNvSpPr/>
          <p:nvPr/>
        </p:nvSpPr>
        <p:spPr>
          <a:xfrm>
            <a:off x="1138783" y="2457663"/>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7" name="Google Shape;267;p29"/>
          <p:cNvSpPr/>
          <p:nvPr/>
        </p:nvSpPr>
        <p:spPr>
          <a:xfrm>
            <a:off x="1138783" y="1843563"/>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8" name="Google Shape;268;p29"/>
          <p:cNvSpPr txBox="1">
            <a:spLocks noGrp="1"/>
          </p:cNvSpPr>
          <p:nvPr>
            <p:ph type="title" idx="3"/>
          </p:nvPr>
        </p:nvSpPr>
        <p:spPr>
          <a:xfrm>
            <a:off x="1256143" y="18934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9" name="Google Shape;269;p29"/>
          <p:cNvSpPr txBox="1">
            <a:spLocks noGrp="1"/>
          </p:cNvSpPr>
          <p:nvPr>
            <p:ph type="body" idx="1"/>
          </p:nvPr>
        </p:nvSpPr>
        <p:spPr>
          <a:xfrm>
            <a:off x="1365092" y="2666525"/>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0" name="Google Shape;270;p29"/>
          <p:cNvSpPr txBox="1">
            <a:spLocks noGrp="1"/>
          </p:cNvSpPr>
          <p:nvPr>
            <p:ph type="body" idx="4"/>
          </p:nvPr>
        </p:nvSpPr>
        <p:spPr>
          <a:xfrm>
            <a:off x="4883177"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1" name="Google Shape;271;p29"/>
          <p:cNvSpPr txBox="1">
            <a:spLocks noGrp="1"/>
          </p:cNvSpPr>
          <p:nvPr>
            <p:ph type="body" idx="5"/>
          </p:nvPr>
        </p:nvSpPr>
        <p:spPr>
          <a:xfrm>
            <a:off x="8401261"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2" name="Google Shape;272;p29"/>
          <p:cNvSpPr txBox="1">
            <a:spLocks noGrp="1"/>
          </p:cNvSpPr>
          <p:nvPr>
            <p:ph type="title" idx="6"/>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73" name="Google Shape;273;p29"/>
          <p:cNvSpPr/>
          <p:nvPr/>
        </p:nvSpPr>
        <p:spPr>
          <a:xfrm>
            <a:off x="466315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4" name="Google Shape;274;p29"/>
          <p:cNvSpPr txBox="1">
            <a:spLocks noGrp="1"/>
          </p:cNvSpPr>
          <p:nvPr>
            <p:ph type="title" idx="7"/>
          </p:nvPr>
        </p:nvSpPr>
        <p:spPr>
          <a:xfrm>
            <a:off x="4780515"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5" name="Google Shape;275;p29"/>
          <p:cNvSpPr/>
          <p:nvPr/>
        </p:nvSpPr>
        <p:spPr>
          <a:xfrm>
            <a:off x="818752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6" name="Google Shape;276;p29"/>
          <p:cNvSpPr txBox="1">
            <a:spLocks noGrp="1"/>
          </p:cNvSpPr>
          <p:nvPr>
            <p:ph type="title" idx="8"/>
          </p:nvPr>
        </p:nvSpPr>
        <p:spPr>
          <a:xfrm>
            <a:off x="8304887"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7" name="Google Shape;277;p29"/>
          <p:cNvSpPr/>
          <p:nvPr/>
        </p:nvSpPr>
        <p:spPr>
          <a:xfrm>
            <a:off x="1138783" y="5045137"/>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8" name="Google Shape;278;p29"/>
          <p:cNvSpPr txBox="1">
            <a:spLocks noGrp="1"/>
          </p:cNvSpPr>
          <p:nvPr>
            <p:ph type="title" idx="9"/>
          </p:nvPr>
        </p:nvSpPr>
        <p:spPr>
          <a:xfrm>
            <a:off x="1256143" y="50950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8BB4D756-AC95-D3F0-E1AD-5C551D26F07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956C609-6BDE-7505-BB18-40CC6B5C18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4571614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08_Checkilst" preserve="1">
  <p:cSld name="9_Checkilst-White">
    <p:bg>
      <p:bgPr>
        <a:solidFill>
          <a:schemeClr val="bg1"/>
        </a:solidFill>
        <a:effectLst/>
      </p:bgPr>
    </p:bg>
    <p:spTree>
      <p:nvGrpSpPr>
        <p:cNvPr id="1" name="Shape 259"/>
        <p:cNvGrpSpPr/>
        <p:nvPr/>
      </p:nvGrpSpPr>
      <p:grpSpPr>
        <a:xfrm>
          <a:off x="0" y="0"/>
          <a:ext cx="0" cy="0"/>
          <a:chOff x="0" y="0"/>
          <a:chExt cx="0" cy="0"/>
        </a:xfrm>
      </p:grpSpPr>
      <p:sp>
        <p:nvSpPr>
          <p:cNvPr id="260" name="Google Shape;260;p29"/>
          <p:cNvSpPr/>
          <p:nvPr/>
        </p:nvSpPr>
        <p:spPr>
          <a:xfrm>
            <a:off x="466315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1" name="Google Shape;261;p29"/>
          <p:cNvSpPr/>
          <p:nvPr/>
        </p:nvSpPr>
        <p:spPr>
          <a:xfrm>
            <a:off x="466315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2" name="Google Shape;262;p29"/>
          <p:cNvSpPr txBox="1">
            <a:spLocks noGrp="1"/>
          </p:cNvSpPr>
          <p:nvPr>
            <p:ph type="title"/>
          </p:nvPr>
        </p:nvSpPr>
        <p:spPr>
          <a:xfrm>
            <a:off x="4780515" y="1893425"/>
            <a:ext cx="2630800" cy="514400"/>
          </a:xfrm>
          <a:prstGeom prst="rect">
            <a:avLst/>
          </a:prstGeom>
          <a:noFill/>
          <a:ln>
            <a:noFill/>
          </a:ln>
        </p:spPr>
        <p:txBody>
          <a:bodyPr spcFirstLastPara="1" wrap="square" lIns="34275" tIns="34275" rIns="34275" bIns="34275" anchor="ctr" anchorCtr="0">
            <a:noAutofit/>
          </a:bodyPr>
          <a:lstStyle>
            <a:lvl1pPr lvl="0" algn="ctr">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3" name="Google Shape;263;p29"/>
          <p:cNvSpPr/>
          <p:nvPr/>
        </p:nvSpPr>
        <p:spPr>
          <a:xfrm>
            <a:off x="818752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4" name="Google Shape;264;p29"/>
          <p:cNvSpPr/>
          <p:nvPr/>
        </p:nvSpPr>
        <p:spPr>
          <a:xfrm>
            <a:off x="818752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5" name="Google Shape;265;p29"/>
          <p:cNvSpPr txBox="1">
            <a:spLocks noGrp="1"/>
          </p:cNvSpPr>
          <p:nvPr>
            <p:ph type="title" idx="2"/>
          </p:nvPr>
        </p:nvSpPr>
        <p:spPr>
          <a:xfrm>
            <a:off x="8304887" y="18934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6" name="Google Shape;266;p29"/>
          <p:cNvSpPr/>
          <p:nvPr/>
        </p:nvSpPr>
        <p:spPr>
          <a:xfrm>
            <a:off x="1138783" y="2457663"/>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7" name="Google Shape;267;p29"/>
          <p:cNvSpPr/>
          <p:nvPr/>
        </p:nvSpPr>
        <p:spPr>
          <a:xfrm>
            <a:off x="1138783" y="1843563"/>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8" name="Google Shape;268;p29"/>
          <p:cNvSpPr txBox="1">
            <a:spLocks noGrp="1"/>
          </p:cNvSpPr>
          <p:nvPr>
            <p:ph type="title" idx="3"/>
          </p:nvPr>
        </p:nvSpPr>
        <p:spPr>
          <a:xfrm>
            <a:off x="1256143" y="18934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9" name="Google Shape;269;p29"/>
          <p:cNvSpPr txBox="1">
            <a:spLocks noGrp="1"/>
          </p:cNvSpPr>
          <p:nvPr>
            <p:ph type="body" idx="1"/>
          </p:nvPr>
        </p:nvSpPr>
        <p:spPr>
          <a:xfrm>
            <a:off x="1365092" y="2666525"/>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0" name="Google Shape;270;p29"/>
          <p:cNvSpPr txBox="1">
            <a:spLocks noGrp="1"/>
          </p:cNvSpPr>
          <p:nvPr>
            <p:ph type="body" idx="4"/>
          </p:nvPr>
        </p:nvSpPr>
        <p:spPr>
          <a:xfrm>
            <a:off x="4883177"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1" name="Google Shape;271;p29"/>
          <p:cNvSpPr txBox="1">
            <a:spLocks noGrp="1"/>
          </p:cNvSpPr>
          <p:nvPr>
            <p:ph type="body" idx="5"/>
          </p:nvPr>
        </p:nvSpPr>
        <p:spPr>
          <a:xfrm>
            <a:off x="8401261"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2" name="Google Shape;272;p29"/>
          <p:cNvSpPr txBox="1">
            <a:spLocks noGrp="1"/>
          </p:cNvSpPr>
          <p:nvPr>
            <p:ph type="title" idx="6"/>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73" name="Google Shape;273;p29"/>
          <p:cNvSpPr/>
          <p:nvPr/>
        </p:nvSpPr>
        <p:spPr>
          <a:xfrm>
            <a:off x="466315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4" name="Google Shape;274;p29"/>
          <p:cNvSpPr txBox="1">
            <a:spLocks noGrp="1"/>
          </p:cNvSpPr>
          <p:nvPr>
            <p:ph type="title" idx="7"/>
          </p:nvPr>
        </p:nvSpPr>
        <p:spPr>
          <a:xfrm>
            <a:off x="4780515"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5" name="Google Shape;275;p29"/>
          <p:cNvSpPr/>
          <p:nvPr/>
        </p:nvSpPr>
        <p:spPr>
          <a:xfrm>
            <a:off x="818752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6" name="Google Shape;276;p29"/>
          <p:cNvSpPr txBox="1">
            <a:spLocks noGrp="1"/>
          </p:cNvSpPr>
          <p:nvPr>
            <p:ph type="title" idx="8"/>
          </p:nvPr>
        </p:nvSpPr>
        <p:spPr>
          <a:xfrm>
            <a:off x="8304887"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7" name="Google Shape;277;p29"/>
          <p:cNvSpPr/>
          <p:nvPr/>
        </p:nvSpPr>
        <p:spPr>
          <a:xfrm>
            <a:off x="1138783" y="5045137"/>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8" name="Google Shape;278;p29"/>
          <p:cNvSpPr txBox="1">
            <a:spLocks noGrp="1"/>
          </p:cNvSpPr>
          <p:nvPr>
            <p:ph type="title" idx="9"/>
          </p:nvPr>
        </p:nvSpPr>
        <p:spPr>
          <a:xfrm>
            <a:off x="1256143" y="50950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221616A-7662-EE72-B6DE-0DD9CDF2335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5DC35BD-A221-7112-5D6A-BB004182669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8922403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09_List3 Split" preserve="1">
  <p:cSld name="09_List3 HalfSplit">
    <p:spTree>
      <p:nvGrpSpPr>
        <p:cNvPr id="1" name="Shape 281"/>
        <p:cNvGrpSpPr/>
        <p:nvPr/>
      </p:nvGrpSpPr>
      <p:grpSpPr>
        <a:xfrm>
          <a:off x="0" y="0"/>
          <a:ext cx="0" cy="0"/>
          <a:chOff x="0" y="0"/>
          <a:chExt cx="0" cy="0"/>
        </a:xfrm>
      </p:grpSpPr>
      <p:sp>
        <p:nvSpPr>
          <p:cNvPr id="282" name="Google Shape;282;p30"/>
          <p:cNvSpPr/>
          <p:nvPr/>
        </p:nvSpPr>
        <p:spPr>
          <a:xfrm>
            <a:off x="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tx1"/>
              </a:solidFill>
              <a:latin typeface="JetBrains Mono"/>
              <a:ea typeface="JetBrains Mono"/>
              <a:cs typeface="JetBrains Mono"/>
              <a:sym typeface="JetBrains Mono"/>
            </a:endParaRPr>
          </a:p>
        </p:txBody>
      </p:sp>
      <p:sp>
        <p:nvSpPr>
          <p:cNvPr id="283" name="Google Shape;283;p30"/>
          <p:cNvSpPr txBox="1">
            <a:spLocks noGrp="1"/>
          </p:cNvSpPr>
          <p:nvPr>
            <p:ph type="title"/>
          </p:nvPr>
        </p:nvSpPr>
        <p:spPr>
          <a:xfrm>
            <a:off x="438871" y="457200"/>
            <a:ext cx="45716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84" name="Google Shape;284;p30"/>
          <p:cNvSpPr txBox="1">
            <a:spLocks noGrp="1"/>
          </p:cNvSpPr>
          <p:nvPr>
            <p:ph type="body" idx="1"/>
          </p:nvPr>
        </p:nvSpPr>
        <p:spPr>
          <a:xfrm>
            <a:off x="438871" y="2686051"/>
            <a:ext cx="4571600"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85" name="Google Shape;285;p30"/>
          <p:cNvSpPr txBox="1">
            <a:spLocks noGrp="1"/>
          </p:cNvSpPr>
          <p:nvPr>
            <p:ph type="subTitle" idx="2"/>
          </p:nvPr>
        </p:nvSpPr>
        <p:spPr>
          <a:xfrm>
            <a:off x="438871" y="1661988"/>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86" name="Google Shape;286;p30"/>
          <p:cNvSpPr txBox="1">
            <a:spLocks noGrp="1"/>
          </p:cNvSpPr>
          <p:nvPr>
            <p:ph type="subTitle" idx="3"/>
          </p:nvPr>
        </p:nvSpPr>
        <p:spPr>
          <a:xfrm>
            <a:off x="7751617" y="988213"/>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87" name="Google Shape;287;p30"/>
          <p:cNvSpPr txBox="1">
            <a:spLocks noGrp="1"/>
          </p:cNvSpPr>
          <p:nvPr>
            <p:ph type="subTitle" idx="4"/>
          </p:nvPr>
        </p:nvSpPr>
        <p:spPr>
          <a:xfrm>
            <a:off x="7751617" y="13726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88" name="Google Shape;288;p30"/>
          <p:cNvSpPr txBox="1">
            <a:spLocks noGrp="1"/>
          </p:cNvSpPr>
          <p:nvPr>
            <p:ph type="subTitle" idx="5"/>
          </p:nvPr>
        </p:nvSpPr>
        <p:spPr>
          <a:xfrm>
            <a:off x="7751617" y="2765388"/>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89" name="Google Shape;289;p30"/>
          <p:cNvSpPr txBox="1">
            <a:spLocks noGrp="1"/>
          </p:cNvSpPr>
          <p:nvPr>
            <p:ph type="subTitle" idx="6"/>
          </p:nvPr>
        </p:nvSpPr>
        <p:spPr>
          <a:xfrm>
            <a:off x="7751617" y="31497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90" name="Google Shape;290;p30"/>
          <p:cNvSpPr txBox="1">
            <a:spLocks noGrp="1"/>
          </p:cNvSpPr>
          <p:nvPr>
            <p:ph type="subTitle" idx="7"/>
          </p:nvPr>
        </p:nvSpPr>
        <p:spPr>
          <a:xfrm>
            <a:off x="7751617" y="4542563"/>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91" name="Google Shape;291;p30"/>
          <p:cNvSpPr txBox="1">
            <a:spLocks noGrp="1"/>
          </p:cNvSpPr>
          <p:nvPr>
            <p:ph type="subTitle" idx="8"/>
          </p:nvPr>
        </p:nvSpPr>
        <p:spPr>
          <a:xfrm>
            <a:off x="7751617" y="4926951"/>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53A2F63-3861-856B-4CB7-B72FBD9520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1A84EAE-2866-153B-4B19-D4299B5AA83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4860620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09_List3 Split Top" preserve="1">
  <p:cSld name="09_List3 Split Top">
    <p:spTree>
      <p:nvGrpSpPr>
        <p:cNvPr id="1" name="Shape 294"/>
        <p:cNvGrpSpPr/>
        <p:nvPr/>
      </p:nvGrpSpPr>
      <p:grpSpPr>
        <a:xfrm>
          <a:off x="0" y="0"/>
          <a:ext cx="0" cy="0"/>
          <a:chOff x="0" y="0"/>
          <a:chExt cx="0" cy="0"/>
        </a:xfrm>
      </p:grpSpPr>
      <p:sp>
        <p:nvSpPr>
          <p:cNvPr id="295" name="Google Shape;295;p31"/>
          <p:cNvSpPr/>
          <p:nvPr/>
        </p:nvSpPr>
        <p:spPr>
          <a:xfrm>
            <a:off x="-3475" y="0"/>
            <a:ext cx="12192000" cy="2686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96" name="Google Shape;296;p31"/>
          <p:cNvSpPr txBox="1">
            <a:spLocks noGrp="1"/>
          </p:cNvSpPr>
          <p:nvPr>
            <p:ph type="title"/>
          </p:nvPr>
        </p:nvSpPr>
        <p:spPr>
          <a:xfrm>
            <a:off x="438871" y="457200"/>
            <a:ext cx="855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97" name="Google Shape;297;p31"/>
          <p:cNvSpPr txBox="1">
            <a:spLocks noGrp="1"/>
          </p:cNvSpPr>
          <p:nvPr>
            <p:ph type="subTitle" idx="1"/>
          </p:nvPr>
        </p:nvSpPr>
        <p:spPr>
          <a:xfrm>
            <a:off x="438871" y="1661988"/>
            <a:ext cx="7788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98" name="Google Shape;298;p31"/>
          <p:cNvSpPr txBox="1">
            <a:spLocks noGrp="1"/>
          </p:cNvSpPr>
          <p:nvPr>
            <p:ph type="subTitle" idx="2"/>
          </p:nvPr>
        </p:nvSpPr>
        <p:spPr>
          <a:xfrm>
            <a:off x="438871"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99" name="Google Shape;299;p31"/>
          <p:cNvSpPr txBox="1">
            <a:spLocks noGrp="1"/>
          </p:cNvSpPr>
          <p:nvPr>
            <p:ph type="subTitle" idx="3"/>
          </p:nvPr>
        </p:nvSpPr>
        <p:spPr>
          <a:xfrm>
            <a:off x="438871"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00" name="Google Shape;300;p31"/>
          <p:cNvSpPr txBox="1">
            <a:spLocks noGrp="1"/>
          </p:cNvSpPr>
          <p:nvPr>
            <p:ph type="subTitle" idx="4"/>
          </p:nvPr>
        </p:nvSpPr>
        <p:spPr>
          <a:xfrm>
            <a:off x="4256317"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301" name="Google Shape;301;p31"/>
          <p:cNvSpPr txBox="1">
            <a:spLocks noGrp="1"/>
          </p:cNvSpPr>
          <p:nvPr>
            <p:ph type="subTitle" idx="5"/>
          </p:nvPr>
        </p:nvSpPr>
        <p:spPr>
          <a:xfrm>
            <a:off x="4256317"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02" name="Google Shape;302;p31"/>
          <p:cNvSpPr txBox="1">
            <a:spLocks noGrp="1"/>
          </p:cNvSpPr>
          <p:nvPr>
            <p:ph type="subTitle" idx="6"/>
          </p:nvPr>
        </p:nvSpPr>
        <p:spPr>
          <a:xfrm>
            <a:off x="8073765"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303" name="Google Shape;303;p31"/>
          <p:cNvSpPr txBox="1">
            <a:spLocks noGrp="1"/>
          </p:cNvSpPr>
          <p:nvPr>
            <p:ph type="subTitle" idx="7"/>
          </p:nvPr>
        </p:nvSpPr>
        <p:spPr>
          <a:xfrm>
            <a:off x="8073765"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420630B8-10B8-F782-8E4B-019E5063F5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AA969CF-658B-F4CE-EC3A-9E951335965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393516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09_List3 + Box" preserve="1">
  <p:cSld name="09_List3 + Box">
    <p:spTree>
      <p:nvGrpSpPr>
        <p:cNvPr id="1" name="Shape 306"/>
        <p:cNvGrpSpPr/>
        <p:nvPr/>
      </p:nvGrpSpPr>
      <p:grpSpPr>
        <a:xfrm>
          <a:off x="0" y="0"/>
          <a:ext cx="0" cy="0"/>
          <a:chOff x="0" y="0"/>
          <a:chExt cx="0" cy="0"/>
        </a:xfrm>
      </p:grpSpPr>
      <p:sp>
        <p:nvSpPr>
          <p:cNvPr id="307" name="Google Shape;307;p32"/>
          <p:cNvSpPr/>
          <p:nvPr/>
        </p:nvSpPr>
        <p:spPr>
          <a:xfrm>
            <a:off x="1065200" y="2308367"/>
            <a:ext cx="30536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08" name="Google Shape;308;p32"/>
          <p:cNvSpPr/>
          <p:nvPr/>
        </p:nvSpPr>
        <p:spPr>
          <a:xfrm>
            <a:off x="4598000" y="2308371"/>
            <a:ext cx="29960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09" name="Google Shape;309;p32"/>
          <p:cNvSpPr/>
          <p:nvPr/>
        </p:nvSpPr>
        <p:spPr>
          <a:xfrm>
            <a:off x="8130825" y="2308371"/>
            <a:ext cx="29960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10" name="Google Shape;310;p32"/>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11" name="Google Shape;311;p32"/>
          <p:cNvSpPr txBox="1">
            <a:spLocks noGrp="1"/>
          </p:cNvSpPr>
          <p:nvPr>
            <p:ph type="subTitle" idx="1"/>
          </p:nvPr>
        </p:nvSpPr>
        <p:spPr>
          <a:xfrm>
            <a:off x="1331633"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2" name="Google Shape;312;p32"/>
          <p:cNvSpPr txBox="1">
            <a:spLocks noGrp="1"/>
          </p:cNvSpPr>
          <p:nvPr>
            <p:ph type="subTitle" idx="2"/>
          </p:nvPr>
        </p:nvSpPr>
        <p:spPr>
          <a:xfrm>
            <a:off x="1331633"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13" name="Google Shape;313;p32"/>
          <p:cNvSpPr txBox="1">
            <a:spLocks noGrp="1"/>
          </p:cNvSpPr>
          <p:nvPr>
            <p:ph type="subTitle" idx="3"/>
          </p:nvPr>
        </p:nvSpPr>
        <p:spPr>
          <a:xfrm>
            <a:off x="4856811"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4" name="Google Shape;314;p32"/>
          <p:cNvSpPr txBox="1">
            <a:spLocks noGrp="1"/>
          </p:cNvSpPr>
          <p:nvPr>
            <p:ph type="subTitle" idx="4"/>
          </p:nvPr>
        </p:nvSpPr>
        <p:spPr>
          <a:xfrm>
            <a:off x="4856811"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15" name="Google Shape;315;p32"/>
          <p:cNvSpPr txBox="1">
            <a:spLocks noGrp="1"/>
          </p:cNvSpPr>
          <p:nvPr>
            <p:ph type="subTitle" idx="5"/>
          </p:nvPr>
        </p:nvSpPr>
        <p:spPr>
          <a:xfrm>
            <a:off x="8381996"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6" name="Google Shape;316;p32"/>
          <p:cNvSpPr txBox="1">
            <a:spLocks noGrp="1"/>
          </p:cNvSpPr>
          <p:nvPr>
            <p:ph type="subTitle" idx="6"/>
          </p:nvPr>
        </p:nvSpPr>
        <p:spPr>
          <a:xfrm>
            <a:off x="8381996"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D0DF87F-21F4-5C11-7E9A-22621D41128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FF770EB-E5DA-0386-E45F-A179D72110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4412246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09_List4 + box" preserve="1">
  <p:cSld name="09_List4 + box">
    <p:spTree>
      <p:nvGrpSpPr>
        <p:cNvPr id="1" name="Shape 319"/>
        <p:cNvGrpSpPr/>
        <p:nvPr/>
      </p:nvGrpSpPr>
      <p:grpSpPr>
        <a:xfrm>
          <a:off x="0" y="0"/>
          <a:ext cx="0" cy="0"/>
          <a:chOff x="0" y="0"/>
          <a:chExt cx="0" cy="0"/>
        </a:xfrm>
      </p:grpSpPr>
      <p:sp>
        <p:nvSpPr>
          <p:cNvPr id="320" name="Google Shape;320;p33"/>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5333"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21" name="Google Shape;321;p33"/>
          <p:cNvSpPr/>
          <p:nvPr/>
        </p:nvSpPr>
        <p:spPr>
          <a:xfrm>
            <a:off x="71298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2" name="Google Shape;322;p33"/>
          <p:cNvSpPr/>
          <p:nvPr/>
        </p:nvSpPr>
        <p:spPr>
          <a:xfrm>
            <a:off x="347086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3" name="Google Shape;323;p33"/>
          <p:cNvSpPr/>
          <p:nvPr/>
        </p:nvSpPr>
        <p:spPr>
          <a:xfrm>
            <a:off x="622874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4" name="Google Shape;324;p33"/>
          <p:cNvSpPr/>
          <p:nvPr/>
        </p:nvSpPr>
        <p:spPr>
          <a:xfrm>
            <a:off x="898662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5" name="Google Shape;325;p33"/>
          <p:cNvSpPr/>
          <p:nvPr/>
        </p:nvSpPr>
        <p:spPr>
          <a:xfrm rot="10800000" flipH="1">
            <a:off x="71298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6" name="Google Shape;326;p33"/>
          <p:cNvSpPr/>
          <p:nvPr/>
        </p:nvSpPr>
        <p:spPr>
          <a:xfrm rot="10800000" flipH="1">
            <a:off x="347086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7" name="Google Shape;327;p33"/>
          <p:cNvSpPr/>
          <p:nvPr/>
        </p:nvSpPr>
        <p:spPr>
          <a:xfrm rot="10800000" flipH="1">
            <a:off x="622874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8" name="Google Shape;328;p33"/>
          <p:cNvSpPr/>
          <p:nvPr/>
        </p:nvSpPr>
        <p:spPr>
          <a:xfrm rot="10800000" flipH="1">
            <a:off x="898662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9" name="Google Shape;329;p33"/>
          <p:cNvSpPr txBox="1">
            <a:spLocks noGrp="1"/>
          </p:cNvSpPr>
          <p:nvPr>
            <p:ph type="title" idx="2"/>
          </p:nvPr>
        </p:nvSpPr>
        <p:spPr>
          <a:xfrm>
            <a:off x="712985" y="2276475"/>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0" name="Google Shape;330;p33"/>
          <p:cNvSpPr txBox="1">
            <a:spLocks noGrp="1"/>
          </p:cNvSpPr>
          <p:nvPr>
            <p:ph type="subTitle" idx="1"/>
          </p:nvPr>
        </p:nvSpPr>
        <p:spPr>
          <a:xfrm>
            <a:off x="904661" y="32218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1" name="Google Shape;331;p33"/>
          <p:cNvSpPr txBox="1">
            <a:spLocks noGrp="1"/>
          </p:cNvSpPr>
          <p:nvPr>
            <p:ph type="title" idx="3"/>
          </p:nvPr>
        </p:nvSpPr>
        <p:spPr>
          <a:xfrm>
            <a:off x="347086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2" name="Google Shape;332;p33"/>
          <p:cNvSpPr txBox="1">
            <a:spLocks noGrp="1"/>
          </p:cNvSpPr>
          <p:nvPr>
            <p:ph type="title" idx="4"/>
          </p:nvPr>
        </p:nvSpPr>
        <p:spPr>
          <a:xfrm>
            <a:off x="622874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3" name="Google Shape;333;p33"/>
          <p:cNvSpPr txBox="1">
            <a:spLocks noGrp="1"/>
          </p:cNvSpPr>
          <p:nvPr>
            <p:ph type="title" idx="5"/>
          </p:nvPr>
        </p:nvSpPr>
        <p:spPr>
          <a:xfrm>
            <a:off x="898662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4" name="Google Shape;334;p33"/>
          <p:cNvSpPr txBox="1">
            <a:spLocks noGrp="1"/>
          </p:cNvSpPr>
          <p:nvPr>
            <p:ph type="subTitle" idx="6"/>
          </p:nvPr>
        </p:nvSpPr>
        <p:spPr>
          <a:xfrm>
            <a:off x="3662541" y="32218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5" name="Google Shape;335;p33"/>
          <p:cNvSpPr txBox="1">
            <a:spLocks noGrp="1"/>
          </p:cNvSpPr>
          <p:nvPr>
            <p:ph type="subTitle" idx="7"/>
          </p:nvPr>
        </p:nvSpPr>
        <p:spPr>
          <a:xfrm>
            <a:off x="6420421" y="31714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6" name="Google Shape;336;p33"/>
          <p:cNvSpPr txBox="1">
            <a:spLocks noGrp="1"/>
          </p:cNvSpPr>
          <p:nvPr>
            <p:ph type="subTitle" idx="8"/>
          </p:nvPr>
        </p:nvSpPr>
        <p:spPr>
          <a:xfrm>
            <a:off x="9178301" y="31714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0920D7F8-7542-7153-5A5E-6B39F4F15E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F269CAD3-D292-6F3C-89DD-6310BFE687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1002264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09_List4 + Box + Icon" preserve="1">
  <p:cSld name="09_List4 + Box + Icon">
    <p:spTree>
      <p:nvGrpSpPr>
        <p:cNvPr id="1" name="Shape 339"/>
        <p:cNvGrpSpPr/>
        <p:nvPr/>
      </p:nvGrpSpPr>
      <p:grpSpPr>
        <a:xfrm>
          <a:off x="0" y="0"/>
          <a:ext cx="0" cy="0"/>
          <a:chOff x="0" y="0"/>
          <a:chExt cx="0" cy="0"/>
        </a:xfrm>
      </p:grpSpPr>
      <p:sp>
        <p:nvSpPr>
          <p:cNvPr id="340" name="Google Shape;340;p34"/>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41" name="Google Shape;341;p34"/>
          <p:cNvSpPr/>
          <p:nvPr/>
        </p:nvSpPr>
        <p:spPr>
          <a:xfrm>
            <a:off x="71298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2" name="Google Shape;342;p34"/>
          <p:cNvSpPr/>
          <p:nvPr/>
        </p:nvSpPr>
        <p:spPr>
          <a:xfrm>
            <a:off x="347086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3" name="Google Shape;343;p34"/>
          <p:cNvSpPr/>
          <p:nvPr/>
        </p:nvSpPr>
        <p:spPr>
          <a:xfrm>
            <a:off x="622874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4" name="Google Shape;344;p34"/>
          <p:cNvSpPr/>
          <p:nvPr/>
        </p:nvSpPr>
        <p:spPr>
          <a:xfrm>
            <a:off x="898662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5" name="Google Shape;345;p34"/>
          <p:cNvSpPr/>
          <p:nvPr/>
        </p:nvSpPr>
        <p:spPr>
          <a:xfrm rot="10800000" flipH="1">
            <a:off x="71298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6" name="Google Shape;346;p34"/>
          <p:cNvSpPr/>
          <p:nvPr/>
        </p:nvSpPr>
        <p:spPr>
          <a:xfrm rot="10800000" flipH="1">
            <a:off x="347086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7" name="Google Shape;347;p34"/>
          <p:cNvSpPr/>
          <p:nvPr/>
        </p:nvSpPr>
        <p:spPr>
          <a:xfrm rot="10800000" flipH="1">
            <a:off x="622874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8" name="Google Shape;348;p34"/>
          <p:cNvSpPr/>
          <p:nvPr/>
        </p:nvSpPr>
        <p:spPr>
          <a:xfrm rot="10800000" flipH="1">
            <a:off x="898662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9" name="Google Shape;349;p34"/>
          <p:cNvSpPr txBox="1">
            <a:spLocks noGrp="1"/>
          </p:cNvSpPr>
          <p:nvPr>
            <p:ph type="subTitle" idx="1"/>
          </p:nvPr>
        </p:nvSpPr>
        <p:spPr>
          <a:xfrm>
            <a:off x="91493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0" name="Google Shape;350;p34"/>
          <p:cNvSpPr txBox="1">
            <a:spLocks noGrp="1"/>
          </p:cNvSpPr>
          <p:nvPr>
            <p:ph type="subTitle" idx="2"/>
          </p:nvPr>
        </p:nvSpPr>
        <p:spPr>
          <a:xfrm>
            <a:off x="91493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1" name="Google Shape;351;p34"/>
          <p:cNvSpPr txBox="1">
            <a:spLocks noGrp="1"/>
          </p:cNvSpPr>
          <p:nvPr>
            <p:ph type="subTitle" idx="3"/>
          </p:nvPr>
        </p:nvSpPr>
        <p:spPr>
          <a:xfrm>
            <a:off x="367281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2" name="Google Shape;352;p34"/>
          <p:cNvSpPr txBox="1">
            <a:spLocks noGrp="1"/>
          </p:cNvSpPr>
          <p:nvPr>
            <p:ph type="subTitle" idx="4"/>
          </p:nvPr>
        </p:nvSpPr>
        <p:spPr>
          <a:xfrm>
            <a:off x="367281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3" name="Google Shape;353;p34"/>
          <p:cNvSpPr txBox="1">
            <a:spLocks noGrp="1"/>
          </p:cNvSpPr>
          <p:nvPr>
            <p:ph type="subTitle" idx="5"/>
          </p:nvPr>
        </p:nvSpPr>
        <p:spPr>
          <a:xfrm>
            <a:off x="643069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4" name="Google Shape;354;p34"/>
          <p:cNvSpPr txBox="1">
            <a:spLocks noGrp="1"/>
          </p:cNvSpPr>
          <p:nvPr>
            <p:ph type="subTitle" idx="6"/>
          </p:nvPr>
        </p:nvSpPr>
        <p:spPr>
          <a:xfrm>
            <a:off x="643069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5" name="Google Shape;355;p34"/>
          <p:cNvSpPr txBox="1">
            <a:spLocks noGrp="1"/>
          </p:cNvSpPr>
          <p:nvPr>
            <p:ph type="subTitle" idx="7"/>
          </p:nvPr>
        </p:nvSpPr>
        <p:spPr>
          <a:xfrm>
            <a:off x="918857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6" name="Google Shape;356;p34"/>
          <p:cNvSpPr txBox="1">
            <a:spLocks noGrp="1"/>
          </p:cNvSpPr>
          <p:nvPr>
            <p:ph type="subTitle" idx="8"/>
          </p:nvPr>
        </p:nvSpPr>
        <p:spPr>
          <a:xfrm>
            <a:off x="918857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2BE7A4B-26E0-26F2-2323-7D626208E8B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E7906F2C-735F-0B76-B204-0B9DF9258EE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5600540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09_List2" preserve="1">
  <p:cSld name="09_List2-White">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61" name="Google Shape;361;p35"/>
          <p:cNvSpPr txBox="1">
            <a:spLocks noGrp="1"/>
          </p:cNvSpPr>
          <p:nvPr>
            <p:ph type="subTitle" idx="1"/>
          </p:nvPr>
        </p:nvSpPr>
        <p:spPr>
          <a:xfrm>
            <a:off x="1331633"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2" name="Google Shape;362;p35"/>
          <p:cNvSpPr txBox="1">
            <a:spLocks noGrp="1"/>
          </p:cNvSpPr>
          <p:nvPr>
            <p:ph type="subTitle" idx="2"/>
          </p:nvPr>
        </p:nvSpPr>
        <p:spPr>
          <a:xfrm>
            <a:off x="1331633"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63" name="Google Shape;363;p35"/>
          <p:cNvSpPr txBox="1">
            <a:spLocks noGrp="1"/>
          </p:cNvSpPr>
          <p:nvPr>
            <p:ph type="subTitle" idx="3"/>
          </p:nvPr>
        </p:nvSpPr>
        <p:spPr>
          <a:xfrm>
            <a:off x="7119835"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4" name="Google Shape;364;p35"/>
          <p:cNvSpPr txBox="1">
            <a:spLocks noGrp="1"/>
          </p:cNvSpPr>
          <p:nvPr>
            <p:ph type="subTitle" idx="4"/>
          </p:nvPr>
        </p:nvSpPr>
        <p:spPr>
          <a:xfrm>
            <a:off x="7119835"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4279096-11BB-53AB-CEFE-950A21309C7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E7C89A0-FA15-77D8-2F0A-158D70457D6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8478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09_List2" preserve="1">
  <p:cSld name="10_List2-Navy">
    <p:bg>
      <p:bgPr>
        <a:solidFill>
          <a:schemeClr val="tx1"/>
        </a:solidFill>
        <a:effectLst/>
      </p:bgPr>
    </p:bg>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61" name="Google Shape;361;p35"/>
          <p:cNvSpPr txBox="1">
            <a:spLocks noGrp="1"/>
          </p:cNvSpPr>
          <p:nvPr>
            <p:ph type="subTitle" idx="1"/>
          </p:nvPr>
        </p:nvSpPr>
        <p:spPr>
          <a:xfrm>
            <a:off x="1331633"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2" name="Google Shape;362;p35"/>
          <p:cNvSpPr txBox="1">
            <a:spLocks noGrp="1"/>
          </p:cNvSpPr>
          <p:nvPr>
            <p:ph type="subTitle" idx="2"/>
          </p:nvPr>
        </p:nvSpPr>
        <p:spPr>
          <a:xfrm>
            <a:off x="1331633"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63" name="Google Shape;363;p35"/>
          <p:cNvSpPr txBox="1">
            <a:spLocks noGrp="1"/>
          </p:cNvSpPr>
          <p:nvPr>
            <p:ph type="subTitle" idx="3"/>
          </p:nvPr>
        </p:nvSpPr>
        <p:spPr>
          <a:xfrm>
            <a:off x="7119835"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4" name="Google Shape;364;p35"/>
          <p:cNvSpPr txBox="1">
            <a:spLocks noGrp="1"/>
          </p:cNvSpPr>
          <p:nvPr>
            <p:ph type="subTitle" idx="4"/>
          </p:nvPr>
        </p:nvSpPr>
        <p:spPr>
          <a:xfrm>
            <a:off x="7119835"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17206F51-A649-7186-838A-A3EBEE86944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A312E949-C64A-7DE8-A8C9-A9504040E8A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525468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09_List3 Split" preserve="1">
  <p:cSld name="10_List3 Split">
    <p:spTree>
      <p:nvGrpSpPr>
        <p:cNvPr id="1" name="Shape 367"/>
        <p:cNvGrpSpPr/>
        <p:nvPr/>
      </p:nvGrpSpPr>
      <p:grpSpPr>
        <a:xfrm>
          <a:off x="0" y="0"/>
          <a:ext cx="0" cy="0"/>
          <a:chOff x="0" y="0"/>
          <a:chExt cx="0" cy="0"/>
        </a:xfrm>
      </p:grpSpPr>
      <p:sp>
        <p:nvSpPr>
          <p:cNvPr id="368" name="Google Shape;368;p36"/>
          <p:cNvSpPr/>
          <p:nvPr/>
        </p:nvSpPr>
        <p:spPr>
          <a:xfrm>
            <a:off x="609830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369" name="Google Shape;369;p36"/>
          <p:cNvSpPr txBox="1">
            <a:spLocks noGrp="1"/>
          </p:cNvSpPr>
          <p:nvPr>
            <p:ph type="body" idx="1"/>
          </p:nvPr>
        </p:nvSpPr>
        <p:spPr>
          <a:xfrm>
            <a:off x="438871" y="1943100"/>
            <a:ext cx="4571600"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370" name="Google Shape;370;p36"/>
          <p:cNvSpPr txBox="1">
            <a:spLocks noGrp="1"/>
          </p:cNvSpPr>
          <p:nvPr>
            <p:ph type="title"/>
          </p:nvPr>
        </p:nvSpPr>
        <p:spPr>
          <a:xfrm>
            <a:off x="438871" y="457200"/>
            <a:ext cx="45716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71" name="Google Shape;371;p36"/>
          <p:cNvSpPr txBox="1">
            <a:spLocks noGrp="1"/>
          </p:cNvSpPr>
          <p:nvPr>
            <p:ph type="subTitle" idx="2"/>
          </p:nvPr>
        </p:nvSpPr>
        <p:spPr>
          <a:xfrm>
            <a:off x="7466080" y="1450312"/>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2" name="Google Shape;372;p36"/>
          <p:cNvSpPr txBox="1">
            <a:spLocks noGrp="1"/>
          </p:cNvSpPr>
          <p:nvPr>
            <p:ph type="subTitle" idx="3"/>
          </p:nvPr>
        </p:nvSpPr>
        <p:spPr>
          <a:xfrm>
            <a:off x="7459643" y="876725"/>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73" name="Google Shape;373;p36"/>
          <p:cNvSpPr txBox="1">
            <a:spLocks noGrp="1"/>
          </p:cNvSpPr>
          <p:nvPr>
            <p:ph type="subTitle" idx="4"/>
          </p:nvPr>
        </p:nvSpPr>
        <p:spPr>
          <a:xfrm>
            <a:off x="7466080" y="3440619"/>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4" name="Google Shape;374;p36"/>
          <p:cNvSpPr txBox="1">
            <a:spLocks noGrp="1"/>
          </p:cNvSpPr>
          <p:nvPr>
            <p:ph type="subTitle" idx="5"/>
          </p:nvPr>
        </p:nvSpPr>
        <p:spPr>
          <a:xfrm>
            <a:off x="7459643" y="2867031"/>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75" name="Google Shape;375;p36"/>
          <p:cNvSpPr txBox="1">
            <a:spLocks noGrp="1"/>
          </p:cNvSpPr>
          <p:nvPr>
            <p:ph type="subTitle" idx="6"/>
          </p:nvPr>
        </p:nvSpPr>
        <p:spPr>
          <a:xfrm>
            <a:off x="7466080" y="5430931"/>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6" name="Google Shape;376;p36"/>
          <p:cNvSpPr txBox="1">
            <a:spLocks noGrp="1"/>
          </p:cNvSpPr>
          <p:nvPr>
            <p:ph type="subTitle" idx="7"/>
          </p:nvPr>
        </p:nvSpPr>
        <p:spPr>
          <a:xfrm>
            <a:off x="7459643" y="4857344"/>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8A7042B-CE2D-3D64-F2A2-07CF5F574D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5FB93419-3C4D-38F0-0002-CCE80BC91D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990432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09_List4 Split" preserve="1">
  <p:cSld name="09_List4 Split-White">
    <p:spTree>
      <p:nvGrpSpPr>
        <p:cNvPr id="1" name="Shape 379"/>
        <p:cNvGrpSpPr/>
        <p:nvPr/>
      </p:nvGrpSpPr>
      <p:grpSpPr>
        <a:xfrm>
          <a:off x="0" y="0"/>
          <a:ext cx="0" cy="0"/>
          <a:chOff x="0" y="0"/>
          <a:chExt cx="0" cy="0"/>
        </a:xfrm>
      </p:grpSpPr>
      <p:sp>
        <p:nvSpPr>
          <p:cNvPr id="380" name="Google Shape;380;p37"/>
          <p:cNvSpPr/>
          <p:nvPr/>
        </p:nvSpPr>
        <p:spPr>
          <a:xfrm>
            <a:off x="-3467" y="0"/>
            <a:ext cx="12192000" cy="21036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381" name="Google Shape;381;p37"/>
          <p:cNvSpPr txBox="1">
            <a:spLocks noGrp="1"/>
          </p:cNvSpPr>
          <p:nvPr>
            <p:ph type="title"/>
          </p:nvPr>
        </p:nvSpPr>
        <p:spPr>
          <a:xfrm>
            <a:off x="438871" y="457200"/>
            <a:ext cx="801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82" name="Google Shape;382;p37"/>
          <p:cNvSpPr txBox="1">
            <a:spLocks noGrp="1"/>
          </p:cNvSpPr>
          <p:nvPr>
            <p:ph type="subTitle" idx="1"/>
          </p:nvPr>
        </p:nvSpPr>
        <p:spPr>
          <a:xfrm>
            <a:off x="438871" y="1259425"/>
            <a:ext cx="7296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3" name="Google Shape;383;p37"/>
          <p:cNvSpPr txBox="1">
            <a:spLocks noGrp="1"/>
          </p:cNvSpPr>
          <p:nvPr>
            <p:ph type="subTitle" idx="2"/>
          </p:nvPr>
        </p:nvSpPr>
        <p:spPr>
          <a:xfrm>
            <a:off x="65384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4" name="Google Shape;384;p37"/>
          <p:cNvSpPr txBox="1">
            <a:spLocks noGrp="1"/>
          </p:cNvSpPr>
          <p:nvPr>
            <p:ph type="subTitle" idx="3"/>
          </p:nvPr>
        </p:nvSpPr>
        <p:spPr>
          <a:xfrm>
            <a:off x="65384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5" name="Google Shape;385;p37"/>
          <p:cNvSpPr txBox="1">
            <a:spLocks noGrp="1"/>
          </p:cNvSpPr>
          <p:nvPr>
            <p:ph type="subTitle" idx="4"/>
          </p:nvPr>
        </p:nvSpPr>
        <p:spPr>
          <a:xfrm>
            <a:off x="3510305"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6" name="Google Shape;386;p37"/>
          <p:cNvSpPr txBox="1">
            <a:spLocks noGrp="1"/>
          </p:cNvSpPr>
          <p:nvPr>
            <p:ph type="subTitle" idx="5"/>
          </p:nvPr>
        </p:nvSpPr>
        <p:spPr>
          <a:xfrm>
            <a:off x="3510305"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7" name="Google Shape;387;p37"/>
          <p:cNvSpPr txBox="1">
            <a:spLocks noGrp="1"/>
          </p:cNvSpPr>
          <p:nvPr>
            <p:ph type="subTitle" idx="6"/>
          </p:nvPr>
        </p:nvSpPr>
        <p:spPr>
          <a:xfrm>
            <a:off x="6352787"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8" name="Google Shape;388;p37"/>
          <p:cNvSpPr txBox="1">
            <a:spLocks noGrp="1"/>
          </p:cNvSpPr>
          <p:nvPr>
            <p:ph type="subTitle" idx="7"/>
          </p:nvPr>
        </p:nvSpPr>
        <p:spPr>
          <a:xfrm>
            <a:off x="6352787"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9" name="Google Shape;389;p37"/>
          <p:cNvSpPr txBox="1">
            <a:spLocks noGrp="1"/>
          </p:cNvSpPr>
          <p:nvPr>
            <p:ph type="subTitle" idx="8"/>
          </p:nvPr>
        </p:nvSpPr>
        <p:spPr>
          <a:xfrm>
            <a:off x="921945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90" name="Google Shape;390;p37"/>
          <p:cNvSpPr txBox="1">
            <a:spLocks noGrp="1"/>
          </p:cNvSpPr>
          <p:nvPr>
            <p:ph type="subTitle" idx="9"/>
          </p:nvPr>
        </p:nvSpPr>
        <p:spPr>
          <a:xfrm>
            <a:off x="921945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440AF62-D211-A905-5DB8-FE1C87B372D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985101EC-B79A-1178-9DDF-E80233C8935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6732141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09_List4 Split" preserve="1">
  <p:cSld name="10_List4 Split-Navy">
    <p:bg>
      <p:bgPr>
        <a:solidFill>
          <a:schemeClr val="tx1"/>
        </a:solidFill>
        <a:effectLst/>
      </p:bgPr>
    </p:bg>
    <p:spTree>
      <p:nvGrpSpPr>
        <p:cNvPr id="1" name="Shape 379"/>
        <p:cNvGrpSpPr/>
        <p:nvPr/>
      </p:nvGrpSpPr>
      <p:grpSpPr>
        <a:xfrm>
          <a:off x="0" y="0"/>
          <a:ext cx="0" cy="0"/>
          <a:chOff x="0" y="0"/>
          <a:chExt cx="0" cy="0"/>
        </a:xfrm>
      </p:grpSpPr>
      <p:sp>
        <p:nvSpPr>
          <p:cNvPr id="380" name="Google Shape;380;p37"/>
          <p:cNvSpPr/>
          <p:nvPr/>
        </p:nvSpPr>
        <p:spPr>
          <a:xfrm>
            <a:off x="-3467" y="0"/>
            <a:ext cx="12192000" cy="2103600"/>
          </a:xfrm>
          <a:prstGeom prst="rect">
            <a:avLst/>
          </a:prstGeom>
          <a:solidFill>
            <a:schemeClr val="bg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bg1"/>
              </a:solidFill>
              <a:latin typeface="Inter"/>
              <a:ea typeface="Inter"/>
              <a:cs typeface="Inter"/>
              <a:sym typeface="Inter"/>
            </a:endParaRPr>
          </a:p>
        </p:txBody>
      </p:sp>
      <p:sp>
        <p:nvSpPr>
          <p:cNvPr id="381" name="Google Shape;381;p37"/>
          <p:cNvSpPr txBox="1">
            <a:spLocks noGrp="1"/>
          </p:cNvSpPr>
          <p:nvPr>
            <p:ph type="title"/>
          </p:nvPr>
        </p:nvSpPr>
        <p:spPr>
          <a:xfrm>
            <a:off x="438871" y="457200"/>
            <a:ext cx="801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82" name="Google Shape;382;p37"/>
          <p:cNvSpPr txBox="1">
            <a:spLocks noGrp="1"/>
          </p:cNvSpPr>
          <p:nvPr>
            <p:ph type="subTitle" idx="1"/>
          </p:nvPr>
        </p:nvSpPr>
        <p:spPr>
          <a:xfrm>
            <a:off x="438871" y="1259425"/>
            <a:ext cx="7296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3" name="Google Shape;383;p37"/>
          <p:cNvSpPr txBox="1">
            <a:spLocks noGrp="1"/>
          </p:cNvSpPr>
          <p:nvPr>
            <p:ph type="subTitle" idx="2"/>
          </p:nvPr>
        </p:nvSpPr>
        <p:spPr>
          <a:xfrm>
            <a:off x="65384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4" name="Google Shape;384;p37"/>
          <p:cNvSpPr txBox="1">
            <a:spLocks noGrp="1"/>
          </p:cNvSpPr>
          <p:nvPr>
            <p:ph type="subTitle" idx="3"/>
          </p:nvPr>
        </p:nvSpPr>
        <p:spPr>
          <a:xfrm>
            <a:off x="65384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5" name="Google Shape;385;p37"/>
          <p:cNvSpPr txBox="1">
            <a:spLocks noGrp="1"/>
          </p:cNvSpPr>
          <p:nvPr>
            <p:ph type="subTitle" idx="4"/>
          </p:nvPr>
        </p:nvSpPr>
        <p:spPr>
          <a:xfrm>
            <a:off x="3510305"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6" name="Google Shape;386;p37"/>
          <p:cNvSpPr txBox="1">
            <a:spLocks noGrp="1"/>
          </p:cNvSpPr>
          <p:nvPr>
            <p:ph type="subTitle" idx="5"/>
          </p:nvPr>
        </p:nvSpPr>
        <p:spPr>
          <a:xfrm>
            <a:off x="3510305"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7" name="Google Shape;387;p37"/>
          <p:cNvSpPr txBox="1">
            <a:spLocks noGrp="1"/>
          </p:cNvSpPr>
          <p:nvPr>
            <p:ph type="subTitle" idx="6"/>
          </p:nvPr>
        </p:nvSpPr>
        <p:spPr>
          <a:xfrm>
            <a:off x="6352787"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8" name="Google Shape;388;p37"/>
          <p:cNvSpPr txBox="1">
            <a:spLocks noGrp="1"/>
          </p:cNvSpPr>
          <p:nvPr>
            <p:ph type="subTitle" idx="7"/>
          </p:nvPr>
        </p:nvSpPr>
        <p:spPr>
          <a:xfrm>
            <a:off x="6352787"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9" name="Google Shape;389;p37"/>
          <p:cNvSpPr txBox="1">
            <a:spLocks noGrp="1"/>
          </p:cNvSpPr>
          <p:nvPr>
            <p:ph type="subTitle" idx="8"/>
          </p:nvPr>
        </p:nvSpPr>
        <p:spPr>
          <a:xfrm>
            <a:off x="921945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90" name="Google Shape;390;p37"/>
          <p:cNvSpPr txBox="1">
            <a:spLocks noGrp="1"/>
          </p:cNvSpPr>
          <p:nvPr>
            <p:ph type="subTitle" idx="9"/>
          </p:nvPr>
        </p:nvSpPr>
        <p:spPr>
          <a:xfrm>
            <a:off x="921945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36845A1-D82A-7BAD-A3CF-CC6BCF8B5E4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0E746D0-4AF2-2F8A-87B5-0DF291E30BB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906516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02_AgendaHeavy" preserve="1">
  <p:cSld name="02_AgendaHeavy">
    <p:spTree>
      <p:nvGrpSpPr>
        <p:cNvPr id="1" name="Shape 393"/>
        <p:cNvGrpSpPr/>
        <p:nvPr/>
      </p:nvGrpSpPr>
      <p:grpSpPr>
        <a:xfrm>
          <a:off x="0" y="0"/>
          <a:ext cx="0" cy="0"/>
          <a:chOff x="0" y="0"/>
          <a:chExt cx="0" cy="0"/>
        </a:xfrm>
      </p:grpSpPr>
      <p:sp>
        <p:nvSpPr>
          <p:cNvPr id="394" name="Google Shape;394;p38"/>
          <p:cNvSpPr/>
          <p:nvPr/>
        </p:nvSpPr>
        <p:spPr>
          <a:xfrm>
            <a:off x="6098300" y="-9525"/>
            <a:ext cx="6111200" cy="6867600"/>
          </a:xfrm>
          <a:prstGeom prst="rect">
            <a:avLst/>
          </a:prstGeom>
          <a:solidFill>
            <a:schemeClr val="tx2"/>
          </a:solidFill>
          <a:ln>
            <a:noFill/>
          </a:ln>
        </p:spPr>
        <p:txBody>
          <a:bodyPr spcFirstLastPara="1" wrap="square" lIns="45700" tIns="45700" rIns="45700" bIns="457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95" name="Google Shape;395;p38"/>
          <p:cNvSpPr txBox="1">
            <a:spLocks noGrp="1"/>
          </p:cNvSpPr>
          <p:nvPr>
            <p:ph type="title"/>
          </p:nvPr>
        </p:nvSpPr>
        <p:spPr>
          <a:xfrm>
            <a:off x="458143" y="457200"/>
            <a:ext cx="4648400" cy="375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2pPr>
            <a:lvl3pPr lvl="2">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3pPr>
            <a:lvl4pPr lvl="3">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4pPr>
            <a:lvl5pPr lvl="4">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5pPr>
            <a:lvl6pPr lvl="5">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6pPr>
            <a:lvl7pPr lvl="6">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7pPr>
            <a:lvl8pPr lvl="7">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8pPr>
            <a:lvl9pPr lvl="8">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9pPr>
          </a:lstStyle>
          <a:p>
            <a:endParaRPr/>
          </a:p>
        </p:txBody>
      </p:sp>
      <p:sp>
        <p:nvSpPr>
          <p:cNvPr id="396" name="Google Shape;396;p38"/>
          <p:cNvSpPr txBox="1">
            <a:spLocks noGrp="1"/>
          </p:cNvSpPr>
          <p:nvPr>
            <p:ph type="body" idx="1"/>
          </p:nvPr>
        </p:nvSpPr>
        <p:spPr>
          <a:xfrm>
            <a:off x="438871" y="1971675"/>
            <a:ext cx="3494800" cy="3600400"/>
          </a:xfrm>
          <a:prstGeom prst="rect">
            <a:avLst/>
          </a:prstGeom>
          <a:noFill/>
          <a:ln>
            <a:noFill/>
          </a:ln>
        </p:spPr>
        <p:txBody>
          <a:bodyPr spcFirstLastPara="1" wrap="square" lIns="34275" tIns="34275" rIns="34275" bIns="34275"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397" name="Google Shape;397;p38"/>
          <p:cNvSpPr txBox="1">
            <a:spLocks noGrp="1"/>
          </p:cNvSpPr>
          <p:nvPr>
            <p:ph type="body" idx="2"/>
          </p:nvPr>
        </p:nvSpPr>
        <p:spPr>
          <a:xfrm>
            <a:off x="6915848" y="457200"/>
            <a:ext cx="4476000" cy="5115200"/>
          </a:xfrm>
          <a:prstGeom prst="rect">
            <a:avLst/>
          </a:prstGeom>
          <a:noFill/>
          <a:ln>
            <a:noFill/>
          </a:ln>
        </p:spPr>
        <p:txBody>
          <a:bodyPr spcFirstLastPara="1" wrap="square" lIns="34275" tIns="34275" rIns="34275" bIns="34275" anchor="t" anchorCtr="0">
            <a:noAutofit/>
          </a:bodyPr>
          <a:lstStyle>
            <a:lvl1pPr marL="609585" lvl="0" indent="-457189" rtl="0">
              <a:lnSpc>
                <a:spcPct val="200000"/>
              </a:lnSpc>
              <a:spcBef>
                <a:spcPts val="0"/>
              </a:spcBef>
              <a:spcAft>
                <a:spcPts val="0"/>
              </a:spcAft>
              <a:buClrTx/>
              <a:buSzPct val="110000"/>
              <a:buFont typeface="Arial" panose="020B0604020202020204" pitchFamily="34" charset="0"/>
              <a:buNone/>
              <a:defRPr sz="2400" b="1">
                <a:solidFill>
                  <a:schemeClr val="tx1"/>
                </a:solidFill>
                <a:latin typeface="Inter"/>
                <a:ea typeface="Inter"/>
                <a:cs typeface="Inter"/>
                <a:sym typeface="Inter"/>
              </a:defRPr>
            </a:lvl1pPr>
            <a:lvl2pPr marL="1219170" lvl="1"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2pPr>
            <a:lvl3pPr marL="1828754" lvl="2"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3pPr>
            <a:lvl4pPr marL="2438339" lvl="3"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4pPr>
            <a:lvl5pPr marL="3047924" lvl="4"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5pPr>
            <a:lvl6pPr marL="3657509" lvl="5"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6pPr>
            <a:lvl7pPr marL="4267093" lvl="6"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7pPr>
            <a:lvl8pPr marL="4876678" lvl="7"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8pPr>
            <a:lvl9pPr marL="5486263" lvl="8"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C1D43114-F454-F56F-87B9-0999A54B6D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AC0F658-1115-EA83-099E-915A2C1FE0C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986962755"/>
      </p:ext>
    </p:extLst>
  </p:cSld>
  <p:clrMapOvr>
    <a:masterClrMapping/>
  </p:clrMapOvr>
  <p:extLst>
    <p:ext uri="{DCECCB84-F9BA-43D5-87BE-67443E8EF086}">
      <p15:sldGuideLst xmlns:p15="http://schemas.microsoft.com/office/powerpoint/2012/main">
        <p15:guide id="1" orient="horz" pos="720" userDrawn="1">
          <p15:clr>
            <a:srgbClr val="FF0095"/>
          </p15:clr>
        </p15:guide>
        <p15:guide id="2" orient="horz" pos="959" userDrawn="1">
          <p15:clr>
            <a:srgbClr val="FF0095"/>
          </p15:clr>
        </p15:guide>
        <p15:guide id="3" orient="horz" pos="1199" userDrawn="1">
          <p15:clr>
            <a:srgbClr val="FF0095"/>
          </p15:clr>
        </p15:guide>
        <p15:guide id="4" orient="horz" pos="1440" userDrawn="1">
          <p15:clr>
            <a:srgbClr val="FF0095"/>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00_Blank_Black" preserve="1">
  <p:cSld name="Blank-Gradient">
    <p:bg>
      <p:bgPr>
        <a:gradFill>
          <a:gsLst>
            <a:gs pos="0">
              <a:schemeClr val="tx1"/>
            </a:gs>
            <a:gs pos="100000">
              <a:schemeClr val="bg2"/>
            </a:gs>
          </a:gsLst>
          <a:lin ang="18900000" scaled="1"/>
        </a:gradFill>
        <a:effectLst/>
      </p:bgPr>
    </p:bg>
    <p:spTree>
      <p:nvGrpSpPr>
        <p:cNvPr id="1" name="Shape 400"/>
        <p:cNvGrpSpPr/>
        <p:nvPr/>
      </p:nvGrpSpPr>
      <p:grpSpPr>
        <a:xfrm>
          <a:off x="0" y="0"/>
          <a:ext cx="0" cy="0"/>
          <a:chOff x="0" y="0"/>
          <a:chExt cx="0" cy="0"/>
        </a:xfrm>
      </p:grpSpPr>
      <p:sp>
        <p:nvSpPr>
          <p:cNvPr id="3" name="Footer Placeholder 3">
            <a:extLst>
              <a:ext uri="{FF2B5EF4-FFF2-40B4-BE49-F238E27FC236}">
                <a16:creationId xmlns:a16="http://schemas.microsoft.com/office/drawing/2014/main" id="{A501E2A9-EB33-2793-D600-F8046B43012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1BD30E9-A67E-D479-E6B1-7C6F60E0D86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8829847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00_Blank_Blue" preserve="1">
  <p:cSld name="Blank-Blue">
    <p:bg>
      <p:bgPr>
        <a:solidFill>
          <a:schemeClr val="accent1"/>
        </a:solidFill>
        <a:effectLst/>
      </p:bgPr>
    </p:bg>
    <p:spTree>
      <p:nvGrpSpPr>
        <p:cNvPr id="1" name="Shape 403"/>
        <p:cNvGrpSpPr/>
        <p:nvPr/>
      </p:nvGrpSpPr>
      <p:grpSpPr>
        <a:xfrm>
          <a:off x="0" y="0"/>
          <a:ext cx="0" cy="0"/>
          <a:chOff x="0" y="0"/>
          <a:chExt cx="0" cy="0"/>
        </a:xfrm>
      </p:grpSpPr>
      <p:sp>
        <p:nvSpPr>
          <p:cNvPr id="3" name="Footer Placeholder 3">
            <a:extLst>
              <a:ext uri="{FF2B5EF4-FFF2-40B4-BE49-F238E27FC236}">
                <a16:creationId xmlns:a16="http://schemas.microsoft.com/office/drawing/2014/main" id="{F4EBE87F-F323-2381-21AA-EFE874098B1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5E29DB8-4179-2CEA-3BE2-A690BB5B9E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6592085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03_Text-heavy" preserve="1">
  <p:cSld name="03_Text-heavy">
    <p:bg>
      <p:bgPr>
        <a:solidFill>
          <a:srgbClr val="00001E">
            <a:alpha val="0"/>
          </a:srgbClr>
        </a:solidFill>
        <a:effectLst/>
      </p:bgPr>
    </p:bg>
    <p:spTree>
      <p:nvGrpSpPr>
        <p:cNvPr id="1" name="Shape 406"/>
        <p:cNvGrpSpPr/>
        <p:nvPr/>
      </p:nvGrpSpPr>
      <p:grpSpPr>
        <a:xfrm>
          <a:off x="0" y="0"/>
          <a:ext cx="0" cy="0"/>
          <a:chOff x="0" y="0"/>
          <a:chExt cx="0" cy="0"/>
        </a:xfrm>
      </p:grpSpPr>
      <p:sp>
        <p:nvSpPr>
          <p:cNvPr id="407" name="Google Shape;407;p41"/>
          <p:cNvSpPr txBox="1">
            <a:spLocks noGrp="1"/>
          </p:cNvSpPr>
          <p:nvPr>
            <p:ph type="title"/>
          </p:nvPr>
        </p:nvSpPr>
        <p:spPr>
          <a:xfrm>
            <a:off x="440357" y="457200"/>
            <a:ext cx="8534400" cy="745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08" name="Google Shape;408;p41"/>
          <p:cNvSpPr txBox="1">
            <a:spLocks noGrp="1"/>
          </p:cNvSpPr>
          <p:nvPr>
            <p:ph type="subTitle" idx="1"/>
          </p:nvPr>
        </p:nvSpPr>
        <p:spPr>
          <a:xfrm>
            <a:off x="440357" y="1176112"/>
            <a:ext cx="8534400" cy="36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09" name="Google Shape;409;p41"/>
          <p:cNvSpPr txBox="1">
            <a:spLocks noGrp="1"/>
          </p:cNvSpPr>
          <p:nvPr>
            <p:ph type="body" idx="2"/>
          </p:nvPr>
        </p:nvSpPr>
        <p:spPr>
          <a:xfrm>
            <a:off x="440357" y="1873251"/>
            <a:ext cx="7315200" cy="3657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0ED10B7E-4268-71DD-047E-93AF7B76D53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AB4C079-61AE-5182-32B7-9D56FB2F300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75018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07_Timeline2" preserve="1">
  <p:cSld name="07_Timeline2">
    <p:bg>
      <p:bgPr>
        <a:solidFill>
          <a:srgbClr val="00001E">
            <a:alpha val="0"/>
          </a:srgbClr>
        </a:solidFill>
        <a:effectLst/>
      </p:bgPr>
    </p:bg>
    <p:spTree>
      <p:nvGrpSpPr>
        <p:cNvPr id="1" name="Shape 412"/>
        <p:cNvGrpSpPr/>
        <p:nvPr/>
      </p:nvGrpSpPr>
      <p:grpSpPr>
        <a:xfrm>
          <a:off x="0" y="0"/>
          <a:ext cx="0" cy="0"/>
          <a:chOff x="0" y="0"/>
          <a:chExt cx="0" cy="0"/>
        </a:xfrm>
      </p:grpSpPr>
      <p:sp>
        <p:nvSpPr>
          <p:cNvPr id="413" name="Google Shape;413;p42"/>
          <p:cNvSpPr/>
          <p:nvPr/>
        </p:nvSpPr>
        <p:spPr>
          <a:xfrm>
            <a:off x="0" y="0"/>
            <a:ext cx="12192000" cy="6217600"/>
          </a:xfrm>
          <a:prstGeom prst="rect">
            <a:avLst/>
          </a:prstGeom>
          <a:solidFill>
            <a:schemeClr val="tx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414" name="Google Shape;414;p42"/>
          <p:cNvSpPr/>
          <p:nvPr/>
        </p:nvSpPr>
        <p:spPr>
          <a:xfrm>
            <a:off x="620333" y="2245633"/>
            <a:ext cx="11736400" cy="48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415" name="Google Shape;415;p42"/>
          <p:cNvSpPr txBox="1">
            <a:spLocks noGrp="1"/>
          </p:cNvSpPr>
          <p:nvPr>
            <p:ph type="title"/>
          </p:nvPr>
        </p:nvSpPr>
        <p:spPr>
          <a:xfrm>
            <a:off x="440357" y="457200"/>
            <a:ext cx="42412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16" name="Google Shape;416;p42"/>
          <p:cNvSpPr txBox="1">
            <a:spLocks noGrp="1"/>
          </p:cNvSpPr>
          <p:nvPr>
            <p:ph type="body" idx="1"/>
          </p:nvPr>
        </p:nvSpPr>
        <p:spPr>
          <a:xfrm>
            <a:off x="659549" y="2582529"/>
            <a:ext cx="2827200" cy="2993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38500D3-BD8E-273E-B023-676F9180A3B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3E1C01D-33B3-F819-ED15-1F8CB2FB661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7850966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07_Timeline1" preserve="1">
  <p:cSld name="07_Timeline1-White">
    <p:bg>
      <p:bgPr>
        <a:solidFill>
          <a:schemeClr val="bg1">
            <a:alpha val="0"/>
          </a:schemeClr>
        </a:solidFill>
        <a:effectLst/>
      </p:bgPr>
    </p:bg>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21" name="Google Shape;421;p43"/>
          <p:cNvSpPr txBox="1">
            <a:spLocks noGrp="1"/>
          </p:cNvSpPr>
          <p:nvPr>
            <p:ph type="body" idx="1"/>
          </p:nvPr>
        </p:nvSpPr>
        <p:spPr>
          <a:xfrm>
            <a:off x="439583" y="4049963"/>
            <a:ext cx="2827200" cy="203757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22" name="Google Shape;422;p43"/>
          <p:cNvSpPr/>
          <p:nvPr/>
        </p:nvSpPr>
        <p:spPr>
          <a:xfrm>
            <a:off x="440357" y="3476563"/>
            <a:ext cx="11751600" cy="178000"/>
          </a:xfrm>
          <a:prstGeom prst="rect">
            <a:avLst/>
          </a:prstGeom>
          <a:gradFill flip="none" rotWithShape="1">
            <a:gsLst>
              <a:gs pos="0">
                <a:schemeClr val="bg2"/>
              </a:gs>
              <a:gs pos="100000">
                <a:schemeClr val="accent1"/>
              </a:gs>
            </a:gsLst>
            <a:lin ang="10800000" scaled="1"/>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3" name="Footer Placeholder 3">
            <a:extLst>
              <a:ext uri="{FF2B5EF4-FFF2-40B4-BE49-F238E27FC236}">
                <a16:creationId xmlns:a16="http://schemas.microsoft.com/office/drawing/2014/main" id="{C0DCED3D-5B9E-8E54-7DEE-15105E30DD0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7397FFA8-7745-E0B2-F758-8C40B94ECC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294293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07_Timeline1" preserve="1">
  <p:cSld name="8_Timeline1-Navy">
    <p:bg>
      <p:bgPr>
        <a:solidFill>
          <a:schemeClr val="tx1"/>
        </a:solidFill>
        <a:effectLst/>
      </p:bgPr>
    </p:bg>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21" name="Google Shape;421;p43"/>
          <p:cNvSpPr txBox="1">
            <a:spLocks noGrp="1"/>
          </p:cNvSpPr>
          <p:nvPr>
            <p:ph type="body" idx="1"/>
          </p:nvPr>
        </p:nvSpPr>
        <p:spPr>
          <a:xfrm>
            <a:off x="439583" y="4049963"/>
            <a:ext cx="2827200" cy="2054504"/>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22" name="Google Shape;422;p43"/>
          <p:cNvSpPr/>
          <p:nvPr/>
        </p:nvSpPr>
        <p:spPr>
          <a:xfrm>
            <a:off x="440357" y="3476563"/>
            <a:ext cx="11751600" cy="178000"/>
          </a:xfrm>
          <a:prstGeom prst="rect">
            <a:avLst/>
          </a:prstGeom>
          <a:gradFill flip="none" rotWithShape="1">
            <a:gsLst>
              <a:gs pos="0">
                <a:schemeClr val="bg2"/>
              </a:gs>
              <a:gs pos="100000">
                <a:schemeClr val="accent1"/>
              </a:gs>
            </a:gsLst>
            <a:lin ang="10800000" scaled="1"/>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3" name="Footer Placeholder 3">
            <a:extLst>
              <a:ext uri="{FF2B5EF4-FFF2-40B4-BE49-F238E27FC236}">
                <a16:creationId xmlns:a16="http://schemas.microsoft.com/office/drawing/2014/main" id="{74B74730-4B78-DB3A-97CD-E104EC35598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26248A50-C64D-223E-48D8-A5107C42AA3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753165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07_Timeline3" preserve="1">
  <p:cSld name="07_Timeline3">
    <p:bg>
      <p:bgPr>
        <a:solidFill>
          <a:schemeClr val="bg1"/>
        </a:solidFill>
        <a:effectLst/>
      </p:bgPr>
    </p:bg>
    <p:spTree>
      <p:nvGrpSpPr>
        <p:cNvPr id="1" name="Shape 425"/>
        <p:cNvGrpSpPr/>
        <p:nvPr/>
      </p:nvGrpSpPr>
      <p:grpSpPr>
        <a:xfrm>
          <a:off x="0" y="0"/>
          <a:ext cx="0" cy="0"/>
          <a:chOff x="0" y="0"/>
          <a:chExt cx="0" cy="0"/>
        </a:xfrm>
      </p:grpSpPr>
      <p:sp>
        <p:nvSpPr>
          <p:cNvPr id="426" name="Google Shape;426;p44"/>
          <p:cNvSpPr txBox="1">
            <a:spLocks noGrp="1"/>
          </p:cNvSpPr>
          <p:nvPr>
            <p:ph type="title"/>
          </p:nvPr>
        </p:nvSpPr>
        <p:spPr>
          <a:xfrm>
            <a:off x="3290367" y="298933"/>
            <a:ext cx="3758800" cy="375600"/>
          </a:xfrm>
          <a:prstGeom prst="rect">
            <a:avLst/>
          </a:prstGeom>
          <a:noFill/>
          <a:ln>
            <a:noFill/>
          </a:ln>
        </p:spPr>
        <p:txBody>
          <a:bodyPr spcFirstLastPara="1" wrap="square" lIns="91425" tIns="91425" rIns="91425" bIns="91425" anchor="t" anchorCtr="0">
            <a:noAutofit/>
          </a:bodyPr>
          <a:lstStyle>
            <a:lvl1pPr lvl="0" algn="r">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7" name="Google Shape;427;p44"/>
          <p:cNvSpPr txBox="1">
            <a:spLocks noGrp="1"/>
          </p:cNvSpPr>
          <p:nvPr>
            <p:ph type="title" idx="2"/>
          </p:nvPr>
        </p:nvSpPr>
        <p:spPr>
          <a:xfrm>
            <a:off x="3290367" y="73596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8" name="Google Shape;428;p44"/>
          <p:cNvSpPr txBox="1">
            <a:spLocks noGrp="1"/>
          </p:cNvSpPr>
          <p:nvPr>
            <p:ph type="title" idx="3"/>
          </p:nvPr>
        </p:nvSpPr>
        <p:spPr>
          <a:xfrm>
            <a:off x="3290367" y="1172984"/>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9" name="Google Shape;429;p44"/>
          <p:cNvSpPr txBox="1">
            <a:spLocks noGrp="1"/>
          </p:cNvSpPr>
          <p:nvPr>
            <p:ph type="title" idx="4"/>
          </p:nvPr>
        </p:nvSpPr>
        <p:spPr>
          <a:xfrm>
            <a:off x="3290367" y="16100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0" name="Google Shape;430;p44"/>
          <p:cNvSpPr txBox="1">
            <a:spLocks noGrp="1"/>
          </p:cNvSpPr>
          <p:nvPr>
            <p:ph type="title" idx="5"/>
          </p:nvPr>
        </p:nvSpPr>
        <p:spPr>
          <a:xfrm>
            <a:off x="3290367" y="2047033"/>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1" name="Google Shape;431;p44"/>
          <p:cNvSpPr txBox="1">
            <a:spLocks noGrp="1"/>
          </p:cNvSpPr>
          <p:nvPr>
            <p:ph type="title" idx="6"/>
          </p:nvPr>
        </p:nvSpPr>
        <p:spPr>
          <a:xfrm>
            <a:off x="3290367" y="2484051"/>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2" name="Google Shape;432;p44"/>
          <p:cNvSpPr txBox="1">
            <a:spLocks noGrp="1"/>
          </p:cNvSpPr>
          <p:nvPr>
            <p:ph type="title" idx="7"/>
          </p:nvPr>
        </p:nvSpPr>
        <p:spPr>
          <a:xfrm>
            <a:off x="3290367" y="292106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3" name="Google Shape;433;p44"/>
          <p:cNvSpPr txBox="1">
            <a:spLocks noGrp="1"/>
          </p:cNvSpPr>
          <p:nvPr>
            <p:ph type="title" idx="8"/>
          </p:nvPr>
        </p:nvSpPr>
        <p:spPr>
          <a:xfrm>
            <a:off x="3290367" y="33581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4" name="Google Shape;434;p44"/>
          <p:cNvSpPr txBox="1">
            <a:spLocks noGrp="1"/>
          </p:cNvSpPr>
          <p:nvPr>
            <p:ph type="title" idx="9"/>
          </p:nvPr>
        </p:nvSpPr>
        <p:spPr>
          <a:xfrm>
            <a:off x="3290367" y="379511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5" name="Google Shape;435;p44"/>
          <p:cNvSpPr txBox="1">
            <a:spLocks noGrp="1"/>
          </p:cNvSpPr>
          <p:nvPr>
            <p:ph type="title" idx="13"/>
          </p:nvPr>
        </p:nvSpPr>
        <p:spPr>
          <a:xfrm>
            <a:off x="3290367" y="4243351"/>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6" name="Google Shape;436;p44"/>
          <p:cNvSpPr txBox="1">
            <a:spLocks noGrp="1"/>
          </p:cNvSpPr>
          <p:nvPr>
            <p:ph type="title" idx="14"/>
          </p:nvPr>
        </p:nvSpPr>
        <p:spPr>
          <a:xfrm>
            <a:off x="3290367" y="4680384"/>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7" name="Google Shape;437;p44"/>
          <p:cNvSpPr txBox="1">
            <a:spLocks noGrp="1"/>
          </p:cNvSpPr>
          <p:nvPr>
            <p:ph type="title" idx="15"/>
          </p:nvPr>
        </p:nvSpPr>
        <p:spPr>
          <a:xfrm>
            <a:off x="3290367" y="51174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8" name="Google Shape;438;p44"/>
          <p:cNvSpPr txBox="1">
            <a:spLocks noGrp="1"/>
          </p:cNvSpPr>
          <p:nvPr>
            <p:ph type="title" idx="16"/>
          </p:nvPr>
        </p:nvSpPr>
        <p:spPr>
          <a:xfrm>
            <a:off x="3290367" y="55544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cxnSp>
        <p:nvCxnSpPr>
          <p:cNvPr id="439" name="Google Shape;439;p44"/>
          <p:cNvCxnSpPr/>
          <p:nvPr/>
        </p:nvCxnSpPr>
        <p:spPr>
          <a:xfrm>
            <a:off x="7187800" y="350992"/>
            <a:ext cx="0" cy="6526800"/>
          </a:xfrm>
          <a:prstGeom prst="straightConnector1">
            <a:avLst/>
          </a:prstGeom>
          <a:noFill/>
          <a:ln w="9525" cap="flat" cmpd="sng">
            <a:solidFill>
              <a:schemeClr val="accent2"/>
            </a:solidFill>
            <a:prstDash val="solid"/>
            <a:round/>
            <a:headEnd type="oval" w="med" len="med"/>
            <a:tailEnd type="none" w="med" len="med"/>
          </a:ln>
        </p:spPr>
      </p:cxnSp>
      <p:sp>
        <p:nvSpPr>
          <p:cNvPr id="440" name="Google Shape;440;p44"/>
          <p:cNvSpPr txBox="1">
            <a:spLocks noGrp="1"/>
          </p:cNvSpPr>
          <p:nvPr>
            <p:ph type="title" idx="17"/>
          </p:nvPr>
        </p:nvSpPr>
        <p:spPr>
          <a:xfrm>
            <a:off x="7326433" y="298933"/>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1" name="Google Shape;441;p44"/>
          <p:cNvSpPr txBox="1">
            <a:spLocks noGrp="1"/>
          </p:cNvSpPr>
          <p:nvPr>
            <p:ph type="title" idx="18"/>
          </p:nvPr>
        </p:nvSpPr>
        <p:spPr>
          <a:xfrm>
            <a:off x="7326433" y="73596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2" name="Google Shape;442;p44"/>
          <p:cNvSpPr txBox="1">
            <a:spLocks noGrp="1"/>
          </p:cNvSpPr>
          <p:nvPr>
            <p:ph type="title" idx="19"/>
          </p:nvPr>
        </p:nvSpPr>
        <p:spPr>
          <a:xfrm>
            <a:off x="7326433" y="1172984"/>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3" name="Google Shape;443;p44"/>
          <p:cNvSpPr txBox="1">
            <a:spLocks noGrp="1"/>
          </p:cNvSpPr>
          <p:nvPr>
            <p:ph type="title" idx="20"/>
          </p:nvPr>
        </p:nvSpPr>
        <p:spPr>
          <a:xfrm>
            <a:off x="7326433" y="16100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4" name="Google Shape;444;p44"/>
          <p:cNvSpPr txBox="1">
            <a:spLocks noGrp="1"/>
          </p:cNvSpPr>
          <p:nvPr>
            <p:ph type="title" idx="21"/>
          </p:nvPr>
        </p:nvSpPr>
        <p:spPr>
          <a:xfrm>
            <a:off x="7326433" y="2047033"/>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5" name="Google Shape;445;p44"/>
          <p:cNvSpPr txBox="1">
            <a:spLocks noGrp="1"/>
          </p:cNvSpPr>
          <p:nvPr>
            <p:ph type="title" idx="22"/>
          </p:nvPr>
        </p:nvSpPr>
        <p:spPr>
          <a:xfrm>
            <a:off x="7326433" y="2484051"/>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6" name="Google Shape;446;p44"/>
          <p:cNvSpPr txBox="1">
            <a:spLocks noGrp="1"/>
          </p:cNvSpPr>
          <p:nvPr>
            <p:ph type="title" idx="23"/>
          </p:nvPr>
        </p:nvSpPr>
        <p:spPr>
          <a:xfrm>
            <a:off x="7326433" y="292106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7" name="Google Shape;447;p44"/>
          <p:cNvSpPr txBox="1">
            <a:spLocks noGrp="1"/>
          </p:cNvSpPr>
          <p:nvPr>
            <p:ph type="title" idx="24"/>
          </p:nvPr>
        </p:nvSpPr>
        <p:spPr>
          <a:xfrm>
            <a:off x="7326433" y="33581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8" name="Google Shape;448;p44"/>
          <p:cNvSpPr txBox="1">
            <a:spLocks noGrp="1"/>
          </p:cNvSpPr>
          <p:nvPr>
            <p:ph type="title" idx="25"/>
          </p:nvPr>
        </p:nvSpPr>
        <p:spPr>
          <a:xfrm>
            <a:off x="7326433" y="379511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9" name="Google Shape;449;p44"/>
          <p:cNvSpPr txBox="1">
            <a:spLocks noGrp="1"/>
          </p:cNvSpPr>
          <p:nvPr>
            <p:ph type="title" idx="26"/>
          </p:nvPr>
        </p:nvSpPr>
        <p:spPr>
          <a:xfrm>
            <a:off x="7326433" y="4243351"/>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0" name="Google Shape;450;p44"/>
          <p:cNvSpPr txBox="1">
            <a:spLocks noGrp="1"/>
          </p:cNvSpPr>
          <p:nvPr>
            <p:ph type="title" idx="27"/>
          </p:nvPr>
        </p:nvSpPr>
        <p:spPr>
          <a:xfrm>
            <a:off x="7326433" y="4680384"/>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1" name="Google Shape;451;p44"/>
          <p:cNvSpPr txBox="1">
            <a:spLocks noGrp="1"/>
          </p:cNvSpPr>
          <p:nvPr>
            <p:ph type="title" idx="28"/>
          </p:nvPr>
        </p:nvSpPr>
        <p:spPr>
          <a:xfrm>
            <a:off x="7326433" y="51174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2" name="Google Shape;452;p44"/>
          <p:cNvSpPr txBox="1">
            <a:spLocks noGrp="1"/>
          </p:cNvSpPr>
          <p:nvPr>
            <p:ph type="title" idx="29"/>
          </p:nvPr>
        </p:nvSpPr>
        <p:spPr>
          <a:xfrm>
            <a:off x="7326433" y="55544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3" name="Footer Placeholder 3">
            <a:extLst>
              <a:ext uri="{FF2B5EF4-FFF2-40B4-BE49-F238E27FC236}">
                <a16:creationId xmlns:a16="http://schemas.microsoft.com/office/drawing/2014/main" id="{4E7626DD-CA14-F5F7-B8BD-86207D1CB73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0F43E09E-28E9-7501-3BD2-8280FE32FE5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3856286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03_Text-heavy 3 columns" preserve="1">
  <p:cSld name="03_Text-heavy 3 columns-White">
    <p:spTree>
      <p:nvGrpSpPr>
        <p:cNvPr id="1" name="Shape 455"/>
        <p:cNvGrpSpPr/>
        <p:nvPr/>
      </p:nvGrpSpPr>
      <p:grpSpPr>
        <a:xfrm>
          <a:off x="0" y="0"/>
          <a:ext cx="0" cy="0"/>
          <a:chOff x="0" y="0"/>
          <a:chExt cx="0" cy="0"/>
        </a:xfrm>
      </p:grpSpPr>
      <p:sp>
        <p:nvSpPr>
          <p:cNvPr id="456" name="Google Shape;456;p45"/>
          <p:cNvSpPr/>
          <p:nvPr/>
        </p:nvSpPr>
        <p:spPr>
          <a:xfrm>
            <a:off x="440367"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457" name="Google Shape;457;p45"/>
          <p:cNvSpPr/>
          <p:nvPr/>
        </p:nvSpPr>
        <p:spPr>
          <a:xfrm>
            <a:off x="4276333"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458" name="Google Shape;458;p45"/>
          <p:cNvSpPr/>
          <p:nvPr/>
        </p:nvSpPr>
        <p:spPr>
          <a:xfrm>
            <a:off x="8112300"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p>
        </p:txBody>
      </p:sp>
      <p:sp>
        <p:nvSpPr>
          <p:cNvPr id="459" name="Google Shape;459;p45"/>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60" name="Google Shape;460;p45"/>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61" name="Google Shape;461;p45"/>
          <p:cNvSpPr txBox="1">
            <a:spLocks noGrp="1"/>
          </p:cNvSpPr>
          <p:nvPr>
            <p:ph type="body" idx="2"/>
          </p:nvPr>
        </p:nvSpPr>
        <p:spPr>
          <a:xfrm>
            <a:off x="660767"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2" name="Google Shape;462;p45"/>
          <p:cNvSpPr txBox="1">
            <a:spLocks noGrp="1"/>
          </p:cNvSpPr>
          <p:nvPr>
            <p:ph type="body" idx="3"/>
          </p:nvPr>
        </p:nvSpPr>
        <p:spPr>
          <a:xfrm>
            <a:off x="660767"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3" name="Google Shape;463;p45"/>
          <p:cNvSpPr txBox="1">
            <a:spLocks noGrp="1"/>
          </p:cNvSpPr>
          <p:nvPr>
            <p:ph type="body" idx="4"/>
          </p:nvPr>
        </p:nvSpPr>
        <p:spPr>
          <a:xfrm>
            <a:off x="44967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4" name="Google Shape;464;p45"/>
          <p:cNvSpPr txBox="1">
            <a:spLocks noGrp="1"/>
          </p:cNvSpPr>
          <p:nvPr>
            <p:ph type="body" idx="5"/>
          </p:nvPr>
        </p:nvSpPr>
        <p:spPr>
          <a:xfrm>
            <a:off x="44967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5" name="Google Shape;465;p45"/>
          <p:cNvSpPr txBox="1">
            <a:spLocks noGrp="1"/>
          </p:cNvSpPr>
          <p:nvPr>
            <p:ph type="body" idx="6"/>
          </p:nvPr>
        </p:nvSpPr>
        <p:spPr>
          <a:xfrm>
            <a:off x="83339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6" name="Google Shape;466;p45"/>
          <p:cNvSpPr txBox="1">
            <a:spLocks noGrp="1"/>
          </p:cNvSpPr>
          <p:nvPr>
            <p:ph type="body" idx="7"/>
          </p:nvPr>
        </p:nvSpPr>
        <p:spPr>
          <a:xfrm>
            <a:off x="83339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AE4C2EF-7426-892A-30B1-852FB52FE0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7080729B-5AEF-3682-7844-FA0AC6EF18D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5200070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03_Text-heavy 3 columns" preserve="1">
  <p:cSld name="4_Text-heavy 3 columns-Navy">
    <p:bg>
      <p:bgPr>
        <a:solidFill>
          <a:schemeClr val="tx1"/>
        </a:solidFill>
        <a:effectLst/>
      </p:bgPr>
    </p:bg>
    <p:spTree>
      <p:nvGrpSpPr>
        <p:cNvPr id="1" name="Shape 455"/>
        <p:cNvGrpSpPr/>
        <p:nvPr/>
      </p:nvGrpSpPr>
      <p:grpSpPr>
        <a:xfrm>
          <a:off x="0" y="0"/>
          <a:ext cx="0" cy="0"/>
          <a:chOff x="0" y="0"/>
          <a:chExt cx="0" cy="0"/>
        </a:xfrm>
      </p:grpSpPr>
      <p:sp>
        <p:nvSpPr>
          <p:cNvPr id="456" name="Google Shape;456;p45"/>
          <p:cNvSpPr/>
          <p:nvPr/>
        </p:nvSpPr>
        <p:spPr>
          <a:xfrm>
            <a:off x="440367"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7" name="Google Shape;457;p45"/>
          <p:cNvSpPr/>
          <p:nvPr/>
        </p:nvSpPr>
        <p:spPr>
          <a:xfrm>
            <a:off x="4276333"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8" name="Google Shape;458;p45"/>
          <p:cNvSpPr/>
          <p:nvPr/>
        </p:nvSpPr>
        <p:spPr>
          <a:xfrm>
            <a:off x="8112300"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endParaRPr>
          </a:p>
        </p:txBody>
      </p:sp>
      <p:sp>
        <p:nvSpPr>
          <p:cNvPr id="459" name="Google Shape;459;p45"/>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60" name="Google Shape;460;p45"/>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61" name="Google Shape;461;p45"/>
          <p:cNvSpPr txBox="1">
            <a:spLocks noGrp="1"/>
          </p:cNvSpPr>
          <p:nvPr>
            <p:ph type="body" idx="2"/>
          </p:nvPr>
        </p:nvSpPr>
        <p:spPr>
          <a:xfrm>
            <a:off x="660767"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2" name="Google Shape;462;p45"/>
          <p:cNvSpPr txBox="1">
            <a:spLocks noGrp="1"/>
          </p:cNvSpPr>
          <p:nvPr>
            <p:ph type="body" idx="3"/>
          </p:nvPr>
        </p:nvSpPr>
        <p:spPr>
          <a:xfrm>
            <a:off x="660767"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3" name="Google Shape;463;p45"/>
          <p:cNvSpPr txBox="1">
            <a:spLocks noGrp="1"/>
          </p:cNvSpPr>
          <p:nvPr>
            <p:ph type="body" idx="4"/>
          </p:nvPr>
        </p:nvSpPr>
        <p:spPr>
          <a:xfrm>
            <a:off x="44967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4" name="Google Shape;464;p45"/>
          <p:cNvSpPr txBox="1">
            <a:spLocks noGrp="1"/>
          </p:cNvSpPr>
          <p:nvPr>
            <p:ph type="body" idx="5"/>
          </p:nvPr>
        </p:nvSpPr>
        <p:spPr>
          <a:xfrm>
            <a:off x="44967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5" name="Google Shape;465;p45"/>
          <p:cNvSpPr txBox="1">
            <a:spLocks noGrp="1"/>
          </p:cNvSpPr>
          <p:nvPr>
            <p:ph type="body" idx="6"/>
          </p:nvPr>
        </p:nvSpPr>
        <p:spPr>
          <a:xfrm>
            <a:off x="83339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6" name="Google Shape;466;p45"/>
          <p:cNvSpPr txBox="1">
            <a:spLocks noGrp="1"/>
          </p:cNvSpPr>
          <p:nvPr>
            <p:ph type="body" idx="7"/>
          </p:nvPr>
        </p:nvSpPr>
        <p:spPr>
          <a:xfrm>
            <a:off x="83339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3181E9BA-4B9E-435D-CC52-F624DF9F19D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7CF62B0-2FE0-1997-42C2-6C20BF126CA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2266767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03_Text-heavy 4 columns " preserve="1">
  <p:cSld name="03_Text-heavy 4 columns-White">
    <p:spTree>
      <p:nvGrpSpPr>
        <p:cNvPr id="1" name="Shape 469"/>
        <p:cNvGrpSpPr/>
        <p:nvPr/>
      </p:nvGrpSpPr>
      <p:grpSpPr>
        <a:xfrm>
          <a:off x="0" y="0"/>
          <a:ext cx="0" cy="0"/>
          <a:chOff x="0" y="0"/>
          <a:chExt cx="0" cy="0"/>
        </a:xfrm>
      </p:grpSpPr>
      <p:sp>
        <p:nvSpPr>
          <p:cNvPr id="470" name="Google Shape;470;p46"/>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71" name="Google Shape;471;p46"/>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Inter"/>
                <a:cs typeface="DM Sans 14pt" pitchFamily="2" charset="77"/>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72" name="Google Shape;472;p46"/>
          <p:cNvSpPr/>
          <p:nvPr/>
        </p:nvSpPr>
        <p:spPr>
          <a:xfrm>
            <a:off x="44036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3" name="Google Shape;473;p46"/>
          <p:cNvSpPr/>
          <p:nvPr/>
        </p:nvSpPr>
        <p:spPr>
          <a:xfrm>
            <a:off x="336542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4" name="Google Shape;474;p46"/>
          <p:cNvSpPr/>
          <p:nvPr/>
        </p:nvSpPr>
        <p:spPr>
          <a:xfrm>
            <a:off x="629047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5" name="Google Shape;475;p46"/>
          <p:cNvSpPr/>
          <p:nvPr/>
        </p:nvSpPr>
        <p:spPr>
          <a:xfrm>
            <a:off x="921553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6" name="Google Shape;476;p46"/>
          <p:cNvSpPr txBox="1">
            <a:spLocks noGrp="1"/>
          </p:cNvSpPr>
          <p:nvPr>
            <p:ph type="body" idx="2"/>
          </p:nvPr>
        </p:nvSpPr>
        <p:spPr>
          <a:xfrm>
            <a:off x="608933"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7" name="Google Shape;477;p46"/>
          <p:cNvSpPr txBox="1">
            <a:spLocks noGrp="1"/>
          </p:cNvSpPr>
          <p:nvPr>
            <p:ph type="body" idx="3"/>
          </p:nvPr>
        </p:nvSpPr>
        <p:spPr>
          <a:xfrm>
            <a:off x="608933"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78" name="Google Shape;478;p46"/>
          <p:cNvSpPr txBox="1">
            <a:spLocks noGrp="1"/>
          </p:cNvSpPr>
          <p:nvPr>
            <p:ph type="body" idx="4"/>
          </p:nvPr>
        </p:nvSpPr>
        <p:spPr>
          <a:xfrm>
            <a:off x="353101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9" name="Google Shape;479;p46"/>
          <p:cNvSpPr txBox="1">
            <a:spLocks noGrp="1"/>
          </p:cNvSpPr>
          <p:nvPr>
            <p:ph type="body" idx="5"/>
          </p:nvPr>
        </p:nvSpPr>
        <p:spPr>
          <a:xfrm>
            <a:off x="353101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0" name="Google Shape;480;p46"/>
          <p:cNvSpPr txBox="1">
            <a:spLocks noGrp="1"/>
          </p:cNvSpPr>
          <p:nvPr>
            <p:ph type="body" idx="6"/>
          </p:nvPr>
        </p:nvSpPr>
        <p:spPr>
          <a:xfrm>
            <a:off x="645606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1" name="Google Shape;481;p46"/>
          <p:cNvSpPr txBox="1">
            <a:spLocks noGrp="1"/>
          </p:cNvSpPr>
          <p:nvPr>
            <p:ph type="body" idx="7"/>
          </p:nvPr>
        </p:nvSpPr>
        <p:spPr>
          <a:xfrm>
            <a:off x="645606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2" name="Google Shape;482;p46"/>
          <p:cNvSpPr txBox="1">
            <a:spLocks noGrp="1"/>
          </p:cNvSpPr>
          <p:nvPr>
            <p:ph type="body" idx="8"/>
          </p:nvPr>
        </p:nvSpPr>
        <p:spPr>
          <a:xfrm>
            <a:off x="9381100"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3" name="Google Shape;483;p46"/>
          <p:cNvSpPr txBox="1">
            <a:spLocks noGrp="1"/>
          </p:cNvSpPr>
          <p:nvPr>
            <p:ph type="body" idx="9"/>
          </p:nvPr>
        </p:nvSpPr>
        <p:spPr>
          <a:xfrm>
            <a:off x="9381100"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693655A-9FE5-1E6B-E892-DFF645BB6F9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639FBC1-36EA-7FFF-39C5-C3A345E92A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6259648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03_Text-heavy 4 columns " preserve="1">
  <p:cSld name="4_Text-heavy 4 columns-Navy">
    <p:bg>
      <p:bgPr>
        <a:solidFill>
          <a:schemeClr val="tx1"/>
        </a:solidFill>
        <a:effectLst/>
      </p:bgPr>
    </p:bg>
    <p:spTree>
      <p:nvGrpSpPr>
        <p:cNvPr id="1" name="Shape 469"/>
        <p:cNvGrpSpPr/>
        <p:nvPr/>
      </p:nvGrpSpPr>
      <p:grpSpPr>
        <a:xfrm>
          <a:off x="0" y="0"/>
          <a:ext cx="0" cy="0"/>
          <a:chOff x="0" y="0"/>
          <a:chExt cx="0" cy="0"/>
        </a:xfrm>
      </p:grpSpPr>
      <p:sp>
        <p:nvSpPr>
          <p:cNvPr id="470" name="Google Shape;470;p46"/>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71" name="Google Shape;471;p46"/>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Inter"/>
                <a:cs typeface="DM Sans 14pt" pitchFamily="2" charset="77"/>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72" name="Google Shape;472;p46"/>
          <p:cNvSpPr/>
          <p:nvPr/>
        </p:nvSpPr>
        <p:spPr>
          <a:xfrm>
            <a:off x="44036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3" name="Google Shape;473;p46"/>
          <p:cNvSpPr/>
          <p:nvPr/>
        </p:nvSpPr>
        <p:spPr>
          <a:xfrm>
            <a:off x="336542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4" name="Google Shape;474;p46"/>
          <p:cNvSpPr/>
          <p:nvPr/>
        </p:nvSpPr>
        <p:spPr>
          <a:xfrm>
            <a:off x="629047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5" name="Google Shape;475;p46"/>
          <p:cNvSpPr/>
          <p:nvPr/>
        </p:nvSpPr>
        <p:spPr>
          <a:xfrm>
            <a:off x="921553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6" name="Google Shape;476;p46"/>
          <p:cNvSpPr txBox="1">
            <a:spLocks noGrp="1"/>
          </p:cNvSpPr>
          <p:nvPr>
            <p:ph type="body" idx="2"/>
          </p:nvPr>
        </p:nvSpPr>
        <p:spPr>
          <a:xfrm>
            <a:off x="608933" y="2698000"/>
            <a:ext cx="2206400" cy="2665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7" name="Google Shape;477;p46"/>
          <p:cNvSpPr txBox="1">
            <a:spLocks noGrp="1"/>
          </p:cNvSpPr>
          <p:nvPr>
            <p:ph type="body" idx="3"/>
          </p:nvPr>
        </p:nvSpPr>
        <p:spPr>
          <a:xfrm>
            <a:off x="608933" y="2328467"/>
            <a:ext cx="22064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78" name="Google Shape;478;p46"/>
          <p:cNvSpPr txBox="1">
            <a:spLocks noGrp="1"/>
          </p:cNvSpPr>
          <p:nvPr>
            <p:ph type="body" idx="4"/>
          </p:nvPr>
        </p:nvSpPr>
        <p:spPr>
          <a:xfrm>
            <a:off x="353101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9" name="Google Shape;479;p46"/>
          <p:cNvSpPr txBox="1">
            <a:spLocks noGrp="1"/>
          </p:cNvSpPr>
          <p:nvPr>
            <p:ph type="body" idx="5"/>
          </p:nvPr>
        </p:nvSpPr>
        <p:spPr>
          <a:xfrm>
            <a:off x="353101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0" name="Google Shape;480;p46"/>
          <p:cNvSpPr txBox="1">
            <a:spLocks noGrp="1"/>
          </p:cNvSpPr>
          <p:nvPr>
            <p:ph type="body" idx="6"/>
          </p:nvPr>
        </p:nvSpPr>
        <p:spPr>
          <a:xfrm>
            <a:off x="645606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1" name="Google Shape;481;p46"/>
          <p:cNvSpPr txBox="1">
            <a:spLocks noGrp="1"/>
          </p:cNvSpPr>
          <p:nvPr>
            <p:ph type="body" idx="7"/>
          </p:nvPr>
        </p:nvSpPr>
        <p:spPr>
          <a:xfrm>
            <a:off x="645606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2" name="Google Shape;482;p46"/>
          <p:cNvSpPr txBox="1">
            <a:spLocks noGrp="1"/>
          </p:cNvSpPr>
          <p:nvPr>
            <p:ph type="body" idx="8"/>
          </p:nvPr>
        </p:nvSpPr>
        <p:spPr>
          <a:xfrm>
            <a:off x="9381100"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3" name="Google Shape;483;p46"/>
          <p:cNvSpPr txBox="1">
            <a:spLocks noGrp="1"/>
          </p:cNvSpPr>
          <p:nvPr>
            <p:ph type="body" idx="9"/>
          </p:nvPr>
        </p:nvSpPr>
        <p:spPr>
          <a:xfrm>
            <a:off x="9381100"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98D5008-59A9-F0B7-1141-F8EBFD37643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D0EAC44-1D05-4D28-4CC1-046AA907928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5360564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03_Text-heavy 4 columns  2" preserve="1">
  <p:cSld name="03_Text-heavy 4 columns  2-White">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88" name="Google Shape;488;p4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89" name="Google Shape;489;p47"/>
          <p:cNvSpPr/>
          <p:nvPr/>
        </p:nvSpPr>
        <p:spPr>
          <a:xfrm>
            <a:off x="488468"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0" name="Google Shape;490;p47"/>
          <p:cNvSpPr/>
          <p:nvPr/>
        </p:nvSpPr>
        <p:spPr>
          <a:xfrm>
            <a:off x="6118979"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1" name="Google Shape;491;p47"/>
          <p:cNvSpPr/>
          <p:nvPr/>
        </p:nvSpPr>
        <p:spPr>
          <a:xfrm>
            <a:off x="488468"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2" name="Google Shape;492;p47"/>
          <p:cNvSpPr/>
          <p:nvPr/>
        </p:nvSpPr>
        <p:spPr>
          <a:xfrm>
            <a:off x="6118979"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3" name="Google Shape;493;p47"/>
          <p:cNvSpPr txBox="1">
            <a:spLocks noGrp="1"/>
          </p:cNvSpPr>
          <p:nvPr>
            <p:ph type="body" idx="2"/>
          </p:nvPr>
        </p:nvSpPr>
        <p:spPr>
          <a:xfrm>
            <a:off x="691667"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4" name="Google Shape;494;p47"/>
          <p:cNvSpPr txBox="1">
            <a:spLocks noGrp="1"/>
          </p:cNvSpPr>
          <p:nvPr>
            <p:ph type="body" idx="3"/>
          </p:nvPr>
        </p:nvSpPr>
        <p:spPr>
          <a:xfrm>
            <a:off x="691667"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5" name="Google Shape;495;p47"/>
          <p:cNvSpPr txBox="1">
            <a:spLocks noGrp="1"/>
          </p:cNvSpPr>
          <p:nvPr>
            <p:ph type="body" idx="4"/>
          </p:nvPr>
        </p:nvSpPr>
        <p:spPr>
          <a:xfrm>
            <a:off x="6290651"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6" name="Google Shape;496;p47"/>
          <p:cNvSpPr txBox="1">
            <a:spLocks noGrp="1"/>
          </p:cNvSpPr>
          <p:nvPr>
            <p:ph type="body" idx="5"/>
          </p:nvPr>
        </p:nvSpPr>
        <p:spPr>
          <a:xfrm>
            <a:off x="6290651"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7" name="Google Shape;497;p47"/>
          <p:cNvSpPr txBox="1">
            <a:spLocks noGrp="1"/>
          </p:cNvSpPr>
          <p:nvPr>
            <p:ph type="body" idx="6"/>
          </p:nvPr>
        </p:nvSpPr>
        <p:spPr>
          <a:xfrm>
            <a:off x="6290651"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8" name="Google Shape;498;p47"/>
          <p:cNvSpPr txBox="1">
            <a:spLocks noGrp="1"/>
          </p:cNvSpPr>
          <p:nvPr>
            <p:ph type="body" idx="7"/>
          </p:nvPr>
        </p:nvSpPr>
        <p:spPr>
          <a:xfrm>
            <a:off x="6290651"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9" name="Google Shape;499;p47"/>
          <p:cNvSpPr txBox="1">
            <a:spLocks noGrp="1"/>
          </p:cNvSpPr>
          <p:nvPr>
            <p:ph type="body" idx="8"/>
          </p:nvPr>
        </p:nvSpPr>
        <p:spPr>
          <a:xfrm>
            <a:off x="691667" y="4626117"/>
            <a:ext cx="4648800" cy="7656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0" name="Google Shape;500;p47"/>
          <p:cNvSpPr txBox="1">
            <a:spLocks noGrp="1"/>
          </p:cNvSpPr>
          <p:nvPr>
            <p:ph type="body" idx="9"/>
          </p:nvPr>
        </p:nvSpPr>
        <p:spPr>
          <a:xfrm>
            <a:off x="691667"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9235989-249A-188D-2C64-2D7A9E46E90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15D0B72-885D-7DF2-C77A-873C3244B44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82028359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03_Text-heavy 4 columns  2" preserve="1">
  <p:cSld name="4_Text-heavy 4 columns  2-Navy">
    <p:bg>
      <p:bgPr>
        <a:solidFill>
          <a:schemeClr val="tx1"/>
        </a:solidFill>
        <a:effectLst/>
      </p:bgPr>
    </p:bg>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88" name="Google Shape;488;p4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89" name="Google Shape;489;p47"/>
          <p:cNvSpPr/>
          <p:nvPr/>
        </p:nvSpPr>
        <p:spPr>
          <a:xfrm>
            <a:off x="488468"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0" name="Google Shape;490;p47"/>
          <p:cNvSpPr/>
          <p:nvPr/>
        </p:nvSpPr>
        <p:spPr>
          <a:xfrm>
            <a:off x="6118979"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1" name="Google Shape;491;p47"/>
          <p:cNvSpPr/>
          <p:nvPr/>
        </p:nvSpPr>
        <p:spPr>
          <a:xfrm>
            <a:off x="488468"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2" name="Google Shape;492;p47"/>
          <p:cNvSpPr/>
          <p:nvPr/>
        </p:nvSpPr>
        <p:spPr>
          <a:xfrm>
            <a:off x="6118979"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3" name="Google Shape;493;p47"/>
          <p:cNvSpPr txBox="1">
            <a:spLocks noGrp="1"/>
          </p:cNvSpPr>
          <p:nvPr>
            <p:ph type="body" idx="2"/>
          </p:nvPr>
        </p:nvSpPr>
        <p:spPr>
          <a:xfrm>
            <a:off x="691667"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4" name="Google Shape;494;p47"/>
          <p:cNvSpPr txBox="1">
            <a:spLocks noGrp="1"/>
          </p:cNvSpPr>
          <p:nvPr>
            <p:ph type="body" idx="3"/>
          </p:nvPr>
        </p:nvSpPr>
        <p:spPr>
          <a:xfrm>
            <a:off x="691667"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5" name="Google Shape;495;p47"/>
          <p:cNvSpPr txBox="1">
            <a:spLocks noGrp="1"/>
          </p:cNvSpPr>
          <p:nvPr>
            <p:ph type="body" idx="4"/>
          </p:nvPr>
        </p:nvSpPr>
        <p:spPr>
          <a:xfrm>
            <a:off x="6290651"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6" name="Google Shape;496;p47"/>
          <p:cNvSpPr txBox="1">
            <a:spLocks noGrp="1"/>
          </p:cNvSpPr>
          <p:nvPr>
            <p:ph type="body" idx="5"/>
          </p:nvPr>
        </p:nvSpPr>
        <p:spPr>
          <a:xfrm>
            <a:off x="6290651"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7" name="Google Shape;497;p47"/>
          <p:cNvSpPr txBox="1">
            <a:spLocks noGrp="1"/>
          </p:cNvSpPr>
          <p:nvPr>
            <p:ph type="body" idx="6"/>
          </p:nvPr>
        </p:nvSpPr>
        <p:spPr>
          <a:xfrm>
            <a:off x="6290651"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8" name="Google Shape;498;p47"/>
          <p:cNvSpPr txBox="1">
            <a:spLocks noGrp="1"/>
          </p:cNvSpPr>
          <p:nvPr>
            <p:ph type="body" idx="7"/>
          </p:nvPr>
        </p:nvSpPr>
        <p:spPr>
          <a:xfrm>
            <a:off x="6290651"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9" name="Google Shape;499;p47"/>
          <p:cNvSpPr txBox="1">
            <a:spLocks noGrp="1"/>
          </p:cNvSpPr>
          <p:nvPr>
            <p:ph type="body" idx="8"/>
          </p:nvPr>
        </p:nvSpPr>
        <p:spPr>
          <a:xfrm>
            <a:off x="691667"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0" name="Google Shape;500;p47"/>
          <p:cNvSpPr txBox="1">
            <a:spLocks noGrp="1"/>
          </p:cNvSpPr>
          <p:nvPr>
            <p:ph type="body" idx="9"/>
          </p:nvPr>
        </p:nvSpPr>
        <p:spPr>
          <a:xfrm>
            <a:off x="691667"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08F6ACA-1A3A-C30D-6F76-17DF4D088D8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2D860E33-1B90-889A-6A23-4D220156FE0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27599136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ustom Layout 7" preserve="1">
  <p:cSld name="Title with Grid 3 Quarters-White">
    <p:bg>
      <p:bgRef idx="1001">
        <a:schemeClr val="bg1"/>
      </p:bgRef>
    </p:bg>
    <p:spTree>
      <p:nvGrpSpPr>
        <p:cNvPr id="1" name="Shape 522"/>
        <p:cNvGrpSpPr/>
        <p:nvPr/>
      </p:nvGrpSpPr>
      <p:grpSpPr>
        <a:xfrm>
          <a:off x="0" y="0"/>
          <a:ext cx="0" cy="0"/>
          <a:chOff x="0" y="0"/>
          <a:chExt cx="0" cy="0"/>
        </a:xfrm>
      </p:grpSpPr>
      <p:sp>
        <p:nvSpPr>
          <p:cNvPr id="526" name="Google Shape;526;p51"/>
          <p:cNvSpPr txBox="1">
            <a:spLocks noGrp="1"/>
          </p:cNvSpPr>
          <p:nvPr>
            <p:ph type="title"/>
          </p:nvPr>
        </p:nvSpPr>
        <p:spPr>
          <a:xfrm>
            <a:off x="1468433" y="457200"/>
            <a:ext cx="9058800" cy="17952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2pPr>
            <a:lvl3pPr lvl="2"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3pPr>
            <a:lvl4pPr lvl="3"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4pPr>
            <a:lvl5pPr lvl="4"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5pPr>
            <a:lvl6pPr lvl="5"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6pPr>
            <a:lvl7pPr lvl="6"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7pPr>
            <a:lvl8pPr lvl="7"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8pPr>
            <a:lvl9pPr lvl="8"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9pPr>
          </a:lstStyle>
          <a:p>
            <a:endParaRPr/>
          </a:p>
        </p:txBody>
      </p:sp>
      <p:pic>
        <p:nvPicPr>
          <p:cNvPr id="2" name="Picture 1" descr="A black grid with blue and pink squares&#10;&#10;AI-generated content may be incorrect.">
            <a:extLst>
              <a:ext uri="{FF2B5EF4-FFF2-40B4-BE49-F238E27FC236}">
                <a16:creationId xmlns:a16="http://schemas.microsoft.com/office/drawing/2014/main" id="{903D56E2-676C-13FA-92ED-B18D21E7C0AA}"/>
              </a:ext>
            </a:extLst>
          </p:cNvPr>
          <p:cNvPicPr>
            <a:picLocks noChangeAspect="1"/>
          </p:cNvPicPr>
          <p:nvPr userDrawn="1"/>
        </p:nvPicPr>
        <p:blipFill>
          <a:blip r:embed="rId2">
            <a:alphaModFix amt="42000"/>
          </a:blip>
          <a:srcRect l="4472" t="22714" r="5059" b="43998"/>
          <a:stretch>
            <a:fillRect/>
          </a:stretch>
        </p:blipFill>
        <p:spPr>
          <a:xfrm>
            <a:off x="-1" y="2252400"/>
            <a:ext cx="12192001" cy="3823099"/>
          </a:xfrm>
          <a:prstGeom prst="rect">
            <a:avLst/>
          </a:prstGeom>
        </p:spPr>
      </p:pic>
      <p:sp>
        <p:nvSpPr>
          <p:cNvPr id="5" name="Footer Placeholder 3">
            <a:extLst>
              <a:ext uri="{FF2B5EF4-FFF2-40B4-BE49-F238E27FC236}">
                <a16:creationId xmlns:a16="http://schemas.microsoft.com/office/drawing/2014/main" id="{6BEECE37-6C5B-C110-2058-AE95F1C10F1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871AFF67-E9A5-BBE6-D006-E8D89E226CB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70" y="6348550"/>
            <a:ext cx="1190294" cy="355591"/>
          </a:xfrm>
          <a:prstGeom prst="rect">
            <a:avLst/>
          </a:prstGeom>
        </p:spPr>
      </p:pic>
    </p:spTree>
    <p:extLst>
      <p:ext uri="{BB962C8B-B14F-4D97-AF65-F5344CB8AC3E}">
        <p14:creationId xmlns:p14="http://schemas.microsoft.com/office/powerpoint/2010/main" val="1483992795"/>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ustom Layout 7" preserve="1">
  <p:cSld name="Title with Grid 3 Quarters-Navy">
    <p:bg>
      <p:bgPr>
        <a:solidFill>
          <a:schemeClr val="tx1"/>
        </a:solidFill>
        <a:effectLst/>
      </p:bgPr>
    </p:bg>
    <p:spTree>
      <p:nvGrpSpPr>
        <p:cNvPr id="1" name="Shape 522"/>
        <p:cNvGrpSpPr/>
        <p:nvPr/>
      </p:nvGrpSpPr>
      <p:grpSpPr>
        <a:xfrm>
          <a:off x="0" y="0"/>
          <a:ext cx="0" cy="0"/>
          <a:chOff x="0" y="0"/>
          <a:chExt cx="0" cy="0"/>
        </a:xfrm>
      </p:grpSpPr>
      <p:sp>
        <p:nvSpPr>
          <p:cNvPr id="526" name="Google Shape;526;p51"/>
          <p:cNvSpPr txBox="1">
            <a:spLocks noGrp="1"/>
          </p:cNvSpPr>
          <p:nvPr>
            <p:ph type="title"/>
          </p:nvPr>
        </p:nvSpPr>
        <p:spPr>
          <a:xfrm>
            <a:off x="1468433" y="457200"/>
            <a:ext cx="9058800" cy="17952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7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2pPr>
            <a:lvl3pPr lvl="2"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3pPr>
            <a:lvl4pPr lvl="3"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4pPr>
            <a:lvl5pPr lvl="4"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5pPr>
            <a:lvl6pPr lvl="5"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6pPr>
            <a:lvl7pPr lvl="6"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7pPr>
            <a:lvl8pPr lvl="7"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8pPr>
            <a:lvl9pPr lvl="8"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9pPr>
          </a:lstStyle>
          <a:p>
            <a:endParaRPr/>
          </a:p>
        </p:txBody>
      </p:sp>
      <p:pic>
        <p:nvPicPr>
          <p:cNvPr id="2" name="Picture 1" descr="A black grid with blue and pink squares&#10;&#10;AI-generated content may be incorrect.">
            <a:extLst>
              <a:ext uri="{FF2B5EF4-FFF2-40B4-BE49-F238E27FC236}">
                <a16:creationId xmlns:a16="http://schemas.microsoft.com/office/drawing/2014/main" id="{903D56E2-676C-13FA-92ED-B18D21E7C0AA}"/>
              </a:ext>
            </a:extLst>
          </p:cNvPr>
          <p:cNvPicPr>
            <a:picLocks noChangeAspect="1"/>
          </p:cNvPicPr>
          <p:nvPr userDrawn="1"/>
        </p:nvPicPr>
        <p:blipFill>
          <a:blip r:embed="rId2">
            <a:alphaModFix amt="42000"/>
          </a:blip>
          <a:srcRect l="4472" t="22714" r="5059" b="43998"/>
          <a:stretch>
            <a:fillRect/>
          </a:stretch>
        </p:blipFill>
        <p:spPr>
          <a:xfrm>
            <a:off x="-1" y="2252400"/>
            <a:ext cx="12192001" cy="3823099"/>
          </a:xfrm>
          <a:prstGeom prst="rect">
            <a:avLst/>
          </a:prstGeom>
        </p:spPr>
      </p:pic>
      <p:sp>
        <p:nvSpPr>
          <p:cNvPr id="5" name="Footer Placeholder 3">
            <a:extLst>
              <a:ext uri="{FF2B5EF4-FFF2-40B4-BE49-F238E27FC236}">
                <a16:creationId xmlns:a16="http://schemas.microsoft.com/office/drawing/2014/main" id="{6BEECE37-6C5B-C110-2058-AE95F1C10F1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871AFF67-E9A5-BBE6-D006-E8D89E226CB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4288370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03_Text-heavy 2 columns" preserve="1">
  <p:cSld name="4_Text-heavy 2 columns-White">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505" name="Google Shape;505;p48"/>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06" name="Google Shape;506;p48"/>
          <p:cNvSpPr/>
          <p:nvPr/>
        </p:nvSpPr>
        <p:spPr>
          <a:xfrm>
            <a:off x="440367"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1467">
              <a:solidFill>
                <a:schemeClr val="lt2"/>
              </a:solidFill>
              <a:latin typeface="Inter"/>
              <a:ea typeface="Inter"/>
              <a:cs typeface="Inter"/>
              <a:sym typeface="Inter"/>
            </a:endParaRPr>
          </a:p>
        </p:txBody>
      </p:sp>
      <p:sp>
        <p:nvSpPr>
          <p:cNvPr id="507" name="Google Shape;507;p48"/>
          <p:cNvSpPr/>
          <p:nvPr/>
        </p:nvSpPr>
        <p:spPr>
          <a:xfrm>
            <a:off x="6254500"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1467">
              <a:solidFill>
                <a:schemeClr val="lt2"/>
              </a:solidFill>
              <a:latin typeface="Inter"/>
              <a:ea typeface="Inter"/>
              <a:cs typeface="Inter"/>
              <a:sym typeface="Inter"/>
            </a:endParaRPr>
          </a:p>
        </p:txBody>
      </p:sp>
      <p:sp>
        <p:nvSpPr>
          <p:cNvPr id="508" name="Google Shape;508;p48"/>
          <p:cNvSpPr txBox="1">
            <a:spLocks noGrp="1"/>
          </p:cNvSpPr>
          <p:nvPr>
            <p:ph type="body" idx="2"/>
          </p:nvPr>
        </p:nvSpPr>
        <p:spPr>
          <a:xfrm>
            <a:off x="659533"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9" name="Google Shape;509;p48"/>
          <p:cNvSpPr txBox="1">
            <a:spLocks noGrp="1"/>
          </p:cNvSpPr>
          <p:nvPr>
            <p:ph type="body" idx="3"/>
          </p:nvPr>
        </p:nvSpPr>
        <p:spPr>
          <a:xfrm>
            <a:off x="659533"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510" name="Google Shape;510;p48"/>
          <p:cNvSpPr txBox="1">
            <a:spLocks noGrp="1"/>
          </p:cNvSpPr>
          <p:nvPr>
            <p:ph type="body" idx="4"/>
          </p:nvPr>
        </p:nvSpPr>
        <p:spPr>
          <a:xfrm>
            <a:off x="6454100"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11" name="Google Shape;511;p48"/>
          <p:cNvSpPr txBox="1">
            <a:spLocks noGrp="1"/>
          </p:cNvSpPr>
          <p:nvPr>
            <p:ph type="body" idx="5"/>
          </p:nvPr>
        </p:nvSpPr>
        <p:spPr>
          <a:xfrm>
            <a:off x="6454100"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ECCA9D55-B4AB-9A17-09DE-25AE503BE99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17104D42-46EA-8201-57C5-D7B1099C87E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5931039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03_Text-heavy 2 columns" preserve="1">
  <p:cSld name="4_Text-heavy 2 columns-Navy">
    <p:bg>
      <p:bgPr>
        <a:solidFill>
          <a:schemeClr val="tx1"/>
        </a:solidFill>
        <a:effectLst/>
      </p:bgPr>
    </p:bg>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505" name="Google Shape;505;p48"/>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06" name="Google Shape;506;p48"/>
          <p:cNvSpPr/>
          <p:nvPr/>
        </p:nvSpPr>
        <p:spPr>
          <a:xfrm>
            <a:off x="440367"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1467">
              <a:solidFill>
                <a:schemeClr val="bg1"/>
              </a:solidFill>
              <a:latin typeface="Inter"/>
              <a:ea typeface="Inter"/>
              <a:cs typeface="Inter"/>
              <a:sym typeface="Inter"/>
            </a:endParaRPr>
          </a:p>
        </p:txBody>
      </p:sp>
      <p:sp>
        <p:nvSpPr>
          <p:cNvPr id="507" name="Google Shape;507;p48"/>
          <p:cNvSpPr/>
          <p:nvPr/>
        </p:nvSpPr>
        <p:spPr>
          <a:xfrm>
            <a:off x="6254500"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1467">
              <a:solidFill>
                <a:schemeClr val="bg1"/>
              </a:solidFill>
              <a:latin typeface="Inter"/>
              <a:ea typeface="Inter"/>
              <a:cs typeface="Inter"/>
              <a:sym typeface="Inter"/>
            </a:endParaRPr>
          </a:p>
        </p:txBody>
      </p:sp>
      <p:sp>
        <p:nvSpPr>
          <p:cNvPr id="508" name="Google Shape;508;p48"/>
          <p:cNvSpPr txBox="1">
            <a:spLocks noGrp="1"/>
          </p:cNvSpPr>
          <p:nvPr>
            <p:ph type="body" idx="2"/>
          </p:nvPr>
        </p:nvSpPr>
        <p:spPr>
          <a:xfrm>
            <a:off x="659533"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9" name="Google Shape;509;p48"/>
          <p:cNvSpPr txBox="1">
            <a:spLocks noGrp="1"/>
          </p:cNvSpPr>
          <p:nvPr>
            <p:ph type="body" idx="3"/>
          </p:nvPr>
        </p:nvSpPr>
        <p:spPr>
          <a:xfrm>
            <a:off x="659533"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510" name="Google Shape;510;p48"/>
          <p:cNvSpPr txBox="1">
            <a:spLocks noGrp="1"/>
          </p:cNvSpPr>
          <p:nvPr>
            <p:ph type="body" idx="4"/>
          </p:nvPr>
        </p:nvSpPr>
        <p:spPr>
          <a:xfrm>
            <a:off x="6454100"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11" name="Google Shape;511;p48"/>
          <p:cNvSpPr txBox="1">
            <a:spLocks noGrp="1"/>
          </p:cNvSpPr>
          <p:nvPr>
            <p:ph type="body" idx="5"/>
          </p:nvPr>
        </p:nvSpPr>
        <p:spPr>
          <a:xfrm>
            <a:off x="6454100"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76609F7-1B32-0AEB-6868-A697C76983C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7C3E98DB-9296-EA74-5FC7-7232223E282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67636267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ustom Layout 3" preserve="1">
  <p:cSld name="5Box Grid BG">
    <p:bg>
      <p:bgPr>
        <a:solidFill>
          <a:schemeClr val="tx1"/>
        </a:solidFill>
        <a:effectLst/>
      </p:bgPr>
    </p:bg>
    <p:spTree>
      <p:nvGrpSpPr>
        <p:cNvPr id="1" name="Shape 527"/>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4FFFE654-7A6B-5454-D10B-A7A0930A614C}"/>
              </a:ext>
            </a:extLst>
          </p:cNvPr>
          <p:cNvPicPr>
            <a:picLocks noChangeAspect="1"/>
          </p:cNvPicPr>
          <p:nvPr userDrawn="1"/>
        </p:nvPicPr>
        <p:blipFill>
          <a:blip r:embed="rId2">
            <a:alphaModFix amt="42000"/>
          </a:blip>
          <a:srcRect l="4472" t="3102" r="5059" b="43998"/>
          <a:stretch>
            <a:fillRect/>
          </a:stretch>
        </p:blipFill>
        <p:spPr>
          <a:xfrm>
            <a:off x="-1" y="0"/>
            <a:ext cx="12192001" cy="6075499"/>
          </a:xfrm>
          <a:prstGeom prst="rect">
            <a:avLst/>
          </a:prstGeom>
        </p:spPr>
      </p:pic>
      <p:sp>
        <p:nvSpPr>
          <p:cNvPr id="529" name="Google Shape;529;p52"/>
          <p:cNvSpPr/>
          <p:nvPr/>
        </p:nvSpPr>
        <p:spPr>
          <a:xfrm>
            <a:off x="885600"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0" name="Google Shape;530;p52"/>
          <p:cNvSpPr/>
          <p:nvPr/>
        </p:nvSpPr>
        <p:spPr>
          <a:xfrm>
            <a:off x="4493217"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1" name="Google Shape;531;p52"/>
          <p:cNvSpPr/>
          <p:nvPr/>
        </p:nvSpPr>
        <p:spPr>
          <a:xfrm>
            <a:off x="8100851"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2" name="Google Shape;532;p52"/>
          <p:cNvSpPr/>
          <p:nvPr/>
        </p:nvSpPr>
        <p:spPr>
          <a:xfrm>
            <a:off x="2627984" y="37580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3" name="Google Shape;533;p52"/>
          <p:cNvSpPr/>
          <p:nvPr/>
        </p:nvSpPr>
        <p:spPr>
          <a:xfrm>
            <a:off x="6235584" y="37580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4" name="Google Shape;534;p52"/>
          <p:cNvSpPr txBox="1">
            <a:spLocks noGrp="1"/>
          </p:cNvSpPr>
          <p:nvPr>
            <p:ph type="title"/>
          </p:nvPr>
        </p:nvSpPr>
        <p:spPr>
          <a:xfrm>
            <a:off x="2603357" y="457200"/>
            <a:ext cx="6990400" cy="74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27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535" name="Google Shape;535;p52"/>
          <p:cNvSpPr txBox="1">
            <a:spLocks noGrp="1"/>
          </p:cNvSpPr>
          <p:nvPr>
            <p:ph type="subTitle" idx="1"/>
          </p:nvPr>
        </p:nvSpPr>
        <p:spPr>
          <a:xfrm>
            <a:off x="10648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36" name="Google Shape;536;p52"/>
          <p:cNvSpPr txBox="1">
            <a:spLocks noGrp="1"/>
          </p:cNvSpPr>
          <p:nvPr>
            <p:ph type="title" idx="2"/>
          </p:nvPr>
        </p:nvSpPr>
        <p:spPr>
          <a:xfrm>
            <a:off x="10648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37" name="Google Shape;537;p52"/>
          <p:cNvSpPr txBox="1">
            <a:spLocks noGrp="1"/>
          </p:cNvSpPr>
          <p:nvPr>
            <p:ph type="subTitle" idx="3"/>
          </p:nvPr>
        </p:nvSpPr>
        <p:spPr>
          <a:xfrm>
            <a:off x="46764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38" name="Google Shape;538;p52"/>
          <p:cNvSpPr txBox="1">
            <a:spLocks noGrp="1"/>
          </p:cNvSpPr>
          <p:nvPr>
            <p:ph type="title" idx="4"/>
          </p:nvPr>
        </p:nvSpPr>
        <p:spPr>
          <a:xfrm>
            <a:off x="46764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39" name="Google Shape;539;p52"/>
          <p:cNvSpPr txBox="1">
            <a:spLocks noGrp="1"/>
          </p:cNvSpPr>
          <p:nvPr>
            <p:ph type="subTitle" idx="5"/>
          </p:nvPr>
        </p:nvSpPr>
        <p:spPr>
          <a:xfrm>
            <a:off x="82880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0" name="Google Shape;540;p52"/>
          <p:cNvSpPr txBox="1">
            <a:spLocks noGrp="1"/>
          </p:cNvSpPr>
          <p:nvPr>
            <p:ph type="title" idx="6"/>
          </p:nvPr>
        </p:nvSpPr>
        <p:spPr>
          <a:xfrm>
            <a:off x="82880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41" name="Google Shape;541;p52"/>
          <p:cNvSpPr txBox="1">
            <a:spLocks noGrp="1"/>
          </p:cNvSpPr>
          <p:nvPr>
            <p:ph type="subTitle" idx="7"/>
          </p:nvPr>
        </p:nvSpPr>
        <p:spPr>
          <a:xfrm>
            <a:off x="2811200" y="47285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2" name="Google Shape;542;p52"/>
          <p:cNvSpPr txBox="1">
            <a:spLocks noGrp="1"/>
          </p:cNvSpPr>
          <p:nvPr>
            <p:ph type="title" idx="8"/>
          </p:nvPr>
        </p:nvSpPr>
        <p:spPr>
          <a:xfrm>
            <a:off x="2811200" y="40103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43" name="Google Shape;543;p52"/>
          <p:cNvSpPr txBox="1">
            <a:spLocks noGrp="1"/>
          </p:cNvSpPr>
          <p:nvPr>
            <p:ph type="subTitle" idx="9"/>
          </p:nvPr>
        </p:nvSpPr>
        <p:spPr>
          <a:xfrm>
            <a:off x="6418800" y="47285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4" name="Google Shape;544;p52"/>
          <p:cNvSpPr txBox="1">
            <a:spLocks noGrp="1"/>
          </p:cNvSpPr>
          <p:nvPr>
            <p:ph type="title" idx="13"/>
          </p:nvPr>
        </p:nvSpPr>
        <p:spPr>
          <a:xfrm>
            <a:off x="6418800" y="40103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4" name="Footer Placeholder 3">
            <a:extLst>
              <a:ext uri="{FF2B5EF4-FFF2-40B4-BE49-F238E27FC236}">
                <a16:creationId xmlns:a16="http://schemas.microsoft.com/office/drawing/2014/main" id="{3CE34A92-5C8B-32FA-0F1A-3DE1D10319B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9971E8B7-8D77-A1DE-B7A7-4797B2308C3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6446348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ustom Layout 2" preserve="1">
  <p:cSld name="Bento-GridBG">
    <p:bg>
      <p:bgPr>
        <a:solidFill>
          <a:schemeClr val="tx1"/>
        </a:solidFill>
        <a:effectLst/>
      </p:bgPr>
    </p:bg>
    <p:spTree>
      <p:nvGrpSpPr>
        <p:cNvPr id="1" name="Shape 547"/>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7D67323F-89B9-7DC8-02C1-27170B69C8B2}"/>
              </a:ext>
            </a:extLst>
          </p:cNvPr>
          <p:cNvPicPr>
            <a:picLocks noChangeAspect="1"/>
          </p:cNvPicPr>
          <p:nvPr userDrawn="1"/>
        </p:nvPicPr>
        <p:blipFill>
          <a:blip r:embed="rId2">
            <a:alphaModFix amt="42000"/>
          </a:blip>
          <a:srcRect l="4472" t="3102" r="5059" b="43998"/>
          <a:stretch>
            <a:fillRect/>
          </a:stretch>
        </p:blipFill>
        <p:spPr>
          <a:xfrm>
            <a:off x="-1" y="0"/>
            <a:ext cx="12192001" cy="6075499"/>
          </a:xfrm>
          <a:prstGeom prst="rect">
            <a:avLst/>
          </a:prstGeom>
        </p:spPr>
      </p:pic>
      <p:sp>
        <p:nvSpPr>
          <p:cNvPr id="549" name="Google Shape;549;p53"/>
          <p:cNvSpPr/>
          <p:nvPr/>
        </p:nvSpPr>
        <p:spPr>
          <a:xfrm>
            <a:off x="590767" y="529467"/>
            <a:ext cx="5842000" cy="4969600"/>
          </a:xfrm>
          <a:prstGeom prst="rect">
            <a:avLst/>
          </a:prstGeom>
          <a:solidFill>
            <a:srgbClr val="00001E"/>
          </a:solidFill>
          <a:ln w="9525" cap="flat" cmpd="sng">
            <a:solidFill>
              <a:srgbClr val="00001E"/>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0" name="Google Shape;550;p53"/>
          <p:cNvSpPr/>
          <p:nvPr/>
        </p:nvSpPr>
        <p:spPr>
          <a:xfrm>
            <a:off x="7008793" y="542733"/>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1" name="Google Shape;551;p53"/>
          <p:cNvSpPr txBox="1">
            <a:spLocks noGrp="1"/>
          </p:cNvSpPr>
          <p:nvPr>
            <p:ph type="subTitle" idx="1"/>
          </p:nvPr>
        </p:nvSpPr>
        <p:spPr>
          <a:xfrm>
            <a:off x="7224067" y="1410300"/>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2" name="Google Shape;552;p53"/>
          <p:cNvSpPr txBox="1">
            <a:spLocks noGrp="1"/>
          </p:cNvSpPr>
          <p:nvPr>
            <p:ph type="title"/>
          </p:nvPr>
        </p:nvSpPr>
        <p:spPr>
          <a:xfrm>
            <a:off x="7224067" y="692100"/>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3" name="Google Shape;553;p53"/>
          <p:cNvSpPr/>
          <p:nvPr/>
        </p:nvSpPr>
        <p:spPr>
          <a:xfrm>
            <a:off x="7008793" y="2278667"/>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4" name="Google Shape;554;p53"/>
          <p:cNvSpPr txBox="1">
            <a:spLocks noGrp="1"/>
          </p:cNvSpPr>
          <p:nvPr>
            <p:ph type="subTitle" idx="2"/>
          </p:nvPr>
        </p:nvSpPr>
        <p:spPr>
          <a:xfrm>
            <a:off x="7224067" y="3146233"/>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5" name="Google Shape;555;p53"/>
          <p:cNvSpPr txBox="1">
            <a:spLocks noGrp="1"/>
          </p:cNvSpPr>
          <p:nvPr>
            <p:ph type="title" idx="3"/>
          </p:nvPr>
        </p:nvSpPr>
        <p:spPr>
          <a:xfrm>
            <a:off x="7224067" y="2428033"/>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6" name="Google Shape;556;p53"/>
          <p:cNvSpPr/>
          <p:nvPr/>
        </p:nvSpPr>
        <p:spPr>
          <a:xfrm>
            <a:off x="7008793" y="4027867"/>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7" name="Google Shape;557;p53"/>
          <p:cNvSpPr txBox="1">
            <a:spLocks noGrp="1"/>
          </p:cNvSpPr>
          <p:nvPr>
            <p:ph type="subTitle" idx="4"/>
          </p:nvPr>
        </p:nvSpPr>
        <p:spPr>
          <a:xfrm>
            <a:off x="7224067" y="4895433"/>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8" name="Google Shape;558;p53"/>
          <p:cNvSpPr txBox="1">
            <a:spLocks noGrp="1"/>
          </p:cNvSpPr>
          <p:nvPr>
            <p:ph type="title" idx="5"/>
          </p:nvPr>
        </p:nvSpPr>
        <p:spPr>
          <a:xfrm>
            <a:off x="7224067" y="4177233"/>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9" name="Google Shape;559;p53"/>
          <p:cNvSpPr txBox="1">
            <a:spLocks noGrp="1"/>
          </p:cNvSpPr>
          <p:nvPr>
            <p:ph type="title" idx="6"/>
          </p:nvPr>
        </p:nvSpPr>
        <p:spPr>
          <a:xfrm>
            <a:off x="1018233" y="988267"/>
            <a:ext cx="4881600" cy="4112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Inter"/>
              <a:buNone/>
              <a:defRPr sz="4000" b="0">
                <a:solidFill>
                  <a:schemeClr val="lt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 name="Footer Placeholder 3">
            <a:extLst>
              <a:ext uri="{FF2B5EF4-FFF2-40B4-BE49-F238E27FC236}">
                <a16:creationId xmlns:a16="http://schemas.microsoft.com/office/drawing/2014/main" id="{3515B911-327C-4DBC-06FD-8ACBBA7EE72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BA43F0AA-8727-1E91-6836-7B08DF4269F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29494896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ustom Layout 5" preserve="1">
  <p:cSld name="Grid Callout Slide">
    <p:bg>
      <p:bgPr>
        <a:solidFill>
          <a:schemeClr val="tx1"/>
        </a:solidFill>
        <a:effectLst/>
      </p:bgPr>
    </p:bg>
    <p:spTree>
      <p:nvGrpSpPr>
        <p:cNvPr id="1" name="Shape 562"/>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1B526796-F870-845E-C806-9BF9F3C1673A}"/>
              </a:ext>
            </a:extLst>
          </p:cNvPr>
          <p:cNvPicPr>
            <a:picLocks noChangeAspect="1"/>
          </p:cNvPicPr>
          <p:nvPr userDrawn="1"/>
        </p:nvPicPr>
        <p:blipFill>
          <a:blip r:embed="rId2">
            <a:alphaModFix amt="42000"/>
          </a:blip>
          <a:srcRect l="4472" t="3102" r="5059" b="37185"/>
          <a:stretch>
            <a:fillRect/>
          </a:stretch>
        </p:blipFill>
        <p:spPr>
          <a:xfrm>
            <a:off x="-1" y="0"/>
            <a:ext cx="12192001" cy="6858000"/>
          </a:xfrm>
          <a:prstGeom prst="rect">
            <a:avLst/>
          </a:prstGeom>
        </p:spPr>
      </p:pic>
      <p:sp>
        <p:nvSpPr>
          <p:cNvPr id="564" name="Google Shape;564;p54"/>
          <p:cNvSpPr/>
          <p:nvPr/>
        </p:nvSpPr>
        <p:spPr>
          <a:xfrm>
            <a:off x="1749064" y="947340"/>
            <a:ext cx="8708000" cy="4966400"/>
          </a:xfrm>
          <a:prstGeom prst="rect">
            <a:avLst/>
          </a:prstGeom>
          <a:solidFill>
            <a:srgbClr val="00001E">
              <a:alpha val="72000"/>
            </a:srgbClr>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565" name="Google Shape;565;p54"/>
          <p:cNvSpPr txBox="1">
            <a:spLocks noGrp="1"/>
          </p:cNvSpPr>
          <p:nvPr>
            <p:ph type="title"/>
          </p:nvPr>
        </p:nvSpPr>
        <p:spPr>
          <a:xfrm>
            <a:off x="2036433" y="1200167"/>
            <a:ext cx="8195600" cy="4457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2800"/>
              <a:buFont typeface="Inter"/>
              <a:buNone/>
              <a:defRPr sz="480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SzPts val="2800"/>
              <a:buFont typeface="Inter"/>
              <a:buNone/>
              <a:defRPr sz="3733">
                <a:latin typeface="Inter"/>
                <a:ea typeface="Inter"/>
                <a:cs typeface="Inter"/>
                <a:sym typeface="Inter"/>
              </a:defRPr>
            </a:lvl2pPr>
            <a:lvl3pPr lvl="2" algn="ctr" rtl="0">
              <a:spcBef>
                <a:spcPts val="0"/>
              </a:spcBef>
              <a:spcAft>
                <a:spcPts val="0"/>
              </a:spcAft>
              <a:buSzPts val="2800"/>
              <a:buFont typeface="Inter"/>
              <a:buNone/>
              <a:defRPr sz="3733">
                <a:latin typeface="Inter"/>
                <a:ea typeface="Inter"/>
                <a:cs typeface="Inter"/>
                <a:sym typeface="Inter"/>
              </a:defRPr>
            </a:lvl3pPr>
            <a:lvl4pPr lvl="3" algn="ctr" rtl="0">
              <a:spcBef>
                <a:spcPts val="0"/>
              </a:spcBef>
              <a:spcAft>
                <a:spcPts val="0"/>
              </a:spcAft>
              <a:buSzPts val="2800"/>
              <a:buFont typeface="Inter"/>
              <a:buNone/>
              <a:defRPr sz="3733">
                <a:latin typeface="Inter"/>
                <a:ea typeface="Inter"/>
                <a:cs typeface="Inter"/>
                <a:sym typeface="Inter"/>
              </a:defRPr>
            </a:lvl4pPr>
            <a:lvl5pPr lvl="4" algn="ctr" rtl="0">
              <a:spcBef>
                <a:spcPts val="0"/>
              </a:spcBef>
              <a:spcAft>
                <a:spcPts val="0"/>
              </a:spcAft>
              <a:buSzPts val="2800"/>
              <a:buFont typeface="Inter"/>
              <a:buNone/>
              <a:defRPr sz="3733">
                <a:latin typeface="Inter"/>
                <a:ea typeface="Inter"/>
                <a:cs typeface="Inter"/>
                <a:sym typeface="Inter"/>
              </a:defRPr>
            </a:lvl5pPr>
            <a:lvl6pPr lvl="5" algn="ctr" rtl="0">
              <a:spcBef>
                <a:spcPts val="0"/>
              </a:spcBef>
              <a:spcAft>
                <a:spcPts val="0"/>
              </a:spcAft>
              <a:buSzPts val="2800"/>
              <a:buFont typeface="Inter"/>
              <a:buNone/>
              <a:defRPr sz="3733">
                <a:latin typeface="Inter"/>
                <a:ea typeface="Inter"/>
                <a:cs typeface="Inter"/>
                <a:sym typeface="Inter"/>
              </a:defRPr>
            </a:lvl6pPr>
            <a:lvl7pPr lvl="6" algn="ctr" rtl="0">
              <a:spcBef>
                <a:spcPts val="0"/>
              </a:spcBef>
              <a:spcAft>
                <a:spcPts val="0"/>
              </a:spcAft>
              <a:buSzPts val="2800"/>
              <a:buFont typeface="Inter"/>
              <a:buNone/>
              <a:defRPr sz="3733">
                <a:latin typeface="Inter"/>
                <a:ea typeface="Inter"/>
                <a:cs typeface="Inter"/>
                <a:sym typeface="Inter"/>
              </a:defRPr>
            </a:lvl7pPr>
            <a:lvl8pPr lvl="7" algn="ctr" rtl="0">
              <a:spcBef>
                <a:spcPts val="0"/>
              </a:spcBef>
              <a:spcAft>
                <a:spcPts val="0"/>
              </a:spcAft>
              <a:buSzPts val="2800"/>
              <a:buFont typeface="Inter"/>
              <a:buNone/>
              <a:defRPr sz="3733">
                <a:latin typeface="Inter"/>
                <a:ea typeface="Inter"/>
                <a:cs typeface="Inter"/>
                <a:sym typeface="Inter"/>
              </a:defRPr>
            </a:lvl8pPr>
            <a:lvl9pPr lvl="8" algn="ctr" rtl="0">
              <a:spcBef>
                <a:spcPts val="0"/>
              </a:spcBef>
              <a:spcAft>
                <a:spcPts val="0"/>
              </a:spcAft>
              <a:buSzPts val="2800"/>
              <a:buFont typeface="Inter"/>
              <a:buNone/>
              <a:defRPr sz="3733">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86FAD202-1D1B-F752-3B1A-B24650FF748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41C0DF48-F2AF-8104-89AE-BC6F4DBAA02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0898103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04_Quote_Black" preserve="1">
  <p:cSld name="04_Quote_Navy">
    <p:bg>
      <p:bgPr>
        <a:solidFill>
          <a:schemeClr val="tx1"/>
        </a:solidFill>
        <a:effectLst/>
      </p:bgPr>
    </p:bg>
    <p:spTree>
      <p:nvGrpSpPr>
        <p:cNvPr id="1" name="Shape 566"/>
        <p:cNvGrpSpPr/>
        <p:nvPr/>
      </p:nvGrpSpPr>
      <p:grpSpPr>
        <a:xfrm>
          <a:off x="0" y="0"/>
          <a:ext cx="0" cy="0"/>
          <a:chOff x="0" y="0"/>
          <a:chExt cx="0" cy="0"/>
        </a:xfrm>
      </p:grpSpPr>
      <p:pic>
        <p:nvPicPr>
          <p:cNvPr id="3" name="Picture 2" descr="A blue and pink squares&#10;&#10;AI-generated content may be incorrect.">
            <a:extLst>
              <a:ext uri="{FF2B5EF4-FFF2-40B4-BE49-F238E27FC236}">
                <a16:creationId xmlns:a16="http://schemas.microsoft.com/office/drawing/2014/main" id="{102602C2-1AEA-AF12-A4A5-41A7731EE15E}"/>
              </a:ext>
            </a:extLst>
          </p:cNvPr>
          <p:cNvPicPr>
            <a:picLocks noChangeAspect="1"/>
          </p:cNvPicPr>
          <p:nvPr userDrawn="1"/>
        </p:nvPicPr>
        <p:blipFill>
          <a:blip r:embed="rId2">
            <a:alphaModFix amt="56000"/>
          </a:blip>
          <a:srcRect l="23741" t="17891" r="23635" b="22970"/>
          <a:stretch>
            <a:fillRect/>
          </a:stretch>
        </p:blipFill>
        <p:spPr>
          <a:xfrm>
            <a:off x="-1" y="0"/>
            <a:ext cx="12192001" cy="6858000"/>
          </a:xfrm>
          <a:prstGeom prst="rect">
            <a:avLst/>
          </a:prstGeom>
        </p:spPr>
      </p:pic>
      <p:sp>
        <p:nvSpPr>
          <p:cNvPr id="568" name="Google Shape;568;p55"/>
          <p:cNvSpPr txBox="1"/>
          <p:nvPr/>
        </p:nvSpPr>
        <p:spPr>
          <a:xfrm>
            <a:off x="5466267" y="379333"/>
            <a:ext cx="1218000" cy="15172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3333" b="1">
                <a:solidFill>
                  <a:schemeClr val="accent2"/>
                </a:solidFill>
              </a:rPr>
              <a:t>“</a:t>
            </a:r>
            <a:endParaRPr sz="13333" b="1">
              <a:solidFill>
                <a:schemeClr val="accent2"/>
              </a:solidFill>
            </a:endParaRPr>
          </a:p>
        </p:txBody>
      </p:sp>
      <p:sp>
        <p:nvSpPr>
          <p:cNvPr id="569" name="Google Shape;569;p55"/>
          <p:cNvSpPr txBox="1">
            <a:spLocks noGrp="1"/>
          </p:cNvSpPr>
          <p:nvPr>
            <p:ph type="title"/>
          </p:nvPr>
        </p:nvSpPr>
        <p:spPr>
          <a:xfrm>
            <a:off x="1984015" y="1425088"/>
            <a:ext cx="8228400" cy="3715200"/>
          </a:xfrm>
          <a:prstGeom prst="rect">
            <a:avLst/>
          </a:prstGeom>
          <a:solidFill>
            <a:schemeClr val="tx1">
              <a:alpha val="67000"/>
            </a:schemeClr>
          </a:solidFill>
          <a:ln>
            <a:gradFill>
              <a:gsLst>
                <a:gs pos="0">
                  <a:schemeClr val="bg2"/>
                </a:gs>
                <a:gs pos="100000">
                  <a:schemeClr val="accent2"/>
                </a:gs>
              </a:gsLst>
              <a:lin ang="5400000" scaled="1"/>
            </a:grad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60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2pPr>
            <a:lvl3pPr lvl="2"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3pPr>
            <a:lvl4pPr lvl="3"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4pPr>
            <a:lvl5pPr lvl="4"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5pPr>
            <a:lvl6pPr lvl="5"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6pPr>
            <a:lvl7pPr lvl="6"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7pPr>
            <a:lvl8pPr lvl="7"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8pPr>
            <a:lvl9pPr lvl="8"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9pPr>
          </a:lstStyle>
          <a:p>
            <a:endParaRPr/>
          </a:p>
        </p:txBody>
      </p:sp>
      <p:sp>
        <p:nvSpPr>
          <p:cNvPr id="570" name="Google Shape;570;p55"/>
          <p:cNvSpPr txBox="1">
            <a:spLocks noGrp="1"/>
          </p:cNvSpPr>
          <p:nvPr>
            <p:ph type="subTitle" idx="1"/>
          </p:nvPr>
        </p:nvSpPr>
        <p:spPr>
          <a:xfrm>
            <a:off x="4246869" y="5140363"/>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accent3"/>
              </a:buClr>
              <a:buSzPts val="1800"/>
              <a:buFont typeface="JetBrains Mono"/>
              <a:buNone/>
              <a:defRPr sz="2400">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2pPr>
            <a:lvl3pPr lvl="2"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3pPr>
            <a:lvl4pPr lvl="3"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4pPr>
            <a:lvl5pPr lvl="4"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5pPr>
            <a:lvl6pPr lvl="5"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6pPr>
            <a:lvl7pPr lvl="6"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7pPr>
            <a:lvl8pPr lvl="7"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8pPr>
            <a:lvl9pPr lvl="8"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9pPr>
          </a:lstStyle>
          <a:p>
            <a:endParaRPr/>
          </a:p>
        </p:txBody>
      </p:sp>
    </p:spTree>
    <p:extLst>
      <p:ext uri="{BB962C8B-B14F-4D97-AF65-F5344CB8AC3E}">
        <p14:creationId xmlns:p14="http://schemas.microsoft.com/office/powerpoint/2010/main" val="34271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04_Quote_Blue" preserve="1">
  <p:cSld name="04_Quote_White">
    <p:bg>
      <p:bgPr>
        <a:solidFill>
          <a:schemeClr val="lt1"/>
        </a:solidFill>
        <a:effectLst/>
      </p:bgPr>
    </p:bg>
    <p:spTree>
      <p:nvGrpSpPr>
        <p:cNvPr id="1" name="Shape 571"/>
        <p:cNvGrpSpPr/>
        <p:nvPr/>
      </p:nvGrpSpPr>
      <p:grpSpPr>
        <a:xfrm>
          <a:off x="0" y="0"/>
          <a:ext cx="0" cy="0"/>
          <a:chOff x="0" y="0"/>
          <a:chExt cx="0" cy="0"/>
        </a:xfrm>
      </p:grpSpPr>
      <p:pic>
        <p:nvPicPr>
          <p:cNvPr id="2" name="Picture 1" descr="A blue and pink squares&#10;&#10;AI-generated content may be incorrect.">
            <a:extLst>
              <a:ext uri="{FF2B5EF4-FFF2-40B4-BE49-F238E27FC236}">
                <a16:creationId xmlns:a16="http://schemas.microsoft.com/office/drawing/2014/main" id="{00DEF2D5-DA02-3DF3-AE4F-6D62FFF1308A}"/>
              </a:ext>
            </a:extLst>
          </p:cNvPr>
          <p:cNvPicPr>
            <a:picLocks noChangeAspect="1"/>
          </p:cNvPicPr>
          <p:nvPr userDrawn="1"/>
        </p:nvPicPr>
        <p:blipFill>
          <a:blip r:embed="rId2">
            <a:alphaModFix amt="56000"/>
          </a:blip>
          <a:srcRect l="23741" t="17891" r="23635" b="22970"/>
          <a:stretch>
            <a:fillRect/>
          </a:stretch>
        </p:blipFill>
        <p:spPr>
          <a:xfrm>
            <a:off x="-1" y="0"/>
            <a:ext cx="12192001" cy="6858000"/>
          </a:xfrm>
          <a:prstGeom prst="rect">
            <a:avLst/>
          </a:prstGeom>
        </p:spPr>
      </p:pic>
      <p:sp>
        <p:nvSpPr>
          <p:cNvPr id="573" name="Google Shape;573;p56"/>
          <p:cNvSpPr txBox="1">
            <a:spLocks noGrp="1"/>
          </p:cNvSpPr>
          <p:nvPr>
            <p:ph type="title"/>
          </p:nvPr>
        </p:nvSpPr>
        <p:spPr>
          <a:xfrm>
            <a:off x="1984015" y="1425088"/>
            <a:ext cx="8228400" cy="3715200"/>
          </a:xfrm>
          <a:prstGeom prst="rect">
            <a:avLst/>
          </a:prstGeom>
          <a:solidFill>
            <a:schemeClr val="lt1">
              <a:alpha val="71923"/>
            </a:schemeClr>
          </a:solidFill>
          <a:ln w="19050">
            <a:gradFill>
              <a:gsLst>
                <a:gs pos="0">
                  <a:schemeClr val="accent1">
                    <a:lumMod val="5000"/>
                    <a:lumOff val="95000"/>
                  </a:schemeClr>
                </a:gs>
                <a:gs pos="100000">
                  <a:schemeClr val="accent1">
                    <a:lumMod val="30000"/>
                    <a:lumOff val="70000"/>
                  </a:schemeClr>
                </a:gs>
              </a:gsLst>
              <a:lin ang="5400000" scaled="1"/>
            </a:gradFill>
          </a:ln>
        </p:spPr>
        <p:txBody>
          <a:bodyPr spcFirstLastPara="1" wrap="square" lIns="0" tIns="0" rIns="0" bIns="0" anchor="ctr" anchorCtr="0">
            <a:noAutofit/>
          </a:bodyPr>
          <a:lstStyle>
            <a:lvl1pPr lvl="0" algn="ctr" rtl="0">
              <a:spcBef>
                <a:spcPts val="0"/>
              </a:spcBef>
              <a:spcAft>
                <a:spcPts val="0"/>
              </a:spcAft>
              <a:buClr>
                <a:schemeClr val="accent1"/>
              </a:buClr>
              <a:buSzPts val="4500"/>
              <a:buFont typeface="Inter"/>
              <a:buNone/>
              <a:defRPr sz="54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2pPr>
            <a:lvl3pPr lvl="2"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3pPr>
            <a:lvl4pPr lvl="3"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4pPr>
            <a:lvl5pPr lvl="4"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5pPr>
            <a:lvl6pPr lvl="5"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6pPr>
            <a:lvl7pPr lvl="6"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7pPr>
            <a:lvl8pPr lvl="7"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8pPr>
            <a:lvl9pPr lvl="8"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9pPr>
          </a:lstStyle>
          <a:p>
            <a:endParaRPr/>
          </a:p>
        </p:txBody>
      </p:sp>
      <p:sp>
        <p:nvSpPr>
          <p:cNvPr id="574" name="Google Shape;574;p56"/>
          <p:cNvSpPr txBox="1">
            <a:spLocks noGrp="1"/>
          </p:cNvSpPr>
          <p:nvPr>
            <p:ph type="subTitle" idx="1"/>
          </p:nvPr>
        </p:nvSpPr>
        <p:spPr>
          <a:xfrm>
            <a:off x="4267603" y="5220196"/>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accent2"/>
              </a:buClr>
              <a:buSzPts val="1400"/>
              <a:buFont typeface="JetBrains Mono"/>
              <a:buNone/>
              <a:defRPr b="1">
                <a:solidFill>
                  <a:schemeClr val="accent2"/>
                </a:solidFill>
                <a:latin typeface="Open Sans Extrabold" panose="020B0606030504020204" pitchFamily="34" charset="0"/>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2pPr>
            <a:lvl3pPr lvl="2"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3pPr>
            <a:lvl4pPr lvl="3"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4pPr>
            <a:lvl5pPr lvl="4"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5pPr>
            <a:lvl6pPr lvl="5"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6pPr>
            <a:lvl7pPr lvl="6"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7pPr>
            <a:lvl8pPr lvl="7"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8pPr>
            <a:lvl9pPr lvl="8"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9pPr>
          </a:lstStyle>
          <a:p>
            <a:endParaRPr/>
          </a:p>
        </p:txBody>
      </p:sp>
      <p:sp>
        <p:nvSpPr>
          <p:cNvPr id="575" name="Google Shape;575;p56"/>
          <p:cNvSpPr txBox="1"/>
          <p:nvPr/>
        </p:nvSpPr>
        <p:spPr>
          <a:xfrm>
            <a:off x="5276600" y="581900"/>
            <a:ext cx="1638800" cy="91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666" b="1">
                <a:solidFill>
                  <a:schemeClr val="accent2"/>
                </a:solidFill>
              </a:rPr>
              <a:t>“</a:t>
            </a:r>
            <a:endParaRPr sz="10666" b="1">
              <a:solidFill>
                <a:schemeClr val="accent2"/>
              </a:solidFill>
            </a:endParaRPr>
          </a:p>
        </p:txBody>
      </p:sp>
    </p:spTree>
    <p:extLst>
      <p:ext uri="{BB962C8B-B14F-4D97-AF65-F5344CB8AC3E}">
        <p14:creationId xmlns:p14="http://schemas.microsoft.com/office/powerpoint/2010/main" val="100087736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04_Quote_LeftAlign + Photo" preserve="1">
  <p:cSld name="04_Quote_LeftAlign + Photo">
    <p:bg>
      <p:bgPr>
        <a:solidFill>
          <a:schemeClr val="bg1"/>
        </a:solidFill>
        <a:effectLst/>
      </p:bgPr>
    </p:bg>
    <p:spTree>
      <p:nvGrpSpPr>
        <p:cNvPr id="1" name="Shape 576"/>
        <p:cNvGrpSpPr/>
        <p:nvPr/>
      </p:nvGrpSpPr>
      <p:grpSpPr>
        <a:xfrm>
          <a:off x="0" y="0"/>
          <a:ext cx="0" cy="0"/>
          <a:chOff x="0" y="0"/>
          <a:chExt cx="0" cy="0"/>
        </a:xfrm>
      </p:grpSpPr>
      <p:pic>
        <p:nvPicPr>
          <p:cNvPr id="2" name="Picture 1" descr="A blue and pink squares&#10;&#10;AI-generated content may be incorrect.">
            <a:extLst>
              <a:ext uri="{FF2B5EF4-FFF2-40B4-BE49-F238E27FC236}">
                <a16:creationId xmlns:a16="http://schemas.microsoft.com/office/drawing/2014/main" id="{27CD4253-A65F-B07C-8691-CECFB63193A2}"/>
              </a:ext>
            </a:extLst>
          </p:cNvPr>
          <p:cNvPicPr>
            <a:picLocks noChangeAspect="1"/>
          </p:cNvPicPr>
          <p:nvPr userDrawn="1"/>
        </p:nvPicPr>
        <p:blipFill>
          <a:blip r:embed="rId2">
            <a:alphaModFix amt="25000"/>
          </a:blip>
          <a:srcRect l="23741" t="17891" r="23635" b="22970"/>
          <a:stretch>
            <a:fillRect/>
          </a:stretch>
        </p:blipFill>
        <p:spPr>
          <a:xfrm>
            <a:off x="-1" y="0"/>
            <a:ext cx="12192001" cy="6858000"/>
          </a:xfrm>
          <a:prstGeom prst="rect">
            <a:avLst/>
          </a:prstGeom>
        </p:spPr>
      </p:pic>
      <p:sp>
        <p:nvSpPr>
          <p:cNvPr id="578" name="Google Shape;578;p57"/>
          <p:cNvSpPr txBox="1">
            <a:spLocks noGrp="1"/>
          </p:cNvSpPr>
          <p:nvPr>
            <p:ph type="title"/>
          </p:nvPr>
        </p:nvSpPr>
        <p:spPr>
          <a:xfrm>
            <a:off x="1879161" y="1653688"/>
            <a:ext cx="8228400" cy="26888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2"/>
              </a:buClr>
              <a:buSzPts val="2000"/>
              <a:buFont typeface="Inter SemiBold"/>
              <a:buNone/>
              <a:defRPr sz="2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9pPr>
          </a:lstStyle>
          <a:p>
            <a:endParaRPr/>
          </a:p>
        </p:txBody>
      </p:sp>
      <p:sp>
        <p:nvSpPr>
          <p:cNvPr id="579" name="Google Shape;579;p57"/>
          <p:cNvSpPr txBox="1">
            <a:spLocks noGrp="1"/>
          </p:cNvSpPr>
          <p:nvPr>
            <p:ph type="subTitle" idx="1"/>
          </p:nvPr>
        </p:nvSpPr>
        <p:spPr>
          <a:xfrm>
            <a:off x="3333733" y="4896163"/>
            <a:ext cx="3656800" cy="7460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2"/>
              </a:buClr>
              <a:buSzPts val="1300"/>
              <a:buFont typeface="JetBrains Mono"/>
              <a:buNone/>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2pPr>
            <a:lvl3pPr lvl="2"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3pPr>
            <a:lvl4pPr lvl="3"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4pPr>
            <a:lvl5pPr lvl="4"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5pPr>
            <a:lvl6pPr lvl="5"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6pPr>
            <a:lvl7pPr lvl="6"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7pPr>
            <a:lvl8pPr lvl="7"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8pPr>
            <a:lvl9pPr lvl="8"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9pPr>
          </a:lstStyle>
          <a:p>
            <a:endParaRPr/>
          </a:p>
        </p:txBody>
      </p:sp>
      <p:sp>
        <p:nvSpPr>
          <p:cNvPr id="580" name="Google Shape;580;p57"/>
          <p:cNvSpPr>
            <a:spLocks noGrp="1"/>
          </p:cNvSpPr>
          <p:nvPr>
            <p:ph type="pic" idx="2"/>
          </p:nvPr>
        </p:nvSpPr>
        <p:spPr>
          <a:xfrm>
            <a:off x="1879167" y="4681000"/>
            <a:ext cx="1255200" cy="1255200"/>
          </a:xfrm>
          <a:prstGeom prst="rect">
            <a:avLst/>
          </a:prstGeom>
          <a:noFill/>
          <a:ln>
            <a:noFill/>
          </a:ln>
        </p:spPr>
        <p:txBody>
          <a:bodyPr/>
          <a:lstStyle/>
          <a:p>
            <a:endParaRPr lang="en-US"/>
          </a:p>
        </p:txBody>
      </p:sp>
      <p:sp>
        <p:nvSpPr>
          <p:cNvPr id="581" name="Google Shape;581;p57"/>
          <p:cNvSpPr txBox="1"/>
          <p:nvPr/>
        </p:nvSpPr>
        <p:spPr>
          <a:xfrm>
            <a:off x="1303533" y="631767"/>
            <a:ext cx="1638800" cy="91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666" b="1">
                <a:solidFill>
                  <a:schemeClr val="accent1"/>
                </a:solidFill>
              </a:rPr>
              <a:t>“</a:t>
            </a:r>
            <a:endParaRPr sz="10666" b="1">
              <a:solidFill>
                <a:schemeClr val="accent1"/>
              </a:solidFill>
            </a:endParaRPr>
          </a:p>
        </p:txBody>
      </p:sp>
    </p:spTree>
    <p:extLst>
      <p:ext uri="{BB962C8B-B14F-4D97-AF65-F5344CB8AC3E}">
        <p14:creationId xmlns:p14="http://schemas.microsoft.com/office/powerpoint/2010/main" val="104770517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04_Quote_Blue + Title" preserve="1">
  <p:cSld name="04_Quote_Blue + Title">
    <p:bg>
      <p:bgPr>
        <a:solidFill>
          <a:schemeClr val="accent1"/>
        </a:solidFill>
        <a:effectLst/>
      </p:bgPr>
    </p:bg>
    <p:spTree>
      <p:nvGrpSpPr>
        <p:cNvPr id="1" name="Shape 590"/>
        <p:cNvGrpSpPr/>
        <p:nvPr/>
      </p:nvGrpSpPr>
      <p:grpSpPr>
        <a:xfrm>
          <a:off x="0" y="0"/>
          <a:ext cx="0" cy="0"/>
          <a:chOff x="0" y="0"/>
          <a:chExt cx="0" cy="0"/>
        </a:xfrm>
      </p:grpSpPr>
      <p:sp>
        <p:nvSpPr>
          <p:cNvPr id="591" name="Google Shape;591;p59"/>
          <p:cNvSpPr txBox="1">
            <a:spLocks noGrp="1"/>
          </p:cNvSpPr>
          <p:nvPr>
            <p:ph type="title"/>
          </p:nvPr>
        </p:nvSpPr>
        <p:spPr>
          <a:xfrm>
            <a:off x="1526872" y="971625"/>
            <a:ext cx="9142800" cy="49148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8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4500"/>
              <a:buNone/>
              <a:defRPr sz="6000">
                <a:solidFill>
                  <a:schemeClr val="lt1"/>
                </a:solidFill>
              </a:defRPr>
            </a:lvl2pPr>
            <a:lvl3pPr lvl="2" rtl="0">
              <a:spcBef>
                <a:spcPts val="0"/>
              </a:spcBef>
              <a:spcAft>
                <a:spcPts val="0"/>
              </a:spcAft>
              <a:buClr>
                <a:schemeClr val="lt1"/>
              </a:buClr>
              <a:buSzPts val="4500"/>
              <a:buNone/>
              <a:defRPr sz="6000">
                <a:solidFill>
                  <a:schemeClr val="lt1"/>
                </a:solidFill>
              </a:defRPr>
            </a:lvl3pPr>
            <a:lvl4pPr lvl="3" rtl="0">
              <a:spcBef>
                <a:spcPts val="0"/>
              </a:spcBef>
              <a:spcAft>
                <a:spcPts val="0"/>
              </a:spcAft>
              <a:buClr>
                <a:schemeClr val="lt1"/>
              </a:buClr>
              <a:buSzPts val="4500"/>
              <a:buNone/>
              <a:defRPr sz="6000">
                <a:solidFill>
                  <a:schemeClr val="lt1"/>
                </a:solidFill>
              </a:defRPr>
            </a:lvl4pPr>
            <a:lvl5pPr lvl="4" rtl="0">
              <a:spcBef>
                <a:spcPts val="0"/>
              </a:spcBef>
              <a:spcAft>
                <a:spcPts val="0"/>
              </a:spcAft>
              <a:buClr>
                <a:schemeClr val="lt1"/>
              </a:buClr>
              <a:buSzPts val="4500"/>
              <a:buNone/>
              <a:defRPr sz="6000">
                <a:solidFill>
                  <a:schemeClr val="lt1"/>
                </a:solidFill>
              </a:defRPr>
            </a:lvl5pPr>
            <a:lvl6pPr lvl="5" rtl="0">
              <a:spcBef>
                <a:spcPts val="0"/>
              </a:spcBef>
              <a:spcAft>
                <a:spcPts val="0"/>
              </a:spcAft>
              <a:buClr>
                <a:schemeClr val="lt1"/>
              </a:buClr>
              <a:buSzPts val="4500"/>
              <a:buNone/>
              <a:defRPr sz="6000">
                <a:solidFill>
                  <a:schemeClr val="lt1"/>
                </a:solidFill>
              </a:defRPr>
            </a:lvl6pPr>
            <a:lvl7pPr lvl="6" rtl="0">
              <a:spcBef>
                <a:spcPts val="0"/>
              </a:spcBef>
              <a:spcAft>
                <a:spcPts val="0"/>
              </a:spcAft>
              <a:buClr>
                <a:schemeClr val="lt1"/>
              </a:buClr>
              <a:buSzPts val="4500"/>
              <a:buNone/>
              <a:defRPr sz="6000">
                <a:solidFill>
                  <a:schemeClr val="lt1"/>
                </a:solidFill>
              </a:defRPr>
            </a:lvl7pPr>
            <a:lvl8pPr lvl="7" rtl="0">
              <a:spcBef>
                <a:spcPts val="0"/>
              </a:spcBef>
              <a:spcAft>
                <a:spcPts val="0"/>
              </a:spcAft>
              <a:buClr>
                <a:schemeClr val="lt1"/>
              </a:buClr>
              <a:buSzPts val="4500"/>
              <a:buNone/>
              <a:defRPr sz="6000">
                <a:solidFill>
                  <a:schemeClr val="lt1"/>
                </a:solidFill>
              </a:defRPr>
            </a:lvl8pPr>
            <a:lvl9pPr lvl="8" rtl="0">
              <a:spcBef>
                <a:spcPts val="0"/>
              </a:spcBef>
              <a:spcAft>
                <a:spcPts val="0"/>
              </a:spcAft>
              <a:buClr>
                <a:schemeClr val="lt1"/>
              </a:buClr>
              <a:buSzPts val="4500"/>
              <a:buNone/>
              <a:defRPr sz="6000">
                <a:solidFill>
                  <a:schemeClr val="lt1"/>
                </a:solidFill>
              </a:defRPr>
            </a:lvl9pPr>
          </a:lstStyle>
          <a:p>
            <a:endParaRPr/>
          </a:p>
        </p:txBody>
      </p:sp>
      <p:sp>
        <p:nvSpPr>
          <p:cNvPr id="592" name="Google Shape;592;p59"/>
          <p:cNvSpPr txBox="1">
            <a:spLocks noGrp="1"/>
          </p:cNvSpPr>
          <p:nvPr>
            <p:ph type="subTitle" idx="1"/>
          </p:nvPr>
        </p:nvSpPr>
        <p:spPr>
          <a:xfrm>
            <a:off x="4246869" y="763537"/>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1800"/>
              <a:buFont typeface="JetBrains Mono"/>
              <a:buNone/>
              <a:defRPr sz="2400">
                <a:solidFill>
                  <a:schemeClr val="lt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2pPr>
            <a:lvl3pPr lvl="2"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3pPr>
            <a:lvl4pPr lvl="3"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4pPr>
            <a:lvl5pPr lvl="4"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5pPr>
            <a:lvl6pPr lvl="5"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6pPr>
            <a:lvl7pPr lvl="6"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7pPr>
            <a:lvl8pPr lvl="7"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8pPr>
            <a:lvl9pPr lvl="8"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A987C9BC-66EE-334E-7F5B-0384CAFFAF9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9E56DD56-6E33-9BD1-6937-08642FEB1E4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2020773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04_Quote_Black + Title" preserve="1">
  <p:cSld name="04_Quote_Navy + Title">
    <p:bg>
      <p:bgPr>
        <a:solidFill>
          <a:schemeClr val="dk1"/>
        </a:solidFill>
        <a:effectLst/>
      </p:bgPr>
    </p:bg>
    <p:spTree>
      <p:nvGrpSpPr>
        <p:cNvPr id="1" name="Shape 593"/>
        <p:cNvGrpSpPr/>
        <p:nvPr/>
      </p:nvGrpSpPr>
      <p:grpSpPr>
        <a:xfrm>
          <a:off x="0" y="0"/>
          <a:ext cx="0" cy="0"/>
          <a:chOff x="0" y="0"/>
          <a:chExt cx="0" cy="0"/>
        </a:xfrm>
      </p:grpSpPr>
      <p:sp>
        <p:nvSpPr>
          <p:cNvPr id="594" name="Google Shape;594;p60"/>
          <p:cNvSpPr txBox="1">
            <a:spLocks noGrp="1"/>
          </p:cNvSpPr>
          <p:nvPr>
            <p:ph type="title"/>
          </p:nvPr>
        </p:nvSpPr>
        <p:spPr>
          <a:xfrm>
            <a:off x="1526872" y="971625"/>
            <a:ext cx="9142800" cy="49148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8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4500"/>
              <a:buNone/>
              <a:defRPr sz="6000">
                <a:solidFill>
                  <a:schemeClr val="lt1"/>
                </a:solidFill>
              </a:defRPr>
            </a:lvl2pPr>
            <a:lvl3pPr lvl="2" rtl="0">
              <a:spcBef>
                <a:spcPts val="0"/>
              </a:spcBef>
              <a:spcAft>
                <a:spcPts val="0"/>
              </a:spcAft>
              <a:buClr>
                <a:schemeClr val="lt1"/>
              </a:buClr>
              <a:buSzPts val="4500"/>
              <a:buNone/>
              <a:defRPr sz="6000">
                <a:solidFill>
                  <a:schemeClr val="lt1"/>
                </a:solidFill>
              </a:defRPr>
            </a:lvl3pPr>
            <a:lvl4pPr lvl="3" rtl="0">
              <a:spcBef>
                <a:spcPts val="0"/>
              </a:spcBef>
              <a:spcAft>
                <a:spcPts val="0"/>
              </a:spcAft>
              <a:buClr>
                <a:schemeClr val="lt1"/>
              </a:buClr>
              <a:buSzPts val="4500"/>
              <a:buNone/>
              <a:defRPr sz="6000">
                <a:solidFill>
                  <a:schemeClr val="lt1"/>
                </a:solidFill>
              </a:defRPr>
            </a:lvl4pPr>
            <a:lvl5pPr lvl="4" rtl="0">
              <a:spcBef>
                <a:spcPts val="0"/>
              </a:spcBef>
              <a:spcAft>
                <a:spcPts val="0"/>
              </a:spcAft>
              <a:buClr>
                <a:schemeClr val="lt1"/>
              </a:buClr>
              <a:buSzPts val="4500"/>
              <a:buNone/>
              <a:defRPr sz="6000">
                <a:solidFill>
                  <a:schemeClr val="lt1"/>
                </a:solidFill>
              </a:defRPr>
            </a:lvl5pPr>
            <a:lvl6pPr lvl="5" rtl="0">
              <a:spcBef>
                <a:spcPts val="0"/>
              </a:spcBef>
              <a:spcAft>
                <a:spcPts val="0"/>
              </a:spcAft>
              <a:buClr>
                <a:schemeClr val="lt1"/>
              </a:buClr>
              <a:buSzPts val="4500"/>
              <a:buNone/>
              <a:defRPr sz="6000">
                <a:solidFill>
                  <a:schemeClr val="lt1"/>
                </a:solidFill>
              </a:defRPr>
            </a:lvl6pPr>
            <a:lvl7pPr lvl="6" rtl="0">
              <a:spcBef>
                <a:spcPts val="0"/>
              </a:spcBef>
              <a:spcAft>
                <a:spcPts val="0"/>
              </a:spcAft>
              <a:buClr>
                <a:schemeClr val="lt1"/>
              </a:buClr>
              <a:buSzPts val="4500"/>
              <a:buNone/>
              <a:defRPr sz="6000">
                <a:solidFill>
                  <a:schemeClr val="lt1"/>
                </a:solidFill>
              </a:defRPr>
            </a:lvl7pPr>
            <a:lvl8pPr lvl="7" rtl="0">
              <a:spcBef>
                <a:spcPts val="0"/>
              </a:spcBef>
              <a:spcAft>
                <a:spcPts val="0"/>
              </a:spcAft>
              <a:buClr>
                <a:schemeClr val="lt1"/>
              </a:buClr>
              <a:buSzPts val="4500"/>
              <a:buNone/>
              <a:defRPr sz="6000">
                <a:solidFill>
                  <a:schemeClr val="lt1"/>
                </a:solidFill>
              </a:defRPr>
            </a:lvl8pPr>
            <a:lvl9pPr lvl="8" rtl="0">
              <a:spcBef>
                <a:spcPts val="0"/>
              </a:spcBef>
              <a:spcAft>
                <a:spcPts val="0"/>
              </a:spcAft>
              <a:buClr>
                <a:schemeClr val="lt1"/>
              </a:buClr>
              <a:buSzPts val="4500"/>
              <a:buNone/>
              <a:defRPr sz="6000">
                <a:solidFill>
                  <a:schemeClr val="lt1"/>
                </a:solidFill>
              </a:defRPr>
            </a:lvl9pPr>
          </a:lstStyle>
          <a:p>
            <a:endParaRPr/>
          </a:p>
        </p:txBody>
      </p:sp>
      <p:sp>
        <p:nvSpPr>
          <p:cNvPr id="595" name="Google Shape;595;p60"/>
          <p:cNvSpPr txBox="1">
            <a:spLocks noGrp="1"/>
          </p:cNvSpPr>
          <p:nvPr>
            <p:ph type="subTitle" idx="1"/>
          </p:nvPr>
        </p:nvSpPr>
        <p:spPr>
          <a:xfrm>
            <a:off x="4246869" y="763537"/>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1800"/>
              <a:buFont typeface="JetBrains Mono"/>
              <a:buNone/>
              <a:defRPr sz="2400">
                <a:solidFill>
                  <a:schemeClr val="lt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2pPr>
            <a:lvl3pPr lvl="2"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3pPr>
            <a:lvl4pPr lvl="3"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4pPr>
            <a:lvl5pPr lvl="4"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5pPr>
            <a:lvl6pPr lvl="5"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6pPr>
            <a:lvl7pPr lvl="6"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7pPr>
            <a:lvl8pPr lvl="7"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8pPr>
            <a:lvl9pPr lvl="8"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7CDA150E-E23A-15D7-927C-D6382543566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E13140EE-EBEE-8DEA-8B7F-CCD4BDE4896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5656241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10_Stats1" preserve="1">
  <p:cSld name="10_Stats1-White">
    <p:spTree>
      <p:nvGrpSpPr>
        <p:cNvPr id="1" name="Shape 596"/>
        <p:cNvGrpSpPr/>
        <p:nvPr/>
      </p:nvGrpSpPr>
      <p:grpSpPr>
        <a:xfrm>
          <a:off x="0" y="0"/>
          <a:ext cx="0" cy="0"/>
          <a:chOff x="0" y="0"/>
          <a:chExt cx="0" cy="0"/>
        </a:xfrm>
      </p:grpSpPr>
      <p:sp>
        <p:nvSpPr>
          <p:cNvPr id="597" name="Google Shape;597;p61"/>
          <p:cNvSpPr txBox="1">
            <a:spLocks noGrp="1"/>
          </p:cNvSpPr>
          <p:nvPr>
            <p:ph type="subTitle" idx="1"/>
          </p:nvPr>
        </p:nvSpPr>
        <p:spPr>
          <a:xfrm>
            <a:off x="2756667" y="3421500"/>
            <a:ext cx="66786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598" name="Google Shape;598;p61"/>
          <p:cNvSpPr txBox="1">
            <a:spLocks noGrp="1"/>
          </p:cNvSpPr>
          <p:nvPr>
            <p:ph type="title"/>
          </p:nvPr>
        </p:nvSpPr>
        <p:spPr>
          <a:xfrm>
            <a:off x="2779340" y="1200171"/>
            <a:ext cx="6633408"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9866" b="1">
                <a:solidFill>
                  <a:schemeClr val="accent1"/>
                </a:solidFill>
                <a:latin typeface="DM Sans 14pt" pitchFamily="2"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84127E07-94AB-7E23-03B3-9709231F6B7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CCD1FF2C-C383-043D-464B-7681930AE8E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57808011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0_Stats1 Dark" preserve="1" userDrawn="1">
  <p:cSld name="10_Stats1 Navy">
    <p:spTree>
      <p:nvGrpSpPr>
        <p:cNvPr id="1" name="Shape 601"/>
        <p:cNvGrpSpPr/>
        <p:nvPr/>
      </p:nvGrpSpPr>
      <p:grpSpPr>
        <a:xfrm>
          <a:off x="0" y="0"/>
          <a:ext cx="0" cy="0"/>
          <a:chOff x="0" y="0"/>
          <a:chExt cx="0" cy="0"/>
        </a:xfrm>
      </p:grpSpPr>
      <p:sp>
        <p:nvSpPr>
          <p:cNvPr id="602" name="Google Shape;602;p62"/>
          <p:cNvSpPr/>
          <p:nvPr/>
        </p:nvSpPr>
        <p:spPr>
          <a:xfrm>
            <a:off x="-10700" y="-21400"/>
            <a:ext cx="12202800" cy="6210400"/>
          </a:xfrm>
          <a:prstGeom prst="rect">
            <a:avLst/>
          </a:prstGeom>
          <a:solidFill>
            <a:srgbClr val="00001E"/>
          </a:solidFill>
          <a:ln w="9525" cap="flat" cmpd="sng">
            <a:solidFill>
              <a:srgbClr val="F0F4F8"/>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2" name="Google Shape;597;p61">
            <a:extLst>
              <a:ext uri="{FF2B5EF4-FFF2-40B4-BE49-F238E27FC236}">
                <a16:creationId xmlns:a16="http://schemas.microsoft.com/office/drawing/2014/main" id="{7F7EC486-9F80-AAE5-D3A6-535D8BD66730}"/>
              </a:ext>
            </a:extLst>
          </p:cNvPr>
          <p:cNvSpPr txBox="1">
            <a:spLocks noGrp="1"/>
          </p:cNvSpPr>
          <p:nvPr>
            <p:ph type="subTitle" idx="1"/>
          </p:nvPr>
        </p:nvSpPr>
        <p:spPr>
          <a:xfrm>
            <a:off x="2756667" y="3421500"/>
            <a:ext cx="66786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3" name="Google Shape;598;p61">
            <a:extLst>
              <a:ext uri="{FF2B5EF4-FFF2-40B4-BE49-F238E27FC236}">
                <a16:creationId xmlns:a16="http://schemas.microsoft.com/office/drawing/2014/main" id="{19CD5053-5CF7-1541-C9DE-CCC3E639A1C0}"/>
              </a:ext>
            </a:extLst>
          </p:cNvPr>
          <p:cNvSpPr txBox="1">
            <a:spLocks noGrp="1"/>
          </p:cNvSpPr>
          <p:nvPr>
            <p:ph type="title"/>
          </p:nvPr>
        </p:nvSpPr>
        <p:spPr>
          <a:xfrm>
            <a:off x="2779340" y="1200171"/>
            <a:ext cx="6633408"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9866" b="1">
                <a:solidFill>
                  <a:schemeClr val="bg1"/>
                </a:solidFill>
                <a:latin typeface="DM Sans 14pt" pitchFamily="2"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5" name="Footer Placeholder 3">
            <a:extLst>
              <a:ext uri="{FF2B5EF4-FFF2-40B4-BE49-F238E27FC236}">
                <a16:creationId xmlns:a16="http://schemas.microsoft.com/office/drawing/2014/main" id="{825A2060-5326-8F72-3C29-BBD7FD2F44F1}"/>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023FD3F4-236F-442D-D3C9-45E8472F1BA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2140337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10_Stats2" preserve="1">
  <p:cSld name="10_Stats2">
    <p:spTree>
      <p:nvGrpSpPr>
        <p:cNvPr id="1" name="Shape 607"/>
        <p:cNvGrpSpPr/>
        <p:nvPr/>
      </p:nvGrpSpPr>
      <p:grpSpPr>
        <a:xfrm>
          <a:off x="0" y="0"/>
          <a:ext cx="0" cy="0"/>
          <a:chOff x="0" y="0"/>
          <a:chExt cx="0" cy="0"/>
        </a:xfrm>
      </p:grpSpPr>
      <p:sp>
        <p:nvSpPr>
          <p:cNvPr id="608" name="Google Shape;608;p63"/>
          <p:cNvSpPr txBox="1">
            <a:spLocks noGrp="1"/>
          </p:cNvSpPr>
          <p:nvPr>
            <p:ph type="subTitle" idx="1"/>
          </p:nvPr>
        </p:nvSpPr>
        <p:spPr>
          <a:xfrm>
            <a:off x="729767" y="3590800"/>
            <a:ext cx="514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09" name="Google Shape;609;p63"/>
          <p:cNvSpPr txBox="1">
            <a:spLocks noGrp="1"/>
          </p:cNvSpPr>
          <p:nvPr>
            <p:ph type="title"/>
          </p:nvPr>
        </p:nvSpPr>
        <p:spPr>
          <a:xfrm>
            <a:off x="747244" y="1369471"/>
            <a:ext cx="5108000"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88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610" name="Google Shape;610;p63"/>
          <p:cNvSpPr txBox="1">
            <a:spLocks noGrp="1"/>
          </p:cNvSpPr>
          <p:nvPr>
            <p:ph type="subTitle" idx="2"/>
          </p:nvPr>
        </p:nvSpPr>
        <p:spPr>
          <a:xfrm>
            <a:off x="6319433" y="3590800"/>
            <a:ext cx="514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1" name="Google Shape;611;p63"/>
          <p:cNvSpPr txBox="1">
            <a:spLocks noGrp="1"/>
          </p:cNvSpPr>
          <p:nvPr>
            <p:ph type="title" idx="3"/>
          </p:nvPr>
        </p:nvSpPr>
        <p:spPr>
          <a:xfrm>
            <a:off x="6336911" y="1369471"/>
            <a:ext cx="5108000"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88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2860ADC9-878A-96A9-090D-5B66A9EAD38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8BC49DF-DAA4-9596-ECFC-1A6C5D229B5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76746522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10_Stats3" preserve="1">
  <p:cSld name="10_Stats3-White">
    <p:spTree>
      <p:nvGrpSpPr>
        <p:cNvPr id="1" name="Shape 614"/>
        <p:cNvGrpSpPr/>
        <p:nvPr/>
      </p:nvGrpSpPr>
      <p:grpSpPr>
        <a:xfrm>
          <a:off x="0" y="0"/>
          <a:ext cx="0" cy="0"/>
          <a:chOff x="0" y="0"/>
          <a:chExt cx="0" cy="0"/>
        </a:xfrm>
      </p:grpSpPr>
      <p:sp>
        <p:nvSpPr>
          <p:cNvPr id="615" name="Google Shape;615;p64"/>
          <p:cNvSpPr txBox="1">
            <a:spLocks noGrp="1"/>
          </p:cNvSpPr>
          <p:nvPr>
            <p:ph type="subTitle" idx="1"/>
          </p:nvPr>
        </p:nvSpPr>
        <p:spPr>
          <a:xfrm>
            <a:off x="808833"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6" name="Google Shape;616;p64"/>
          <p:cNvSpPr txBox="1">
            <a:spLocks noGrp="1"/>
          </p:cNvSpPr>
          <p:nvPr>
            <p:ph type="title"/>
          </p:nvPr>
        </p:nvSpPr>
        <p:spPr>
          <a:xfrm>
            <a:off x="913033" y="1883200"/>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617" name="Google Shape;617;p64"/>
          <p:cNvSpPr txBox="1">
            <a:spLocks noGrp="1"/>
          </p:cNvSpPr>
          <p:nvPr>
            <p:ph type="subTitle" idx="2"/>
          </p:nvPr>
        </p:nvSpPr>
        <p:spPr>
          <a:xfrm>
            <a:off x="4399600"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8" name="Google Shape;618;p64"/>
          <p:cNvSpPr txBox="1">
            <a:spLocks noGrp="1"/>
          </p:cNvSpPr>
          <p:nvPr>
            <p:ph type="title" idx="3"/>
          </p:nvPr>
        </p:nvSpPr>
        <p:spPr>
          <a:xfrm>
            <a:off x="4503800" y="1883167"/>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619" name="Google Shape;619;p64"/>
          <p:cNvSpPr txBox="1">
            <a:spLocks noGrp="1"/>
          </p:cNvSpPr>
          <p:nvPr>
            <p:ph type="subTitle" idx="4"/>
          </p:nvPr>
        </p:nvSpPr>
        <p:spPr>
          <a:xfrm>
            <a:off x="7990367"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20" name="Google Shape;620;p64"/>
          <p:cNvSpPr txBox="1">
            <a:spLocks noGrp="1"/>
          </p:cNvSpPr>
          <p:nvPr>
            <p:ph type="title" idx="5"/>
          </p:nvPr>
        </p:nvSpPr>
        <p:spPr>
          <a:xfrm>
            <a:off x="8094567" y="1883167"/>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23C62D13-5400-5FEF-ACED-7C77A17F003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43632F0-6379-B484-5AFD-A3397B131D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0692937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10_Stats3 Dark" preserve="1">
  <p:cSld name="10_Stats3-Navy">
    <p:spTree>
      <p:nvGrpSpPr>
        <p:cNvPr id="1" name="Shape 623"/>
        <p:cNvGrpSpPr/>
        <p:nvPr/>
      </p:nvGrpSpPr>
      <p:grpSpPr>
        <a:xfrm>
          <a:off x="0" y="0"/>
          <a:ext cx="0" cy="0"/>
          <a:chOff x="0" y="0"/>
          <a:chExt cx="0" cy="0"/>
        </a:xfrm>
      </p:grpSpPr>
      <p:sp>
        <p:nvSpPr>
          <p:cNvPr id="624" name="Google Shape;624;p65"/>
          <p:cNvSpPr/>
          <p:nvPr/>
        </p:nvSpPr>
        <p:spPr>
          <a:xfrm>
            <a:off x="-10700" y="-21400"/>
            <a:ext cx="12202800" cy="6210400"/>
          </a:xfrm>
          <a:prstGeom prst="rect">
            <a:avLst/>
          </a:prstGeom>
          <a:solidFill>
            <a:srgbClr val="00001E"/>
          </a:solidFill>
          <a:ln w="9525" cap="flat" cmpd="sng">
            <a:solidFill>
              <a:srgbClr val="F0F4F8"/>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625" name="Google Shape;625;p65"/>
          <p:cNvSpPr txBox="1">
            <a:spLocks noGrp="1"/>
          </p:cNvSpPr>
          <p:nvPr>
            <p:ph type="subTitle" idx="1"/>
          </p:nvPr>
        </p:nvSpPr>
        <p:spPr>
          <a:xfrm>
            <a:off x="1365667"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26" name="Google Shape;626;p65"/>
          <p:cNvSpPr txBox="1">
            <a:spLocks noGrp="1"/>
          </p:cNvSpPr>
          <p:nvPr>
            <p:ph type="title"/>
          </p:nvPr>
        </p:nvSpPr>
        <p:spPr>
          <a:xfrm>
            <a:off x="1129867"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627" name="Google Shape;627;p65"/>
          <p:cNvSpPr txBox="1">
            <a:spLocks noGrp="1"/>
          </p:cNvSpPr>
          <p:nvPr>
            <p:ph type="subTitle" idx="2"/>
          </p:nvPr>
        </p:nvSpPr>
        <p:spPr>
          <a:xfrm>
            <a:off x="4855900"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28" name="Google Shape;628;p65"/>
          <p:cNvSpPr txBox="1">
            <a:spLocks noGrp="1"/>
          </p:cNvSpPr>
          <p:nvPr>
            <p:ph type="title" idx="3"/>
          </p:nvPr>
        </p:nvSpPr>
        <p:spPr>
          <a:xfrm>
            <a:off x="4620100"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629" name="Google Shape;629;p65"/>
          <p:cNvSpPr txBox="1">
            <a:spLocks noGrp="1"/>
          </p:cNvSpPr>
          <p:nvPr>
            <p:ph type="subTitle" idx="4"/>
          </p:nvPr>
        </p:nvSpPr>
        <p:spPr>
          <a:xfrm>
            <a:off x="8346133"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30" name="Google Shape;630;p65"/>
          <p:cNvSpPr txBox="1">
            <a:spLocks noGrp="1"/>
          </p:cNvSpPr>
          <p:nvPr>
            <p:ph type="title" idx="5"/>
          </p:nvPr>
        </p:nvSpPr>
        <p:spPr>
          <a:xfrm>
            <a:off x="8110333"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C3DADE86-FA0D-6C14-78CF-DF12F3CDAE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ED82803E-6BF4-7D69-A703-2CC83B69D66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55716273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0_Stats4" preserve="1">
  <p:cSld name="10_Stats4">
    <p:spTree>
      <p:nvGrpSpPr>
        <p:cNvPr id="1" name="Shape 633"/>
        <p:cNvGrpSpPr/>
        <p:nvPr/>
      </p:nvGrpSpPr>
      <p:grpSpPr>
        <a:xfrm>
          <a:off x="0" y="0"/>
          <a:ext cx="0" cy="0"/>
          <a:chOff x="0" y="0"/>
          <a:chExt cx="0" cy="0"/>
        </a:xfrm>
      </p:grpSpPr>
      <p:sp>
        <p:nvSpPr>
          <p:cNvPr id="634" name="Google Shape;634;p66"/>
          <p:cNvSpPr txBox="1">
            <a:spLocks noGrp="1"/>
          </p:cNvSpPr>
          <p:nvPr>
            <p:ph type="subTitle" idx="1"/>
          </p:nvPr>
        </p:nvSpPr>
        <p:spPr>
          <a:xfrm>
            <a:off x="574151"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5" name="Google Shape;635;p66"/>
          <p:cNvSpPr txBox="1">
            <a:spLocks noGrp="1"/>
          </p:cNvSpPr>
          <p:nvPr>
            <p:ph type="title"/>
          </p:nvPr>
        </p:nvSpPr>
        <p:spPr>
          <a:xfrm>
            <a:off x="674751"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36" name="Google Shape;636;p66"/>
          <p:cNvSpPr txBox="1">
            <a:spLocks noGrp="1"/>
          </p:cNvSpPr>
          <p:nvPr>
            <p:ph type="subTitle" idx="2"/>
          </p:nvPr>
        </p:nvSpPr>
        <p:spPr>
          <a:xfrm>
            <a:off x="3356384"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7" name="Google Shape;637;p66"/>
          <p:cNvSpPr txBox="1">
            <a:spLocks noGrp="1"/>
          </p:cNvSpPr>
          <p:nvPr>
            <p:ph type="title" idx="3"/>
          </p:nvPr>
        </p:nvSpPr>
        <p:spPr>
          <a:xfrm>
            <a:off x="3456984"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38" name="Google Shape;638;p66"/>
          <p:cNvSpPr txBox="1">
            <a:spLocks noGrp="1"/>
          </p:cNvSpPr>
          <p:nvPr>
            <p:ph type="subTitle" idx="4"/>
          </p:nvPr>
        </p:nvSpPr>
        <p:spPr>
          <a:xfrm>
            <a:off x="6239217"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9" name="Google Shape;639;p66"/>
          <p:cNvSpPr txBox="1">
            <a:spLocks noGrp="1"/>
          </p:cNvSpPr>
          <p:nvPr>
            <p:ph type="title" idx="5"/>
          </p:nvPr>
        </p:nvSpPr>
        <p:spPr>
          <a:xfrm>
            <a:off x="6339817"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40" name="Google Shape;640;p66"/>
          <p:cNvSpPr txBox="1">
            <a:spLocks noGrp="1"/>
          </p:cNvSpPr>
          <p:nvPr>
            <p:ph type="subTitle" idx="6"/>
          </p:nvPr>
        </p:nvSpPr>
        <p:spPr>
          <a:xfrm>
            <a:off x="9222651"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1" name="Google Shape;641;p66"/>
          <p:cNvSpPr txBox="1">
            <a:spLocks noGrp="1"/>
          </p:cNvSpPr>
          <p:nvPr>
            <p:ph type="title" idx="7"/>
          </p:nvPr>
        </p:nvSpPr>
        <p:spPr>
          <a:xfrm>
            <a:off x="9323251"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E34013E3-634D-6BAA-5209-4150751F42D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CDADC9AF-F4AE-15CF-0647-3BD3DEE4084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5127855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0_Stats4 1" preserve="1">
  <p:cSld name="10_Stats4 grid">
    <p:spTree>
      <p:nvGrpSpPr>
        <p:cNvPr id="1" name="Shape 644"/>
        <p:cNvGrpSpPr/>
        <p:nvPr/>
      </p:nvGrpSpPr>
      <p:grpSpPr>
        <a:xfrm>
          <a:off x="0" y="0"/>
          <a:ext cx="0" cy="0"/>
          <a:chOff x="0" y="0"/>
          <a:chExt cx="0" cy="0"/>
        </a:xfrm>
      </p:grpSpPr>
      <p:sp>
        <p:nvSpPr>
          <p:cNvPr id="645" name="Google Shape;645;p67"/>
          <p:cNvSpPr txBox="1">
            <a:spLocks noGrp="1"/>
          </p:cNvSpPr>
          <p:nvPr>
            <p:ph type="subTitle" idx="1"/>
          </p:nvPr>
        </p:nvSpPr>
        <p:spPr>
          <a:xfrm>
            <a:off x="1263747" y="1947300"/>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6" name="Google Shape;646;p67"/>
          <p:cNvSpPr txBox="1">
            <a:spLocks noGrp="1"/>
          </p:cNvSpPr>
          <p:nvPr>
            <p:ph type="title"/>
          </p:nvPr>
        </p:nvSpPr>
        <p:spPr>
          <a:xfrm>
            <a:off x="1263733" y="1128033"/>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47" name="Google Shape;647;p67"/>
          <p:cNvSpPr txBox="1">
            <a:spLocks noGrp="1"/>
          </p:cNvSpPr>
          <p:nvPr>
            <p:ph type="subTitle" idx="2"/>
          </p:nvPr>
        </p:nvSpPr>
        <p:spPr>
          <a:xfrm>
            <a:off x="6574480" y="1947300"/>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8" name="Google Shape;648;p67"/>
          <p:cNvSpPr txBox="1">
            <a:spLocks noGrp="1"/>
          </p:cNvSpPr>
          <p:nvPr>
            <p:ph type="title" idx="3"/>
          </p:nvPr>
        </p:nvSpPr>
        <p:spPr>
          <a:xfrm>
            <a:off x="6574467" y="1128033"/>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49" name="Google Shape;649;p67"/>
          <p:cNvSpPr txBox="1">
            <a:spLocks noGrp="1"/>
          </p:cNvSpPr>
          <p:nvPr>
            <p:ph type="subTitle" idx="4"/>
          </p:nvPr>
        </p:nvSpPr>
        <p:spPr>
          <a:xfrm>
            <a:off x="1263747" y="4695933"/>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50" name="Google Shape;650;p67"/>
          <p:cNvSpPr txBox="1">
            <a:spLocks noGrp="1"/>
          </p:cNvSpPr>
          <p:nvPr>
            <p:ph type="title" idx="5"/>
          </p:nvPr>
        </p:nvSpPr>
        <p:spPr>
          <a:xfrm>
            <a:off x="1263733" y="3876667"/>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51" name="Google Shape;651;p67"/>
          <p:cNvSpPr txBox="1">
            <a:spLocks noGrp="1"/>
          </p:cNvSpPr>
          <p:nvPr>
            <p:ph type="subTitle" idx="6"/>
          </p:nvPr>
        </p:nvSpPr>
        <p:spPr>
          <a:xfrm>
            <a:off x="6574480" y="4695933"/>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52" name="Google Shape;652;p67"/>
          <p:cNvSpPr txBox="1">
            <a:spLocks noGrp="1"/>
          </p:cNvSpPr>
          <p:nvPr>
            <p:ph type="title" idx="7"/>
          </p:nvPr>
        </p:nvSpPr>
        <p:spPr>
          <a:xfrm>
            <a:off x="6574467" y="3876667"/>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FC1CDD13-A8FC-784D-EA6F-379A9033631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57635EAD-2071-4221-D602-6FA8F7E504B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84448054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05_NewHiresSlide" preserve="1">
  <p:cSld name="05_NewHiresSlide">
    <p:spTree>
      <p:nvGrpSpPr>
        <p:cNvPr id="1" name="Shape 655"/>
        <p:cNvGrpSpPr/>
        <p:nvPr/>
      </p:nvGrpSpPr>
      <p:grpSpPr>
        <a:xfrm>
          <a:off x="0" y="0"/>
          <a:ext cx="0" cy="0"/>
          <a:chOff x="0" y="0"/>
          <a:chExt cx="0" cy="0"/>
        </a:xfrm>
      </p:grpSpPr>
      <p:sp>
        <p:nvSpPr>
          <p:cNvPr id="656" name="Google Shape;656;p68"/>
          <p:cNvSpPr>
            <a:spLocks noGrp="1"/>
          </p:cNvSpPr>
          <p:nvPr>
            <p:ph type="pic" idx="2"/>
          </p:nvPr>
        </p:nvSpPr>
        <p:spPr>
          <a:xfrm>
            <a:off x="438867"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57" name="Google Shape;657;p68"/>
          <p:cNvSpPr txBox="1">
            <a:spLocks noGrp="1"/>
          </p:cNvSpPr>
          <p:nvPr>
            <p:ph type="title"/>
          </p:nvPr>
        </p:nvSpPr>
        <p:spPr>
          <a:xfrm>
            <a:off x="438871" y="457200"/>
            <a:ext cx="6987600" cy="638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2pPr>
            <a:lvl3pPr lvl="2"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3pPr>
            <a:lvl4pPr lvl="3"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4pPr>
            <a:lvl5pPr lvl="4"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5pPr>
            <a:lvl6pPr lvl="5"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6pPr>
            <a:lvl7pPr lvl="6"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7pPr>
            <a:lvl8pPr lvl="7"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8pPr>
            <a:lvl9pPr lvl="8"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9pPr>
          </a:lstStyle>
          <a:p>
            <a:endParaRPr/>
          </a:p>
        </p:txBody>
      </p:sp>
      <p:sp>
        <p:nvSpPr>
          <p:cNvPr id="658" name="Google Shape;658;p68"/>
          <p:cNvSpPr txBox="1">
            <a:spLocks noGrp="1"/>
          </p:cNvSpPr>
          <p:nvPr>
            <p:ph type="subTitle" idx="1"/>
          </p:nvPr>
        </p:nvSpPr>
        <p:spPr>
          <a:xfrm>
            <a:off x="438871"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59" name="Google Shape;659;p68"/>
          <p:cNvSpPr txBox="1">
            <a:spLocks noGrp="1"/>
          </p:cNvSpPr>
          <p:nvPr>
            <p:ph type="subTitle" idx="3"/>
          </p:nvPr>
        </p:nvSpPr>
        <p:spPr>
          <a:xfrm>
            <a:off x="2454577"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0" name="Google Shape;660;p68"/>
          <p:cNvSpPr txBox="1">
            <a:spLocks noGrp="1"/>
          </p:cNvSpPr>
          <p:nvPr>
            <p:ph type="subTitle" idx="4"/>
          </p:nvPr>
        </p:nvSpPr>
        <p:spPr>
          <a:xfrm>
            <a:off x="4470284"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1" name="Google Shape;661;p68"/>
          <p:cNvSpPr txBox="1">
            <a:spLocks noGrp="1"/>
          </p:cNvSpPr>
          <p:nvPr>
            <p:ph type="subTitle" idx="5"/>
          </p:nvPr>
        </p:nvSpPr>
        <p:spPr>
          <a:xfrm>
            <a:off x="6485992"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2" name="Google Shape;662;p68"/>
          <p:cNvSpPr txBox="1">
            <a:spLocks noGrp="1"/>
          </p:cNvSpPr>
          <p:nvPr>
            <p:ph type="subTitle" idx="6"/>
          </p:nvPr>
        </p:nvSpPr>
        <p:spPr>
          <a:xfrm>
            <a:off x="8501699"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3" name="Google Shape;663;p68"/>
          <p:cNvSpPr txBox="1">
            <a:spLocks noGrp="1"/>
          </p:cNvSpPr>
          <p:nvPr>
            <p:ph type="subTitle" idx="7"/>
          </p:nvPr>
        </p:nvSpPr>
        <p:spPr>
          <a:xfrm>
            <a:off x="10517405"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4" name="Google Shape;664;p68"/>
          <p:cNvSpPr>
            <a:spLocks noGrp="1"/>
          </p:cNvSpPr>
          <p:nvPr>
            <p:ph type="pic" idx="8"/>
          </p:nvPr>
        </p:nvSpPr>
        <p:spPr>
          <a:xfrm>
            <a:off x="2454600"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5" name="Google Shape;665;p68"/>
          <p:cNvSpPr>
            <a:spLocks noGrp="1"/>
          </p:cNvSpPr>
          <p:nvPr>
            <p:ph type="pic" idx="9"/>
          </p:nvPr>
        </p:nvSpPr>
        <p:spPr>
          <a:xfrm>
            <a:off x="4470333"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6" name="Google Shape;666;p68"/>
          <p:cNvSpPr>
            <a:spLocks noGrp="1"/>
          </p:cNvSpPr>
          <p:nvPr>
            <p:ph type="pic" idx="13"/>
          </p:nvPr>
        </p:nvSpPr>
        <p:spPr>
          <a:xfrm>
            <a:off x="6486067"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7" name="Google Shape;667;p68"/>
          <p:cNvSpPr>
            <a:spLocks noGrp="1"/>
          </p:cNvSpPr>
          <p:nvPr>
            <p:ph type="pic" idx="14"/>
          </p:nvPr>
        </p:nvSpPr>
        <p:spPr>
          <a:xfrm>
            <a:off x="8501800"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8" name="Google Shape;668;p68"/>
          <p:cNvSpPr>
            <a:spLocks noGrp="1"/>
          </p:cNvSpPr>
          <p:nvPr>
            <p:ph type="pic" idx="15"/>
          </p:nvPr>
        </p:nvSpPr>
        <p:spPr>
          <a:xfrm>
            <a:off x="10517533"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9" name="Google Shape;669;p68"/>
          <p:cNvSpPr>
            <a:spLocks noGrp="1"/>
          </p:cNvSpPr>
          <p:nvPr>
            <p:ph type="pic" idx="16"/>
          </p:nvPr>
        </p:nvSpPr>
        <p:spPr>
          <a:xfrm>
            <a:off x="438867"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0" name="Google Shape;670;p68"/>
          <p:cNvSpPr txBox="1">
            <a:spLocks noGrp="1"/>
          </p:cNvSpPr>
          <p:nvPr>
            <p:ph type="subTitle" idx="17"/>
          </p:nvPr>
        </p:nvSpPr>
        <p:spPr>
          <a:xfrm>
            <a:off x="438871"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1" name="Google Shape;671;p68"/>
          <p:cNvSpPr txBox="1">
            <a:spLocks noGrp="1"/>
          </p:cNvSpPr>
          <p:nvPr>
            <p:ph type="subTitle" idx="18"/>
          </p:nvPr>
        </p:nvSpPr>
        <p:spPr>
          <a:xfrm>
            <a:off x="2454577"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2" name="Google Shape;672;p68"/>
          <p:cNvSpPr txBox="1">
            <a:spLocks noGrp="1"/>
          </p:cNvSpPr>
          <p:nvPr>
            <p:ph type="subTitle" idx="19"/>
          </p:nvPr>
        </p:nvSpPr>
        <p:spPr>
          <a:xfrm>
            <a:off x="4470284"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3" name="Google Shape;673;p68"/>
          <p:cNvSpPr txBox="1">
            <a:spLocks noGrp="1"/>
          </p:cNvSpPr>
          <p:nvPr>
            <p:ph type="subTitle" idx="20"/>
          </p:nvPr>
        </p:nvSpPr>
        <p:spPr>
          <a:xfrm>
            <a:off x="6485992"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4" name="Google Shape;674;p68"/>
          <p:cNvSpPr txBox="1">
            <a:spLocks noGrp="1"/>
          </p:cNvSpPr>
          <p:nvPr>
            <p:ph type="subTitle" idx="21"/>
          </p:nvPr>
        </p:nvSpPr>
        <p:spPr>
          <a:xfrm>
            <a:off x="8501699"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5" name="Google Shape;675;p68"/>
          <p:cNvSpPr txBox="1">
            <a:spLocks noGrp="1"/>
          </p:cNvSpPr>
          <p:nvPr>
            <p:ph type="subTitle" idx="22"/>
          </p:nvPr>
        </p:nvSpPr>
        <p:spPr>
          <a:xfrm>
            <a:off x="10517405"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6" name="Google Shape;676;p68"/>
          <p:cNvSpPr>
            <a:spLocks noGrp="1"/>
          </p:cNvSpPr>
          <p:nvPr>
            <p:ph type="pic" idx="23"/>
          </p:nvPr>
        </p:nvSpPr>
        <p:spPr>
          <a:xfrm>
            <a:off x="2454600"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7" name="Google Shape;677;p68"/>
          <p:cNvSpPr>
            <a:spLocks noGrp="1"/>
          </p:cNvSpPr>
          <p:nvPr>
            <p:ph type="pic" idx="24"/>
          </p:nvPr>
        </p:nvSpPr>
        <p:spPr>
          <a:xfrm>
            <a:off x="4470333"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8" name="Google Shape;678;p68"/>
          <p:cNvSpPr>
            <a:spLocks noGrp="1"/>
          </p:cNvSpPr>
          <p:nvPr>
            <p:ph type="pic" idx="25"/>
          </p:nvPr>
        </p:nvSpPr>
        <p:spPr>
          <a:xfrm>
            <a:off x="6486067"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9" name="Google Shape;679;p68"/>
          <p:cNvSpPr>
            <a:spLocks noGrp="1"/>
          </p:cNvSpPr>
          <p:nvPr>
            <p:ph type="pic" idx="26"/>
          </p:nvPr>
        </p:nvSpPr>
        <p:spPr>
          <a:xfrm>
            <a:off x="8501800"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80" name="Google Shape;680;p68"/>
          <p:cNvSpPr>
            <a:spLocks noGrp="1"/>
          </p:cNvSpPr>
          <p:nvPr>
            <p:ph type="pic" idx="27"/>
          </p:nvPr>
        </p:nvSpPr>
        <p:spPr>
          <a:xfrm>
            <a:off x="10517533"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3" name="Footer Placeholder 3">
            <a:extLst>
              <a:ext uri="{FF2B5EF4-FFF2-40B4-BE49-F238E27FC236}">
                <a16:creationId xmlns:a16="http://schemas.microsoft.com/office/drawing/2014/main" id="{B5065A95-2D95-99EF-0A4C-DC4EC73C898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12AF775-A03C-1FBE-3909-4DA983CB03D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68804395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02_AgendaLight2" preserve="1">
  <p:cSld name="02_AgendaLight2">
    <p:bg>
      <p:bgPr>
        <a:solidFill>
          <a:schemeClr val="tx2"/>
        </a:solidFill>
        <a:effectLst/>
      </p:bgPr>
    </p:bg>
    <p:spTree>
      <p:nvGrpSpPr>
        <p:cNvPr id="1" name="Shape 683"/>
        <p:cNvGrpSpPr/>
        <p:nvPr/>
      </p:nvGrpSpPr>
      <p:grpSpPr>
        <a:xfrm>
          <a:off x="0" y="0"/>
          <a:ext cx="0" cy="0"/>
          <a:chOff x="0" y="0"/>
          <a:chExt cx="0" cy="0"/>
        </a:xfrm>
      </p:grpSpPr>
      <p:sp>
        <p:nvSpPr>
          <p:cNvPr id="684" name="Google Shape;684;p69"/>
          <p:cNvSpPr txBox="1">
            <a:spLocks noGrp="1"/>
          </p:cNvSpPr>
          <p:nvPr>
            <p:ph type="title"/>
          </p:nvPr>
        </p:nvSpPr>
        <p:spPr>
          <a:xfrm>
            <a:off x="438867" y="2414800"/>
            <a:ext cx="4472400" cy="984885"/>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4800"/>
              <a:buFont typeface="Inter"/>
              <a:buNone/>
              <a:defRPr sz="64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2pPr>
            <a:lvl3pPr lvl="2"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3pPr>
            <a:lvl4pPr lvl="3"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4pPr>
            <a:lvl5pPr lvl="4"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5pPr>
            <a:lvl6pPr lvl="5"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6pPr>
            <a:lvl7pPr lvl="6"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7pPr>
            <a:lvl8pPr lvl="7"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8pPr>
            <a:lvl9pPr lvl="8"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9pPr>
          </a:lstStyle>
          <a:p>
            <a:endParaRPr/>
          </a:p>
        </p:txBody>
      </p:sp>
      <p:sp>
        <p:nvSpPr>
          <p:cNvPr id="685" name="Google Shape;685;p69"/>
          <p:cNvSpPr txBox="1">
            <a:spLocks noGrp="1"/>
          </p:cNvSpPr>
          <p:nvPr>
            <p:ph type="body" idx="1"/>
          </p:nvPr>
        </p:nvSpPr>
        <p:spPr>
          <a:xfrm>
            <a:off x="6561933" y="971800"/>
            <a:ext cx="4242800" cy="4914400"/>
          </a:xfrm>
          <a:prstGeom prst="rect">
            <a:avLst/>
          </a:prstGeom>
          <a:noFill/>
          <a:ln>
            <a:noFill/>
          </a:ln>
        </p:spPr>
        <p:txBody>
          <a:bodyPr spcFirstLastPara="1" wrap="square" lIns="34275" tIns="34275" rIns="34275" bIns="34275" anchor="t" anchorCtr="0">
            <a:noAutofit/>
          </a:bodyPr>
          <a:lstStyle>
            <a:lvl1pPr marL="7938" lvl="0" indent="0" rtl="0">
              <a:lnSpc>
                <a:spcPct val="200000"/>
              </a:lnSpc>
              <a:spcBef>
                <a:spcPts val="0"/>
              </a:spcBef>
              <a:spcAft>
                <a:spcPts val="0"/>
              </a:spcAft>
              <a:buClrTx/>
              <a:buSzPct val="110000"/>
              <a:buFont typeface="Inter"/>
              <a:buNone/>
              <a:tabLst/>
              <a:defRPr sz="1733" b="1">
                <a:solidFill>
                  <a:schemeClr val="tx1"/>
                </a:solidFill>
                <a:latin typeface="Inter"/>
                <a:ea typeface="Inter"/>
                <a:cs typeface="Inter"/>
                <a:sym typeface="Inter"/>
              </a:defRPr>
            </a:lvl1pPr>
            <a:lvl2pPr marL="1219170" lvl="1"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2pPr>
            <a:lvl3pPr marL="1828754" lvl="2"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3pPr>
            <a:lvl4pPr marL="2438339" lvl="3" indent="-414856" rtl="0">
              <a:lnSpc>
                <a:spcPct val="200000"/>
              </a:lnSpc>
              <a:spcBef>
                <a:spcPts val="0"/>
              </a:spcBef>
              <a:spcAft>
                <a:spcPts val="0"/>
              </a:spcAft>
              <a:buClr>
                <a:schemeClr val="lt2"/>
              </a:buClr>
              <a:buSzPts val="1300"/>
              <a:buFont typeface="Inter"/>
              <a:buAutoNum type="arabicPeriod"/>
              <a:defRPr sz="1733">
                <a:solidFill>
                  <a:schemeClr val="lt2"/>
                </a:solidFill>
                <a:latin typeface="Inter"/>
                <a:ea typeface="Inter"/>
                <a:cs typeface="Inter"/>
                <a:sym typeface="Inter"/>
              </a:defRPr>
            </a:lvl4pPr>
            <a:lvl5pPr marL="3047924" lvl="4"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5pPr>
            <a:lvl6pPr marL="3657509" lvl="5"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6pPr>
            <a:lvl7pPr marL="4267093" lvl="6" indent="-414856" rtl="0">
              <a:lnSpc>
                <a:spcPct val="200000"/>
              </a:lnSpc>
              <a:spcBef>
                <a:spcPts val="0"/>
              </a:spcBef>
              <a:spcAft>
                <a:spcPts val="0"/>
              </a:spcAft>
              <a:buClr>
                <a:schemeClr val="lt2"/>
              </a:buClr>
              <a:buSzPts val="1300"/>
              <a:buFont typeface="Inter"/>
              <a:buAutoNum type="arabicPeriod"/>
              <a:defRPr sz="1733">
                <a:solidFill>
                  <a:schemeClr val="lt2"/>
                </a:solidFill>
                <a:latin typeface="Inter"/>
                <a:ea typeface="Inter"/>
                <a:cs typeface="Inter"/>
                <a:sym typeface="Inter"/>
              </a:defRPr>
            </a:lvl7pPr>
            <a:lvl8pPr marL="4876678" lvl="7"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8pPr>
            <a:lvl9pPr marL="5486263" lvl="8"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E4F25EA0-A0CE-1ED3-B543-4400122B7176}"/>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7C1097D-40AE-8ED9-8E7F-8B1C91C935D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994084879"/>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02_AgendaLight1" preserve="1">
  <p:cSld name="02_AgendaLight1">
    <p:spTree>
      <p:nvGrpSpPr>
        <p:cNvPr id="1" name="Shape 688"/>
        <p:cNvGrpSpPr/>
        <p:nvPr/>
      </p:nvGrpSpPr>
      <p:grpSpPr>
        <a:xfrm>
          <a:off x="0" y="0"/>
          <a:ext cx="0" cy="0"/>
          <a:chOff x="0" y="0"/>
          <a:chExt cx="0" cy="0"/>
        </a:xfrm>
      </p:grpSpPr>
      <p:sp>
        <p:nvSpPr>
          <p:cNvPr id="689" name="Google Shape;689;p70"/>
          <p:cNvSpPr/>
          <p:nvPr/>
        </p:nvSpPr>
        <p:spPr>
          <a:xfrm>
            <a:off x="3973033" y="0"/>
            <a:ext cx="82188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690" name="Google Shape;690;p70"/>
          <p:cNvSpPr txBox="1">
            <a:spLocks noGrp="1"/>
          </p:cNvSpPr>
          <p:nvPr>
            <p:ph type="title"/>
          </p:nvPr>
        </p:nvSpPr>
        <p:spPr>
          <a:xfrm>
            <a:off x="438867" y="457200"/>
            <a:ext cx="32248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691" name="Google Shape;691;p70"/>
          <p:cNvSpPr txBox="1">
            <a:spLocks noGrp="1"/>
          </p:cNvSpPr>
          <p:nvPr>
            <p:ph type="body" idx="1"/>
          </p:nvPr>
        </p:nvSpPr>
        <p:spPr>
          <a:xfrm>
            <a:off x="438867" y="1943100"/>
            <a:ext cx="3144800" cy="3846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692" name="Google Shape;692;p70"/>
          <p:cNvSpPr txBox="1">
            <a:spLocks noGrp="1"/>
          </p:cNvSpPr>
          <p:nvPr>
            <p:ph type="body" idx="2"/>
          </p:nvPr>
        </p:nvSpPr>
        <p:spPr>
          <a:xfrm>
            <a:off x="5812837" y="765512"/>
            <a:ext cx="4539200" cy="5121200"/>
          </a:xfrm>
          <a:prstGeom prst="rect">
            <a:avLst/>
          </a:prstGeom>
          <a:noFill/>
          <a:ln>
            <a:noFill/>
          </a:ln>
        </p:spPr>
        <p:txBody>
          <a:bodyPr spcFirstLastPara="1" wrap="square" lIns="34275" tIns="34275" rIns="34275" bIns="34275" anchor="t" anchorCtr="0">
            <a:noAutofit/>
          </a:bodyPr>
          <a:lstStyle>
            <a:lvl1pPr marL="7938" lvl="0" indent="0" rtl="0">
              <a:lnSpc>
                <a:spcPct val="200000"/>
              </a:lnSpc>
              <a:spcBef>
                <a:spcPts val="0"/>
              </a:spcBef>
              <a:spcAft>
                <a:spcPts val="0"/>
              </a:spcAft>
              <a:buClrTx/>
              <a:buSzPct val="110000"/>
              <a:buFont typeface="+mj-lt"/>
              <a:buNone/>
              <a:tabLst/>
              <a:defRPr sz="240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2pPr>
            <a:lvl3pPr marL="1828754" lvl="2"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3pPr>
            <a:lvl4pPr marL="2438339" lvl="3" indent="-457189" rtl="0">
              <a:lnSpc>
                <a:spcPct val="200000"/>
              </a:lnSpc>
              <a:spcBef>
                <a:spcPts val="0"/>
              </a:spcBef>
              <a:spcAft>
                <a:spcPts val="0"/>
              </a:spcAft>
              <a:buClr>
                <a:schemeClr val="lt2"/>
              </a:buClr>
              <a:buSzPts val="1800"/>
              <a:buFont typeface="Inter"/>
              <a:buAutoNum type="arabicPeriod"/>
              <a:defRPr sz="2400">
                <a:solidFill>
                  <a:schemeClr val="lt2"/>
                </a:solidFill>
                <a:latin typeface="Inter"/>
                <a:ea typeface="Inter"/>
                <a:cs typeface="Inter"/>
                <a:sym typeface="Inter"/>
              </a:defRPr>
            </a:lvl4pPr>
            <a:lvl5pPr marL="3047924" lvl="4"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5pPr>
            <a:lvl6pPr marL="3657509" lvl="5"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6pPr>
            <a:lvl7pPr marL="4267093" lvl="6" indent="-457189" rtl="0">
              <a:lnSpc>
                <a:spcPct val="200000"/>
              </a:lnSpc>
              <a:spcBef>
                <a:spcPts val="0"/>
              </a:spcBef>
              <a:spcAft>
                <a:spcPts val="0"/>
              </a:spcAft>
              <a:buClr>
                <a:schemeClr val="lt2"/>
              </a:buClr>
              <a:buSzPts val="1800"/>
              <a:buFont typeface="Inter"/>
              <a:buAutoNum type="arabicPeriod"/>
              <a:defRPr sz="2400">
                <a:solidFill>
                  <a:schemeClr val="lt2"/>
                </a:solidFill>
                <a:latin typeface="Inter"/>
                <a:ea typeface="Inter"/>
                <a:cs typeface="Inter"/>
                <a:sym typeface="Inter"/>
              </a:defRPr>
            </a:lvl7pPr>
            <a:lvl8pPr marL="4876678" lvl="7"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8pPr>
            <a:lvl9pPr marL="5486263" lvl="8"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424E1C3-8295-44A1-FBB4-01875675344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15F84E7F-2CAB-8762-9BC7-57BE8CF5131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04110389"/>
      </p:ext>
    </p:extLst>
  </p:cSld>
  <p:clrMapOvr>
    <a:masterClrMapping/>
  </p:clrMapOvr>
  <p:extLst>
    <p:ext uri="{DCECCB84-F9BA-43D5-87BE-67443E8EF086}">
      <p15:sldGuideLst xmlns:p15="http://schemas.microsoft.com/office/powerpoint/2012/main">
        <p15:guide id="1" pos="3360" userDrawn="1">
          <p15:clr>
            <a:schemeClr val="accent6"/>
          </p15:clr>
        </p15:guide>
        <p15:guide id="2" pos="4323" userDrawn="1">
          <p15:clr>
            <a:schemeClr val="accent6"/>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13_CustomerCaseStudy" preserve="1">
  <p:cSld name="13_CustomerCaseStudy">
    <p:spTree>
      <p:nvGrpSpPr>
        <p:cNvPr id="1" name="Shape 695"/>
        <p:cNvGrpSpPr/>
        <p:nvPr/>
      </p:nvGrpSpPr>
      <p:grpSpPr>
        <a:xfrm>
          <a:off x="0" y="0"/>
          <a:ext cx="0" cy="0"/>
          <a:chOff x="0" y="0"/>
          <a:chExt cx="0" cy="0"/>
        </a:xfrm>
      </p:grpSpPr>
      <p:sp>
        <p:nvSpPr>
          <p:cNvPr id="696" name="Google Shape;696;p71"/>
          <p:cNvSpPr/>
          <p:nvPr/>
        </p:nvSpPr>
        <p:spPr>
          <a:xfrm>
            <a:off x="3648300" y="2812100"/>
            <a:ext cx="4264800" cy="4046000"/>
          </a:xfrm>
          <a:prstGeom prst="rect">
            <a:avLst/>
          </a:prstGeom>
          <a:no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7" name="Google Shape;697;p71"/>
          <p:cNvSpPr/>
          <p:nvPr/>
        </p:nvSpPr>
        <p:spPr>
          <a:xfrm>
            <a:off x="7915300" y="2812100"/>
            <a:ext cx="4295200" cy="4046000"/>
          </a:xfrm>
          <a:prstGeom prst="rect">
            <a:avLst/>
          </a:prstGeom>
          <a:no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8" name="Google Shape;698;p71"/>
          <p:cNvSpPr/>
          <p:nvPr/>
        </p:nvSpPr>
        <p:spPr>
          <a:xfrm>
            <a:off x="7911636" y="5498188"/>
            <a:ext cx="4295200" cy="1360000"/>
          </a:xfrm>
          <a:prstGeom prst="rect">
            <a:avLst/>
          </a:prstGeom>
          <a:solidFill>
            <a:srgbClr val="F0F4F8"/>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99" name="Google Shape;699;p71"/>
          <p:cNvCxnSpPr/>
          <p:nvPr/>
        </p:nvCxnSpPr>
        <p:spPr>
          <a:xfrm>
            <a:off x="7911636" y="6105088"/>
            <a:ext cx="4295200" cy="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700" name="Google Shape;700;p71"/>
          <p:cNvCxnSpPr/>
          <p:nvPr/>
        </p:nvCxnSpPr>
        <p:spPr>
          <a:xfrm>
            <a:off x="10047668" y="6106737"/>
            <a:ext cx="0" cy="74840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701" name="Google Shape;701;p71"/>
          <p:cNvCxnSpPr/>
          <p:nvPr/>
        </p:nvCxnSpPr>
        <p:spPr>
          <a:xfrm>
            <a:off x="7911636" y="5498188"/>
            <a:ext cx="4295200" cy="0"/>
          </a:xfrm>
          <a:prstGeom prst="straightConnector1">
            <a:avLst/>
          </a:prstGeom>
          <a:noFill/>
          <a:ln w="9525" cap="flat" cmpd="sng">
            <a:solidFill>
              <a:schemeClr val="bg1">
                <a:lumMod val="75000"/>
              </a:schemeClr>
            </a:solidFill>
            <a:prstDash val="solid"/>
            <a:round/>
            <a:headEnd type="none" w="med" len="med"/>
            <a:tailEnd type="none" w="med" len="med"/>
          </a:ln>
        </p:spPr>
      </p:cxnSp>
      <p:sp>
        <p:nvSpPr>
          <p:cNvPr id="702" name="Google Shape;702;p71"/>
          <p:cNvSpPr/>
          <p:nvPr/>
        </p:nvSpPr>
        <p:spPr>
          <a:xfrm>
            <a:off x="3648300" y="67"/>
            <a:ext cx="4264800" cy="2812000"/>
          </a:xfrm>
          <a:prstGeom prst="rect">
            <a:avLst/>
          </a:prstGeom>
          <a:solidFill>
            <a:schemeClr val="tx1"/>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03" name="Google Shape;703;p71"/>
          <p:cNvSpPr/>
          <p:nvPr/>
        </p:nvSpPr>
        <p:spPr>
          <a:xfrm>
            <a:off x="7911633" y="67"/>
            <a:ext cx="4295200" cy="2812000"/>
          </a:xfrm>
          <a:prstGeom prst="rect">
            <a:avLst/>
          </a:prstGeom>
          <a:solidFill>
            <a:schemeClr val="accent1"/>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704" name="Google Shape;704;p71"/>
          <p:cNvSpPr txBox="1">
            <a:spLocks noGrp="1"/>
          </p:cNvSpPr>
          <p:nvPr>
            <p:ph type="title"/>
          </p:nvPr>
        </p:nvSpPr>
        <p:spPr>
          <a:xfrm>
            <a:off x="3914900" y="255526"/>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1300"/>
              <a:buFont typeface="Inter"/>
              <a:buNone/>
              <a:defRPr sz="18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705" name="Google Shape;705;p71"/>
          <p:cNvSpPr txBox="1">
            <a:spLocks noGrp="1"/>
          </p:cNvSpPr>
          <p:nvPr>
            <p:ph type="body" idx="1"/>
          </p:nvPr>
        </p:nvSpPr>
        <p:spPr>
          <a:xfrm>
            <a:off x="3914900" y="723837"/>
            <a:ext cx="3639200" cy="1808000"/>
          </a:xfrm>
          <a:prstGeom prst="rect">
            <a:avLst/>
          </a:prstGeom>
          <a:noFill/>
          <a:ln>
            <a:noFill/>
          </a:ln>
        </p:spPr>
        <p:txBody>
          <a:bodyPr spcFirstLastPara="1" wrap="square" lIns="34275" tIns="34275" rIns="34275" bIns="34275" anchor="t" anchorCtr="0">
            <a:noAutofit/>
          </a:bodyPr>
          <a:lstStyle>
            <a:lvl1pPr marL="7938" lvl="0" indent="-7938" rtl="0">
              <a:lnSpc>
                <a:spcPct val="115000"/>
              </a:lnSpc>
              <a:spcBef>
                <a:spcPts val="0"/>
              </a:spcBef>
              <a:spcAft>
                <a:spcPts val="0"/>
              </a:spcAft>
              <a:buClr>
                <a:schemeClr val="lt1"/>
              </a:buClr>
              <a:buSzPts val="1000"/>
              <a:buFont typeface="Inter Medium"/>
              <a:buNone/>
              <a:tabLst/>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Medium"/>
              </a:defRPr>
            </a:lvl1pPr>
            <a:lvl2pPr marL="1219170" lvl="1"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2pPr>
            <a:lvl3pPr marL="1828754" lvl="2"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3pPr>
            <a:lvl4pPr marL="2438339" lvl="3"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4pPr>
            <a:lvl5pPr marL="3047924" lvl="4"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5pPr>
            <a:lvl6pPr marL="3657509" lvl="5"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6pPr>
            <a:lvl7pPr marL="4267093" lvl="6"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7pPr>
            <a:lvl8pPr marL="4876678" lvl="7"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8pPr>
            <a:lvl9pPr marL="5486263" lvl="8"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9pPr>
          </a:lstStyle>
          <a:p>
            <a:endParaRPr/>
          </a:p>
        </p:txBody>
      </p:sp>
      <p:sp>
        <p:nvSpPr>
          <p:cNvPr id="706" name="Google Shape;706;p71"/>
          <p:cNvSpPr txBox="1">
            <a:spLocks noGrp="1"/>
          </p:cNvSpPr>
          <p:nvPr>
            <p:ph type="title" idx="2"/>
          </p:nvPr>
        </p:nvSpPr>
        <p:spPr>
          <a:xfrm>
            <a:off x="8202449" y="255526"/>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1300"/>
              <a:buFont typeface="Inter"/>
              <a:buNone/>
              <a:defRPr sz="18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707" name="Google Shape;707;p71"/>
          <p:cNvSpPr txBox="1">
            <a:spLocks noGrp="1"/>
          </p:cNvSpPr>
          <p:nvPr>
            <p:ph type="body" idx="3"/>
          </p:nvPr>
        </p:nvSpPr>
        <p:spPr>
          <a:xfrm>
            <a:off x="8202449" y="723837"/>
            <a:ext cx="3639200" cy="18080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lt1"/>
              </a:buClr>
              <a:buSzPts val="1000"/>
              <a:buFont typeface="Inter Medium"/>
              <a:buNone/>
              <a:tabLst/>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Medium"/>
              </a:defRPr>
            </a:lvl1pPr>
            <a:lvl2pPr marL="1219170" lvl="1"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2pPr>
            <a:lvl3pPr marL="1828754" lvl="2"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3pPr>
            <a:lvl4pPr marL="2438339" lvl="3"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4pPr>
            <a:lvl5pPr marL="3047924" lvl="4"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5pPr>
            <a:lvl6pPr marL="3657509" lvl="5"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6pPr>
            <a:lvl7pPr marL="4267093" lvl="6"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7pPr>
            <a:lvl8pPr marL="4876678" lvl="7"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8pPr>
            <a:lvl9pPr marL="5486263" lvl="8"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9pPr>
          </a:lstStyle>
          <a:p>
            <a:endParaRPr/>
          </a:p>
        </p:txBody>
      </p:sp>
      <p:sp>
        <p:nvSpPr>
          <p:cNvPr id="708" name="Google Shape;708;p71"/>
          <p:cNvSpPr txBox="1">
            <a:spLocks noGrp="1"/>
          </p:cNvSpPr>
          <p:nvPr>
            <p:ph type="body" idx="4"/>
          </p:nvPr>
        </p:nvSpPr>
        <p:spPr>
          <a:xfrm>
            <a:off x="3914900" y="3611263"/>
            <a:ext cx="3449600" cy="25628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dk1"/>
              </a:buClr>
              <a:buSzPts val="1100"/>
              <a:buFont typeface="Inter"/>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2pPr>
            <a:lvl3pPr marL="1828754" lvl="2"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3pPr>
            <a:lvl4pPr marL="2438339" lvl="3" indent="-397923" rtl="0">
              <a:lnSpc>
                <a:spcPct val="115000"/>
              </a:lnSpc>
              <a:spcBef>
                <a:spcPts val="0"/>
              </a:spcBef>
              <a:spcAft>
                <a:spcPts val="0"/>
              </a:spcAft>
              <a:buClr>
                <a:schemeClr val="dk1"/>
              </a:buClr>
              <a:buSzPts val="1100"/>
              <a:buFont typeface="Inter"/>
              <a:buAutoNum type="arabicPeriod"/>
              <a:defRPr sz="1467">
                <a:solidFill>
                  <a:schemeClr val="dk1"/>
                </a:solidFill>
                <a:latin typeface="Inter"/>
                <a:ea typeface="Inter"/>
                <a:cs typeface="Inter"/>
                <a:sym typeface="Inter"/>
              </a:defRPr>
            </a:lvl4pPr>
            <a:lvl5pPr marL="3047924" lvl="4"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5pPr>
            <a:lvl6pPr marL="3657509" lvl="5"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6pPr>
            <a:lvl7pPr marL="4267093" lvl="6" indent="-397923" rtl="0">
              <a:lnSpc>
                <a:spcPct val="115000"/>
              </a:lnSpc>
              <a:spcBef>
                <a:spcPts val="0"/>
              </a:spcBef>
              <a:spcAft>
                <a:spcPts val="0"/>
              </a:spcAft>
              <a:buClr>
                <a:schemeClr val="dk1"/>
              </a:buClr>
              <a:buSzPts val="1100"/>
              <a:buFont typeface="Inter"/>
              <a:buAutoNum type="arabicPeriod"/>
              <a:defRPr sz="1467">
                <a:solidFill>
                  <a:schemeClr val="dk1"/>
                </a:solidFill>
                <a:latin typeface="Inter"/>
                <a:ea typeface="Inter"/>
                <a:cs typeface="Inter"/>
                <a:sym typeface="Inter"/>
              </a:defRPr>
            </a:lvl7pPr>
            <a:lvl8pPr marL="4876678" lvl="7"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8pPr>
            <a:lvl9pPr marL="5486263" lvl="8"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9pPr>
          </a:lstStyle>
          <a:p>
            <a:endParaRPr/>
          </a:p>
        </p:txBody>
      </p:sp>
      <p:sp>
        <p:nvSpPr>
          <p:cNvPr id="709" name="Google Shape;709;p71"/>
          <p:cNvSpPr txBox="1">
            <a:spLocks noGrp="1"/>
          </p:cNvSpPr>
          <p:nvPr>
            <p:ph type="body" idx="5"/>
          </p:nvPr>
        </p:nvSpPr>
        <p:spPr>
          <a:xfrm>
            <a:off x="8202449" y="3563763"/>
            <a:ext cx="3639200" cy="15488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dk1"/>
              </a:buClr>
              <a:buSzPct val="120000"/>
              <a:buFont typeface="Arial" panose="020B0604020202020204" pitchFamily="34" charset="0"/>
              <a:buNone/>
              <a:tabLst/>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2pPr>
            <a:lvl3pPr marL="1828754" lvl="2"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3pPr>
            <a:lvl4pPr marL="2438339" lvl="3"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4pPr>
            <a:lvl5pPr marL="3047924" lvl="4"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5pPr>
            <a:lvl6pPr marL="3657509" lvl="5"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6pPr>
            <a:lvl7pPr marL="4267093" lvl="6"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7pPr>
            <a:lvl8pPr marL="4876678" lvl="7"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8pPr>
            <a:lvl9pPr marL="5486263" lvl="8"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9pPr>
          </a:lstStyle>
          <a:p>
            <a:endParaRPr/>
          </a:p>
        </p:txBody>
      </p:sp>
      <p:sp>
        <p:nvSpPr>
          <p:cNvPr id="710" name="Google Shape;710;p71"/>
          <p:cNvSpPr txBox="1">
            <a:spLocks noGrp="1"/>
          </p:cNvSpPr>
          <p:nvPr>
            <p:ph type="title" idx="6"/>
          </p:nvPr>
        </p:nvSpPr>
        <p:spPr>
          <a:xfrm>
            <a:off x="3914900" y="3086101"/>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711" name="Google Shape;711;p71"/>
          <p:cNvSpPr txBox="1">
            <a:spLocks noGrp="1"/>
          </p:cNvSpPr>
          <p:nvPr>
            <p:ph type="title" idx="7"/>
          </p:nvPr>
        </p:nvSpPr>
        <p:spPr>
          <a:xfrm>
            <a:off x="8202449" y="3086101"/>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712" name="Google Shape;712;p71"/>
          <p:cNvSpPr txBox="1">
            <a:spLocks noGrp="1"/>
          </p:cNvSpPr>
          <p:nvPr>
            <p:ph type="title" idx="8"/>
          </p:nvPr>
        </p:nvSpPr>
        <p:spPr>
          <a:xfrm>
            <a:off x="8119285" y="5638063"/>
            <a:ext cx="38568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3" name="Google Shape;713;p71"/>
          <p:cNvSpPr txBox="1">
            <a:spLocks noGrp="1"/>
          </p:cNvSpPr>
          <p:nvPr>
            <p:ph type="title" idx="9"/>
          </p:nvPr>
        </p:nvSpPr>
        <p:spPr>
          <a:xfrm>
            <a:off x="8100949" y="6317263"/>
            <a:ext cx="17872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4" name="Google Shape;714;p71"/>
          <p:cNvSpPr txBox="1">
            <a:spLocks noGrp="1"/>
          </p:cNvSpPr>
          <p:nvPr>
            <p:ph type="title" idx="13"/>
          </p:nvPr>
        </p:nvSpPr>
        <p:spPr>
          <a:xfrm>
            <a:off x="10207211" y="6317263"/>
            <a:ext cx="17872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5" name="Google Shape;715;p71"/>
          <p:cNvSpPr>
            <a:spLocks noGrp="1"/>
          </p:cNvSpPr>
          <p:nvPr>
            <p:ph type="pic" idx="14"/>
          </p:nvPr>
        </p:nvSpPr>
        <p:spPr>
          <a:xfrm>
            <a:off x="0" y="-9967"/>
            <a:ext cx="3639200" cy="6858000"/>
          </a:xfrm>
          <a:prstGeom prst="rect">
            <a:avLst/>
          </a:prstGeom>
          <a:noFill/>
          <a:ln>
            <a:noFill/>
          </a:ln>
        </p:spPr>
      </p:sp>
    </p:spTree>
    <p:extLst>
      <p:ext uri="{BB962C8B-B14F-4D97-AF65-F5344CB8AC3E}">
        <p14:creationId xmlns:p14="http://schemas.microsoft.com/office/powerpoint/2010/main" val="52747913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01_TitleSlide_Blue" preserve="1">
  <p:cSld name="01_TitleSlide_Blue">
    <p:bg>
      <p:bgPr>
        <a:solidFill>
          <a:schemeClr val="tx1"/>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subTitle" idx="1"/>
          </p:nvPr>
        </p:nvSpPr>
        <p:spPr>
          <a:xfrm>
            <a:off x="638500" y="1160233"/>
            <a:ext cx="4542400" cy="28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FFFFFF"/>
              </a:buClr>
              <a:buSzPts val="1300"/>
              <a:buFont typeface="JetBrains Mono"/>
              <a:buNone/>
              <a:defRPr sz="1733">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2pPr>
            <a:lvl3pPr lvl="2"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3pPr>
            <a:lvl4pPr lvl="3"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4pPr>
            <a:lvl5pPr lvl="4"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5pPr>
            <a:lvl6pPr lvl="5"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6pPr>
            <a:lvl7pPr lvl="6"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7pPr>
            <a:lvl8pPr lvl="7"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8pPr>
            <a:lvl9pPr lvl="8"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9pPr>
          </a:lstStyle>
          <a:p>
            <a:endParaRPr/>
          </a:p>
        </p:txBody>
      </p:sp>
      <p:sp>
        <p:nvSpPr>
          <p:cNvPr id="8" name="Google Shape;8;p2"/>
          <p:cNvSpPr txBox="1">
            <a:spLocks noGrp="1"/>
          </p:cNvSpPr>
          <p:nvPr>
            <p:ph type="title"/>
          </p:nvPr>
        </p:nvSpPr>
        <p:spPr>
          <a:xfrm>
            <a:off x="638500" y="1803333"/>
            <a:ext cx="7152000" cy="29720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5400"/>
              <a:buFont typeface="Inter"/>
              <a:buNone/>
              <a:defRPr sz="72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pic>
        <p:nvPicPr>
          <p:cNvPr id="3" name="Graphic 2">
            <a:extLst>
              <a:ext uri="{FF2B5EF4-FFF2-40B4-BE49-F238E27FC236}">
                <a16:creationId xmlns:a16="http://schemas.microsoft.com/office/drawing/2014/main" id="{558AA2F5-FD4F-95AE-6AC7-A881A1E355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8501" y="5697767"/>
            <a:ext cx="1841009" cy="549987"/>
          </a:xfrm>
          <a:prstGeom prst="rect">
            <a:avLst/>
          </a:prstGeom>
        </p:spPr>
      </p:pic>
    </p:spTree>
    <p:extLst>
      <p:ext uri="{BB962C8B-B14F-4D97-AF65-F5344CB8AC3E}">
        <p14:creationId xmlns:p14="http://schemas.microsoft.com/office/powerpoint/2010/main" val="131328129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01_TitleSlide_Black 1" preserve="1">
  <p:cSld name="01_TitleSlide_Black 1">
    <p:bg>
      <p:bgPr>
        <a:solidFill>
          <a:schemeClr val="dk1"/>
        </a:solidFill>
        <a:effectLst/>
      </p:bgPr>
    </p:bg>
    <p:spTree>
      <p:nvGrpSpPr>
        <p:cNvPr id="1" name="Shape 19"/>
        <p:cNvGrpSpPr/>
        <p:nvPr/>
      </p:nvGrpSpPr>
      <p:grpSpPr>
        <a:xfrm>
          <a:off x="0" y="0"/>
          <a:ext cx="0" cy="0"/>
          <a:chOff x="0" y="0"/>
          <a:chExt cx="0" cy="0"/>
        </a:xfrm>
      </p:grpSpPr>
      <p:sp>
        <p:nvSpPr>
          <p:cNvPr id="21" name="Google Shape;21;p5"/>
          <p:cNvSpPr txBox="1">
            <a:spLocks noGrp="1"/>
          </p:cNvSpPr>
          <p:nvPr>
            <p:ph type="subTitle" idx="1"/>
          </p:nvPr>
        </p:nvSpPr>
        <p:spPr>
          <a:xfrm>
            <a:off x="638500" y="845600"/>
            <a:ext cx="4568800" cy="32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2pPr>
            <a:lvl3pPr lvl="2"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3pPr>
            <a:lvl4pPr lvl="3"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4pPr>
            <a:lvl5pPr lvl="4"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5pPr>
            <a:lvl6pPr lvl="5"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6pPr>
            <a:lvl7pPr lvl="6"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7pPr>
            <a:lvl8pPr lvl="7"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8pPr>
            <a:lvl9pPr lvl="8"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9pPr>
          </a:lstStyle>
          <a:p>
            <a:endParaRPr/>
          </a:p>
        </p:txBody>
      </p:sp>
      <p:sp>
        <p:nvSpPr>
          <p:cNvPr id="22" name="Google Shape;22;p5"/>
          <p:cNvSpPr txBox="1">
            <a:spLocks noGrp="1"/>
          </p:cNvSpPr>
          <p:nvPr>
            <p:ph type="title"/>
          </p:nvPr>
        </p:nvSpPr>
        <p:spPr>
          <a:xfrm>
            <a:off x="638500" y="1312133"/>
            <a:ext cx="10801600" cy="203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5000"/>
              <a:buFont typeface="Inter"/>
              <a:buNone/>
              <a:defRPr sz="6667"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2pPr>
            <a:lvl3pPr lvl="2"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3pPr>
            <a:lvl4pPr lvl="3"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4pPr>
            <a:lvl5pPr lvl="4"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5pPr>
            <a:lvl6pPr lvl="5"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6pPr>
            <a:lvl7pPr lvl="6"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7pPr>
            <a:lvl8pPr lvl="7"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8pPr>
            <a:lvl9pPr lvl="8"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9pPr>
          </a:lstStyle>
          <a:p>
            <a:endParaRPr/>
          </a:p>
        </p:txBody>
      </p:sp>
      <p:pic>
        <p:nvPicPr>
          <p:cNvPr id="2" name="Graphic 1">
            <a:extLst>
              <a:ext uri="{FF2B5EF4-FFF2-40B4-BE49-F238E27FC236}">
                <a16:creationId xmlns:a16="http://schemas.microsoft.com/office/drawing/2014/main" id="{636CD7C8-327E-5F0A-F7F0-227A7769A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8501" y="4160016"/>
            <a:ext cx="1841009" cy="549987"/>
          </a:xfrm>
          <a:prstGeom prst="rect">
            <a:avLst/>
          </a:prstGeom>
        </p:spPr>
      </p:pic>
      <p:pic>
        <p:nvPicPr>
          <p:cNvPr id="6" name="Picture 5" descr="A black grid with blue and pink squares&#10;&#10;AI-generated content may be incorrect.">
            <a:extLst>
              <a:ext uri="{FF2B5EF4-FFF2-40B4-BE49-F238E27FC236}">
                <a16:creationId xmlns:a16="http://schemas.microsoft.com/office/drawing/2014/main" id="{2E0592F6-6538-A264-2200-99E1F1B59053}"/>
              </a:ext>
            </a:extLst>
          </p:cNvPr>
          <p:cNvPicPr>
            <a:picLocks noChangeAspect="1"/>
          </p:cNvPicPr>
          <p:nvPr userDrawn="1"/>
        </p:nvPicPr>
        <p:blipFill>
          <a:blip r:embed="rId3"/>
          <a:srcRect l="4117" r="5354" b="84382"/>
          <a:stretch>
            <a:fillRect/>
          </a:stretch>
        </p:blipFill>
        <p:spPr>
          <a:xfrm>
            <a:off x="1" y="5116182"/>
            <a:ext cx="12192000" cy="1792436"/>
          </a:xfrm>
          <a:prstGeom prst="rect">
            <a:avLst/>
          </a:prstGeom>
        </p:spPr>
      </p:pic>
    </p:spTree>
    <p:extLst>
      <p:ext uri="{BB962C8B-B14F-4D97-AF65-F5344CB8AC3E}">
        <p14:creationId xmlns:p14="http://schemas.microsoft.com/office/powerpoint/2010/main" val="42781521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01_TitleSlide_Blue2" preserve="1">
  <p:cSld name="01_TitleSlide_Blue2">
    <p:bg>
      <p:bgPr>
        <a:solidFill>
          <a:schemeClr val="tx1"/>
        </a:solidFill>
        <a:effectLst/>
      </p:bgPr>
    </p:bg>
    <p:spTree>
      <p:nvGrpSpPr>
        <p:cNvPr id="1" name="Shape 24"/>
        <p:cNvGrpSpPr/>
        <p:nvPr/>
      </p:nvGrpSpPr>
      <p:grpSpPr>
        <a:xfrm>
          <a:off x="0" y="0"/>
          <a:ext cx="0" cy="0"/>
          <a:chOff x="0" y="0"/>
          <a:chExt cx="0" cy="0"/>
        </a:xfrm>
      </p:grpSpPr>
      <p:sp>
        <p:nvSpPr>
          <p:cNvPr id="26" name="Google Shape;26;p6"/>
          <p:cNvSpPr txBox="1">
            <a:spLocks noGrp="1"/>
          </p:cNvSpPr>
          <p:nvPr>
            <p:ph type="title"/>
          </p:nvPr>
        </p:nvSpPr>
        <p:spPr>
          <a:xfrm>
            <a:off x="602237" y="1638367"/>
            <a:ext cx="7152000" cy="22532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4500"/>
              <a:buFont typeface="Inter"/>
              <a:buNone/>
              <a:defRPr sz="6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27" name="Google Shape;27;p6"/>
          <p:cNvSpPr txBox="1">
            <a:spLocks noGrp="1"/>
          </p:cNvSpPr>
          <p:nvPr>
            <p:ph type="body" idx="1"/>
          </p:nvPr>
        </p:nvSpPr>
        <p:spPr>
          <a:xfrm>
            <a:off x="558636" y="3891704"/>
            <a:ext cx="7142800" cy="16364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lt1"/>
              </a:buClr>
              <a:buSzPct val="110000"/>
              <a:buFont typeface="Arial" panose="020B0604020202020204" pitchFamily="34" charset="0"/>
              <a:buNone/>
              <a:defRPr sz="2400">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2pPr>
            <a:lvl3pPr marL="1828754" lvl="2"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3pPr>
            <a:lvl4pPr marL="2438339" lvl="3"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4pPr>
            <a:lvl5pPr marL="3047924" lvl="4"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5pPr>
            <a:lvl6pPr marL="3657509" lvl="5"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6pPr>
            <a:lvl7pPr marL="4267093" lvl="6"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7pPr>
            <a:lvl8pPr marL="4876678" lvl="7"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8pPr>
            <a:lvl9pPr marL="5486263" lvl="8"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9pPr>
          </a:lstStyle>
          <a:p>
            <a:endParaRPr/>
          </a:p>
        </p:txBody>
      </p:sp>
      <p:pic>
        <p:nvPicPr>
          <p:cNvPr id="2" name="Graphic 1">
            <a:extLst>
              <a:ext uri="{FF2B5EF4-FFF2-40B4-BE49-F238E27FC236}">
                <a16:creationId xmlns:a16="http://schemas.microsoft.com/office/drawing/2014/main" id="{2C28AC13-3577-7555-582A-47728E9E2E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2238" y="670092"/>
            <a:ext cx="1891956" cy="565207"/>
          </a:xfrm>
          <a:prstGeom prst="rect">
            <a:avLst/>
          </a:prstGeom>
        </p:spPr>
      </p:pic>
      <p:pic>
        <p:nvPicPr>
          <p:cNvPr id="3" name="Picture 2" descr="A black grid with blue and pink squares&#10;&#10;AI-generated content may be incorrect.">
            <a:extLst>
              <a:ext uri="{FF2B5EF4-FFF2-40B4-BE49-F238E27FC236}">
                <a16:creationId xmlns:a16="http://schemas.microsoft.com/office/drawing/2014/main" id="{34DCD09B-3ED7-480A-7CD2-7322E635C89C}"/>
              </a:ext>
            </a:extLst>
          </p:cNvPr>
          <p:cNvPicPr>
            <a:picLocks noChangeAspect="1"/>
          </p:cNvPicPr>
          <p:nvPr userDrawn="1"/>
        </p:nvPicPr>
        <p:blipFill>
          <a:blip r:embed="rId3"/>
          <a:srcRect l="4054" t="22275" r="5418" b="62107"/>
          <a:stretch>
            <a:fillRect/>
          </a:stretch>
        </p:blipFill>
        <p:spPr>
          <a:xfrm>
            <a:off x="1" y="5116182"/>
            <a:ext cx="12192000" cy="1792436"/>
          </a:xfrm>
          <a:prstGeom prst="rect">
            <a:avLst/>
          </a:prstGeom>
        </p:spPr>
      </p:pic>
    </p:spTree>
    <p:extLst>
      <p:ext uri="{BB962C8B-B14F-4D97-AF65-F5344CB8AC3E}">
        <p14:creationId xmlns:p14="http://schemas.microsoft.com/office/powerpoint/2010/main" val="306747427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01_TitleSlide_Black2" preserve="1" userDrawn="1">
  <p:cSld name="01_TitleSlide_Black2">
    <p:bg>
      <p:bgPr>
        <a:solidFill>
          <a:schemeClr val="dk1"/>
        </a:solidFill>
        <a:effectLst/>
      </p:bgPr>
    </p:bg>
    <p:spTree>
      <p:nvGrpSpPr>
        <p:cNvPr id="1" name="Shape 29"/>
        <p:cNvGrpSpPr/>
        <p:nvPr/>
      </p:nvGrpSpPr>
      <p:grpSpPr>
        <a:xfrm>
          <a:off x="0" y="0"/>
          <a:ext cx="0" cy="0"/>
          <a:chOff x="0" y="0"/>
          <a:chExt cx="0" cy="0"/>
        </a:xfrm>
      </p:grpSpPr>
      <p:sp>
        <p:nvSpPr>
          <p:cNvPr id="31" name="Google Shape;31;p7"/>
          <p:cNvSpPr txBox="1">
            <a:spLocks noGrp="1"/>
          </p:cNvSpPr>
          <p:nvPr>
            <p:ph type="title"/>
          </p:nvPr>
        </p:nvSpPr>
        <p:spPr>
          <a:xfrm>
            <a:off x="602237" y="1638367"/>
            <a:ext cx="7152000" cy="22532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4500"/>
              <a:buFont typeface="Inter"/>
              <a:buNone/>
              <a:defRPr sz="6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2" name="Google Shape;27;p6">
            <a:extLst>
              <a:ext uri="{FF2B5EF4-FFF2-40B4-BE49-F238E27FC236}">
                <a16:creationId xmlns:a16="http://schemas.microsoft.com/office/drawing/2014/main" id="{9234CE04-3F00-9581-BBED-882ADF136F4D}"/>
              </a:ext>
            </a:extLst>
          </p:cNvPr>
          <p:cNvSpPr txBox="1">
            <a:spLocks noGrp="1"/>
          </p:cNvSpPr>
          <p:nvPr>
            <p:ph type="body" idx="1"/>
          </p:nvPr>
        </p:nvSpPr>
        <p:spPr>
          <a:xfrm>
            <a:off x="558636" y="3891704"/>
            <a:ext cx="7142800" cy="16364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lt1"/>
              </a:buClr>
              <a:buSzPct val="110000"/>
              <a:buFont typeface="Arial" panose="020B0604020202020204" pitchFamily="34" charset="0"/>
              <a:buNone/>
              <a:defRPr sz="2400">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2pPr>
            <a:lvl3pPr marL="1828754" lvl="2"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3pPr>
            <a:lvl4pPr marL="2438339" lvl="3"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4pPr>
            <a:lvl5pPr marL="3047924" lvl="4"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5pPr>
            <a:lvl6pPr marL="3657509" lvl="5"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6pPr>
            <a:lvl7pPr marL="4267093" lvl="6"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7pPr>
            <a:lvl8pPr marL="4876678" lvl="7"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8pPr>
            <a:lvl9pPr marL="5486263" lvl="8"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9pPr>
          </a:lstStyle>
          <a:p>
            <a:endParaRPr/>
          </a:p>
        </p:txBody>
      </p:sp>
      <p:pic>
        <p:nvPicPr>
          <p:cNvPr id="4" name="Picture 3" descr="A black grid with blue and pink squares&#10;&#10;AI-generated content may be incorrect.">
            <a:extLst>
              <a:ext uri="{FF2B5EF4-FFF2-40B4-BE49-F238E27FC236}">
                <a16:creationId xmlns:a16="http://schemas.microsoft.com/office/drawing/2014/main" id="{148E2C95-8F92-25CF-FC6D-2520B3C576D9}"/>
              </a:ext>
            </a:extLst>
          </p:cNvPr>
          <p:cNvPicPr>
            <a:picLocks noChangeAspect="1"/>
          </p:cNvPicPr>
          <p:nvPr userDrawn="1"/>
        </p:nvPicPr>
        <p:blipFill>
          <a:blip r:embed="rId2"/>
          <a:srcRect l="4117" r="5354" b="84382"/>
          <a:stretch>
            <a:fillRect/>
          </a:stretch>
        </p:blipFill>
        <p:spPr>
          <a:xfrm>
            <a:off x="1" y="5116182"/>
            <a:ext cx="12192000" cy="1792436"/>
          </a:xfrm>
          <a:prstGeom prst="rect">
            <a:avLst/>
          </a:prstGeom>
        </p:spPr>
      </p:pic>
      <p:pic>
        <p:nvPicPr>
          <p:cNvPr id="5" name="Graphic 4">
            <a:extLst>
              <a:ext uri="{FF2B5EF4-FFF2-40B4-BE49-F238E27FC236}">
                <a16:creationId xmlns:a16="http://schemas.microsoft.com/office/drawing/2014/main" id="{9E235D16-DA19-F83B-7FDF-DD7F21151A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2238" y="670092"/>
            <a:ext cx="1891956" cy="565207"/>
          </a:xfrm>
          <a:prstGeom prst="rect">
            <a:avLst/>
          </a:prstGeom>
        </p:spPr>
      </p:pic>
    </p:spTree>
    <p:extLst>
      <p:ext uri="{BB962C8B-B14F-4D97-AF65-F5344CB8AC3E}">
        <p14:creationId xmlns:p14="http://schemas.microsoft.com/office/powerpoint/2010/main" val="5455640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05_SpeakerSlide_Blue" preserve="1">
  <p:cSld name="05_SpeakerSlide_Blue">
    <p:bg>
      <p:bgPr>
        <a:solidFill>
          <a:schemeClr val="tx1"/>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38867" y="963500"/>
            <a:ext cx="5770400" cy="19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36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36" name="Google Shape;36;p8"/>
          <p:cNvSpPr txBox="1">
            <a:spLocks noGrp="1"/>
          </p:cNvSpPr>
          <p:nvPr>
            <p:ph type="subTitle" idx="1"/>
          </p:nvPr>
        </p:nvSpPr>
        <p:spPr>
          <a:xfrm>
            <a:off x="438871" y="457200"/>
            <a:ext cx="5152400" cy="4668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a:spcBef>
                <a:spcPts val="0"/>
              </a:spcBef>
              <a:spcAft>
                <a:spcPts val="0"/>
              </a:spcAft>
              <a:buClr>
                <a:srgbClr val="0099FF"/>
              </a:buClr>
              <a:buSzPts val="1300"/>
              <a:buNone/>
              <a:defRPr sz="1733">
                <a:solidFill>
                  <a:srgbClr val="0099FF"/>
                </a:solidFill>
              </a:defRPr>
            </a:lvl2pPr>
            <a:lvl3pPr lvl="2">
              <a:spcBef>
                <a:spcPts val="0"/>
              </a:spcBef>
              <a:spcAft>
                <a:spcPts val="0"/>
              </a:spcAft>
              <a:buClr>
                <a:srgbClr val="0099FF"/>
              </a:buClr>
              <a:buSzPts val="1300"/>
              <a:buNone/>
              <a:defRPr sz="1733">
                <a:solidFill>
                  <a:srgbClr val="0099FF"/>
                </a:solidFill>
              </a:defRPr>
            </a:lvl3pPr>
            <a:lvl4pPr lvl="3">
              <a:spcBef>
                <a:spcPts val="0"/>
              </a:spcBef>
              <a:spcAft>
                <a:spcPts val="0"/>
              </a:spcAft>
              <a:buClr>
                <a:srgbClr val="0099FF"/>
              </a:buClr>
              <a:buSzPts val="1300"/>
              <a:buNone/>
              <a:defRPr sz="1733">
                <a:solidFill>
                  <a:srgbClr val="0099FF"/>
                </a:solidFill>
              </a:defRPr>
            </a:lvl4pPr>
            <a:lvl5pPr lvl="4">
              <a:spcBef>
                <a:spcPts val="0"/>
              </a:spcBef>
              <a:spcAft>
                <a:spcPts val="0"/>
              </a:spcAft>
              <a:buClr>
                <a:srgbClr val="0099FF"/>
              </a:buClr>
              <a:buSzPts val="1300"/>
              <a:buNone/>
              <a:defRPr sz="1733">
                <a:solidFill>
                  <a:srgbClr val="0099FF"/>
                </a:solidFill>
              </a:defRPr>
            </a:lvl5pPr>
            <a:lvl6pPr lvl="5">
              <a:spcBef>
                <a:spcPts val="0"/>
              </a:spcBef>
              <a:spcAft>
                <a:spcPts val="0"/>
              </a:spcAft>
              <a:buClr>
                <a:srgbClr val="0099FF"/>
              </a:buClr>
              <a:buSzPts val="1300"/>
              <a:buNone/>
              <a:defRPr sz="1733">
                <a:solidFill>
                  <a:srgbClr val="0099FF"/>
                </a:solidFill>
              </a:defRPr>
            </a:lvl6pPr>
            <a:lvl7pPr lvl="6">
              <a:spcBef>
                <a:spcPts val="0"/>
              </a:spcBef>
              <a:spcAft>
                <a:spcPts val="0"/>
              </a:spcAft>
              <a:buClr>
                <a:srgbClr val="0099FF"/>
              </a:buClr>
              <a:buSzPts val="1300"/>
              <a:buNone/>
              <a:defRPr sz="1733">
                <a:solidFill>
                  <a:srgbClr val="0099FF"/>
                </a:solidFill>
              </a:defRPr>
            </a:lvl7pPr>
            <a:lvl8pPr lvl="7">
              <a:spcBef>
                <a:spcPts val="0"/>
              </a:spcBef>
              <a:spcAft>
                <a:spcPts val="0"/>
              </a:spcAft>
              <a:buClr>
                <a:srgbClr val="0099FF"/>
              </a:buClr>
              <a:buSzPts val="1300"/>
              <a:buNone/>
              <a:defRPr sz="1733">
                <a:solidFill>
                  <a:srgbClr val="0099FF"/>
                </a:solidFill>
              </a:defRPr>
            </a:lvl8pPr>
            <a:lvl9pPr lvl="8">
              <a:spcBef>
                <a:spcPts val="0"/>
              </a:spcBef>
              <a:spcAft>
                <a:spcPts val="0"/>
              </a:spcAft>
              <a:buClr>
                <a:srgbClr val="0099FF"/>
              </a:buClr>
              <a:buSzPts val="1300"/>
              <a:buNone/>
              <a:defRPr sz="1733">
                <a:solidFill>
                  <a:srgbClr val="0099FF"/>
                </a:solidFill>
              </a:defRPr>
            </a:lvl9pPr>
          </a:lstStyle>
          <a:p>
            <a:endParaRPr/>
          </a:p>
        </p:txBody>
      </p:sp>
      <p:sp>
        <p:nvSpPr>
          <p:cNvPr id="38" name="Google Shape;38;p8"/>
          <p:cNvSpPr txBox="1">
            <a:spLocks noGrp="1"/>
          </p:cNvSpPr>
          <p:nvPr>
            <p:ph type="subTitle" idx="2"/>
          </p:nvPr>
        </p:nvSpPr>
        <p:spPr>
          <a:xfrm>
            <a:off x="8094433" y="2431933"/>
            <a:ext cx="2656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39" name="Google Shape;39;p8"/>
          <p:cNvSpPr txBox="1">
            <a:spLocks noGrp="1"/>
          </p:cNvSpPr>
          <p:nvPr>
            <p:ph type="subTitle" idx="3"/>
          </p:nvPr>
        </p:nvSpPr>
        <p:spPr>
          <a:xfrm>
            <a:off x="8094445" y="27971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40" name="Google Shape;40;p8"/>
          <p:cNvSpPr>
            <a:spLocks noGrp="1"/>
          </p:cNvSpPr>
          <p:nvPr>
            <p:ph type="pic" idx="4"/>
          </p:nvPr>
        </p:nvSpPr>
        <p:spPr>
          <a:xfrm>
            <a:off x="8094437" y="963487"/>
            <a:ext cx="1168000" cy="1168000"/>
          </a:xfrm>
          <a:prstGeom prst="roundRect">
            <a:avLst>
              <a:gd name="adj" fmla="val 6361"/>
            </a:avLst>
          </a:prstGeom>
          <a:noFill/>
          <a:ln>
            <a:noFill/>
          </a:ln>
        </p:spPr>
        <p:txBody>
          <a:bodyPr/>
          <a:lstStyle/>
          <a:p>
            <a:endParaRPr lang="en-US"/>
          </a:p>
        </p:txBody>
      </p:sp>
      <p:sp>
        <p:nvSpPr>
          <p:cNvPr id="41" name="Google Shape;41;p8"/>
          <p:cNvSpPr txBox="1">
            <a:spLocks noGrp="1"/>
          </p:cNvSpPr>
          <p:nvPr>
            <p:ph type="subTitle" idx="5"/>
          </p:nvPr>
        </p:nvSpPr>
        <p:spPr>
          <a:xfrm>
            <a:off x="8094433" y="5227033"/>
            <a:ext cx="2706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42" name="Google Shape;42;p8"/>
          <p:cNvSpPr txBox="1">
            <a:spLocks noGrp="1"/>
          </p:cNvSpPr>
          <p:nvPr>
            <p:ph type="subTitle" idx="6"/>
          </p:nvPr>
        </p:nvSpPr>
        <p:spPr>
          <a:xfrm>
            <a:off x="8094445" y="55922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43" name="Google Shape;43;p8"/>
          <p:cNvSpPr>
            <a:spLocks noGrp="1"/>
          </p:cNvSpPr>
          <p:nvPr>
            <p:ph type="pic" idx="7"/>
          </p:nvPr>
        </p:nvSpPr>
        <p:spPr>
          <a:xfrm>
            <a:off x="8094437" y="3758587"/>
            <a:ext cx="1168000" cy="1168000"/>
          </a:xfrm>
          <a:prstGeom prst="roundRect">
            <a:avLst>
              <a:gd name="adj" fmla="val 6361"/>
            </a:avLst>
          </a:prstGeom>
          <a:noFill/>
          <a:ln>
            <a:noFill/>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5" name="Footer Placeholder 3">
            <a:extLst>
              <a:ext uri="{FF2B5EF4-FFF2-40B4-BE49-F238E27FC236}">
                <a16:creationId xmlns:a16="http://schemas.microsoft.com/office/drawing/2014/main" id="{05B95795-7C29-F017-9AC2-8F4E8BBD2879}"/>
              </a:ext>
            </a:extLst>
          </p:cNvPr>
          <p:cNvSpPr txBox="1">
            <a:spLocks/>
          </p:cNvSpPr>
          <p:nvPr userDrawn="1"/>
        </p:nvSpPr>
        <p:spPr>
          <a:xfrm>
            <a:off x="9591164" y="6405790"/>
            <a:ext cx="2338433" cy="17280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186FABB7-CE29-173E-772F-E7CDAEB51B2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26258292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Custom Layout 1" preserve="1">
  <p:cSld name="Custom Layout 1">
    <p:bg>
      <p:bgPr>
        <a:solidFill>
          <a:schemeClr val="tx1"/>
        </a:solidFill>
        <a:effectLst/>
      </p:bgPr>
    </p:bg>
    <p:spTree>
      <p:nvGrpSpPr>
        <p:cNvPr id="1" name="Shape 45"/>
        <p:cNvGrpSpPr/>
        <p:nvPr/>
      </p:nvGrpSpPr>
      <p:grpSpPr>
        <a:xfrm>
          <a:off x="0" y="0"/>
          <a:ext cx="0" cy="0"/>
          <a:chOff x="0" y="0"/>
          <a:chExt cx="0" cy="0"/>
        </a:xfrm>
      </p:grpSpPr>
      <p:sp>
        <p:nvSpPr>
          <p:cNvPr id="46" name="Google Shape;46;p9"/>
          <p:cNvSpPr>
            <a:spLocks noGrp="1"/>
          </p:cNvSpPr>
          <p:nvPr>
            <p:ph type="pic" idx="2"/>
          </p:nvPr>
        </p:nvSpPr>
        <p:spPr>
          <a:xfrm>
            <a:off x="77301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47" name="Google Shape;47;p9"/>
          <p:cNvSpPr>
            <a:spLocks noGrp="1"/>
          </p:cNvSpPr>
          <p:nvPr>
            <p:ph type="pic" idx="3"/>
          </p:nvPr>
        </p:nvSpPr>
        <p:spPr>
          <a:xfrm>
            <a:off x="41189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48" name="Google Shape;48;p9"/>
          <p:cNvSpPr txBox="1">
            <a:spLocks noGrp="1"/>
          </p:cNvSpPr>
          <p:nvPr>
            <p:ph type="title"/>
          </p:nvPr>
        </p:nvSpPr>
        <p:spPr>
          <a:xfrm>
            <a:off x="438871" y="963512"/>
            <a:ext cx="7152000" cy="19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36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2pPr>
            <a:lvl3pPr lvl="2"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3pPr>
            <a:lvl4pPr lvl="3"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4pPr>
            <a:lvl5pPr lvl="4"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5pPr>
            <a:lvl6pPr lvl="5"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6pPr>
            <a:lvl7pPr lvl="6"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7pPr>
            <a:lvl8pPr lvl="7"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8pPr>
            <a:lvl9pPr lvl="8"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9pPr>
          </a:lstStyle>
          <a:p>
            <a:endParaRPr/>
          </a:p>
        </p:txBody>
      </p:sp>
      <p:sp>
        <p:nvSpPr>
          <p:cNvPr id="49" name="Google Shape;49;p9"/>
          <p:cNvSpPr txBox="1">
            <a:spLocks noGrp="1"/>
          </p:cNvSpPr>
          <p:nvPr>
            <p:ph type="subTitle" idx="1"/>
          </p:nvPr>
        </p:nvSpPr>
        <p:spPr>
          <a:xfrm>
            <a:off x="438871" y="457200"/>
            <a:ext cx="5152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300"/>
              <a:buFont typeface="JetBrains Mono"/>
              <a:buNone/>
              <a:defRPr sz="1733"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None/>
              <a:defRPr sz="1733" b="1">
                <a:solidFill>
                  <a:srgbClr val="0099FF"/>
                </a:solidFill>
              </a:defRPr>
            </a:lvl2pPr>
            <a:lvl3pPr lvl="2" rtl="0">
              <a:spcBef>
                <a:spcPts val="0"/>
              </a:spcBef>
              <a:spcAft>
                <a:spcPts val="0"/>
              </a:spcAft>
              <a:buClr>
                <a:srgbClr val="0099FF"/>
              </a:buClr>
              <a:buSzPts val="1300"/>
              <a:buNone/>
              <a:defRPr sz="1733" b="1">
                <a:solidFill>
                  <a:srgbClr val="0099FF"/>
                </a:solidFill>
              </a:defRPr>
            </a:lvl3pPr>
            <a:lvl4pPr lvl="3" rtl="0">
              <a:spcBef>
                <a:spcPts val="0"/>
              </a:spcBef>
              <a:spcAft>
                <a:spcPts val="0"/>
              </a:spcAft>
              <a:buClr>
                <a:srgbClr val="0099FF"/>
              </a:buClr>
              <a:buSzPts val="1300"/>
              <a:buNone/>
              <a:defRPr sz="1733" b="1">
                <a:solidFill>
                  <a:srgbClr val="0099FF"/>
                </a:solidFill>
              </a:defRPr>
            </a:lvl4pPr>
            <a:lvl5pPr lvl="4" rtl="0">
              <a:spcBef>
                <a:spcPts val="0"/>
              </a:spcBef>
              <a:spcAft>
                <a:spcPts val="0"/>
              </a:spcAft>
              <a:buClr>
                <a:srgbClr val="0099FF"/>
              </a:buClr>
              <a:buSzPts val="1300"/>
              <a:buNone/>
              <a:defRPr sz="1733" b="1">
                <a:solidFill>
                  <a:srgbClr val="0099FF"/>
                </a:solidFill>
              </a:defRPr>
            </a:lvl5pPr>
            <a:lvl6pPr lvl="5" rtl="0">
              <a:spcBef>
                <a:spcPts val="0"/>
              </a:spcBef>
              <a:spcAft>
                <a:spcPts val="0"/>
              </a:spcAft>
              <a:buClr>
                <a:srgbClr val="0099FF"/>
              </a:buClr>
              <a:buSzPts val="1300"/>
              <a:buNone/>
              <a:defRPr sz="1733" b="1">
                <a:solidFill>
                  <a:srgbClr val="0099FF"/>
                </a:solidFill>
              </a:defRPr>
            </a:lvl6pPr>
            <a:lvl7pPr lvl="6" rtl="0">
              <a:spcBef>
                <a:spcPts val="0"/>
              </a:spcBef>
              <a:spcAft>
                <a:spcPts val="0"/>
              </a:spcAft>
              <a:buClr>
                <a:srgbClr val="0099FF"/>
              </a:buClr>
              <a:buSzPts val="1300"/>
              <a:buNone/>
              <a:defRPr sz="1733" b="1">
                <a:solidFill>
                  <a:srgbClr val="0099FF"/>
                </a:solidFill>
              </a:defRPr>
            </a:lvl7pPr>
            <a:lvl8pPr lvl="7" rtl="0">
              <a:spcBef>
                <a:spcPts val="0"/>
              </a:spcBef>
              <a:spcAft>
                <a:spcPts val="0"/>
              </a:spcAft>
              <a:buClr>
                <a:srgbClr val="0099FF"/>
              </a:buClr>
              <a:buSzPts val="1300"/>
              <a:buNone/>
              <a:defRPr sz="1733" b="1">
                <a:solidFill>
                  <a:srgbClr val="0099FF"/>
                </a:solidFill>
              </a:defRPr>
            </a:lvl8pPr>
            <a:lvl9pPr lvl="8" rtl="0">
              <a:spcBef>
                <a:spcPts val="0"/>
              </a:spcBef>
              <a:spcAft>
                <a:spcPts val="0"/>
              </a:spcAft>
              <a:buClr>
                <a:srgbClr val="0099FF"/>
              </a:buClr>
              <a:buSzPts val="1300"/>
              <a:buNone/>
              <a:defRPr sz="1733" b="1">
                <a:solidFill>
                  <a:srgbClr val="0099FF"/>
                </a:solidFill>
              </a:defRPr>
            </a:lvl9pPr>
          </a:lstStyle>
          <a:p>
            <a:endParaRPr/>
          </a:p>
        </p:txBody>
      </p:sp>
      <p:sp>
        <p:nvSpPr>
          <p:cNvPr id="50" name="Google Shape;50;p9"/>
          <p:cNvSpPr txBox="1">
            <a:spLocks noGrp="1"/>
          </p:cNvSpPr>
          <p:nvPr>
            <p:ph type="subTitle" idx="4"/>
          </p:nvPr>
        </p:nvSpPr>
        <p:spPr>
          <a:xfrm>
            <a:off x="5077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1" name="Google Shape;51;p9"/>
          <p:cNvSpPr txBox="1">
            <a:spLocks noGrp="1"/>
          </p:cNvSpPr>
          <p:nvPr>
            <p:ph type="subTitle" idx="5"/>
          </p:nvPr>
        </p:nvSpPr>
        <p:spPr>
          <a:xfrm>
            <a:off x="5077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52" name="Google Shape;52;p9"/>
          <p:cNvSpPr>
            <a:spLocks noGrp="1"/>
          </p:cNvSpPr>
          <p:nvPr>
            <p:ph type="pic" idx="6"/>
          </p:nvPr>
        </p:nvSpPr>
        <p:spPr>
          <a:xfrm>
            <a:off x="5077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53" name="Google Shape;53;p9"/>
          <p:cNvSpPr txBox="1">
            <a:spLocks noGrp="1"/>
          </p:cNvSpPr>
          <p:nvPr>
            <p:ph type="subTitle" idx="7"/>
          </p:nvPr>
        </p:nvSpPr>
        <p:spPr>
          <a:xfrm>
            <a:off x="41189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4" name="Google Shape;54;p9"/>
          <p:cNvSpPr txBox="1">
            <a:spLocks noGrp="1"/>
          </p:cNvSpPr>
          <p:nvPr>
            <p:ph type="subTitle" idx="8"/>
          </p:nvPr>
        </p:nvSpPr>
        <p:spPr>
          <a:xfrm>
            <a:off x="41189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55" name="Google Shape;55;p9"/>
          <p:cNvSpPr txBox="1">
            <a:spLocks noGrp="1"/>
          </p:cNvSpPr>
          <p:nvPr>
            <p:ph type="subTitle" idx="9"/>
          </p:nvPr>
        </p:nvSpPr>
        <p:spPr>
          <a:xfrm>
            <a:off x="77301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6" name="Google Shape;56;p9"/>
          <p:cNvSpPr txBox="1">
            <a:spLocks noGrp="1"/>
          </p:cNvSpPr>
          <p:nvPr>
            <p:ph type="subTitle" idx="13"/>
          </p:nvPr>
        </p:nvSpPr>
        <p:spPr>
          <a:xfrm>
            <a:off x="77301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F3A4A4E1-6468-5D96-0072-9FA802E7017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CEF75230-4955-CCC9-BE15-069A33AC63D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5057825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05_SpeakerSlide_Gray" preserve="1">
  <p:cSld name="05_SpeakerSlide_Gray">
    <p:bg>
      <p:bgPr>
        <a:solidFill>
          <a:schemeClr val="tx1"/>
        </a:solidFill>
        <a:effectLst/>
      </p:bgPr>
    </p:bg>
    <p:spTree>
      <p:nvGrpSpPr>
        <p:cNvPr id="1" name="Shape 59"/>
        <p:cNvGrpSpPr/>
        <p:nvPr/>
      </p:nvGrpSpPr>
      <p:grpSpPr>
        <a:xfrm>
          <a:off x="0" y="0"/>
          <a:ext cx="0" cy="0"/>
          <a:chOff x="0" y="0"/>
          <a:chExt cx="0" cy="0"/>
        </a:xfrm>
      </p:grpSpPr>
      <p:sp>
        <p:nvSpPr>
          <p:cNvPr id="60" name="Google Shape;60;p10"/>
          <p:cNvSpPr txBox="1">
            <a:spLocks noGrp="1"/>
          </p:cNvSpPr>
          <p:nvPr>
            <p:ph type="subTitle" idx="1"/>
          </p:nvPr>
        </p:nvSpPr>
        <p:spPr>
          <a:xfrm>
            <a:off x="507700"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1" name="Google Shape;61;p10"/>
          <p:cNvSpPr txBox="1">
            <a:spLocks noGrp="1"/>
          </p:cNvSpPr>
          <p:nvPr>
            <p:ph type="title"/>
          </p:nvPr>
        </p:nvSpPr>
        <p:spPr>
          <a:xfrm>
            <a:off x="438871" y="947563"/>
            <a:ext cx="7152000" cy="148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36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62" name="Google Shape;62;p10"/>
          <p:cNvSpPr txBox="1">
            <a:spLocks noGrp="1"/>
          </p:cNvSpPr>
          <p:nvPr>
            <p:ph type="subTitle" idx="2"/>
          </p:nvPr>
        </p:nvSpPr>
        <p:spPr>
          <a:xfrm>
            <a:off x="507712"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63" name="Google Shape;63;p10"/>
          <p:cNvSpPr txBox="1">
            <a:spLocks noGrp="1"/>
          </p:cNvSpPr>
          <p:nvPr>
            <p:ph type="subTitle" idx="3"/>
          </p:nvPr>
        </p:nvSpPr>
        <p:spPr>
          <a:xfrm>
            <a:off x="438871" y="457200"/>
            <a:ext cx="5152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None/>
              <a:defRPr sz="1733">
                <a:solidFill>
                  <a:srgbClr val="0099FF"/>
                </a:solidFill>
              </a:defRPr>
            </a:lvl2pPr>
            <a:lvl3pPr lvl="2" rtl="0">
              <a:spcBef>
                <a:spcPts val="0"/>
              </a:spcBef>
              <a:spcAft>
                <a:spcPts val="0"/>
              </a:spcAft>
              <a:buClr>
                <a:srgbClr val="0099FF"/>
              </a:buClr>
              <a:buSzPts val="1300"/>
              <a:buNone/>
              <a:defRPr sz="1733">
                <a:solidFill>
                  <a:srgbClr val="0099FF"/>
                </a:solidFill>
              </a:defRPr>
            </a:lvl3pPr>
            <a:lvl4pPr lvl="3" rtl="0">
              <a:spcBef>
                <a:spcPts val="0"/>
              </a:spcBef>
              <a:spcAft>
                <a:spcPts val="0"/>
              </a:spcAft>
              <a:buClr>
                <a:srgbClr val="0099FF"/>
              </a:buClr>
              <a:buSzPts val="1300"/>
              <a:buNone/>
              <a:defRPr sz="1733">
                <a:solidFill>
                  <a:srgbClr val="0099FF"/>
                </a:solidFill>
              </a:defRPr>
            </a:lvl4pPr>
            <a:lvl5pPr lvl="4" rtl="0">
              <a:spcBef>
                <a:spcPts val="0"/>
              </a:spcBef>
              <a:spcAft>
                <a:spcPts val="0"/>
              </a:spcAft>
              <a:buClr>
                <a:srgbClr val="0099FF"/>
              </a:buClr>
              <a:buSzPts val="1300"/>
              <a:buNone/>
              <a:defRPr sz="1733">
                <a:solidFill>
                  <a:srgbClr val="0099FF"/>
                </a:solidFill>
              </a:defRPr>
            </a:lvl5pPr>
            <a:lvl6pPr lvl="5" rtl="0">
              <a:spcBef>
                <a:spcPts val="0"/>
              </a:spcBef>
              <a:spcAft>
                <a:spcPts val="0"/>
              </a:spcAft>
              <a:buClr>
                <a:srgbClr val="0099FF"/>
              </a:buClr>
              <a:buSzPts val="1300"/>
              <a:buNone/>
              <a:defRPr sz="1733">
                <a:solidFill>
                  <a:srgbClr val="0099FF"/>
                </a:solidFill>
              </a:defRPr>
            </a:lvl6pPr>
            <a:lvl7pPr lvl="6" rtl="0">
              <a:spcBef>
                <a:spcPts val="0"/>
              </a:spcBef>
              <a:spcAft>
                <a:spcPts val="0"/>
              </a:spcAft>
              <a:buClr>
                <a:srgbClr val="0099FF"/>
              </a:buClr>
              <a:buSzPts val="1300"/>
              <a:buNone/>
              <a:defRPr sz="1733">
                <a:solidFill>
                  <a:srgbClr val="0099FF"/>
                </a:solidFill>
              </a:defRPr>
            </a:lvl7pPr>
            <a:lvl8pPr lvl="7" rtl="0">
              <a:spcBef>
                <a:spcPts val="0"/>
              </a:spcBef>
              <a:spcAft>
                <a:spcPts val="0"/>
              </a:spcAft>
              <a:buClr>
                <a:srgbClr val="0099FF"/>
              </a:buClr>
              <a:buSzPts val="1300"/>
              <a:buNone/>
              <a:defRPr sz="1733">
                <a:solidFill>
                  <a:srgbClr val="0099FF"/>
                </a:solidFill>
              </a:defRPr>
            </a:lvl8pPr>
            <a:lvl9pPr lvl="8" rtl="0">
              <a:spcBef>
                <a:spcPts val="0"/>
              </a:spcBef>
              <a:spcAft>
                <a:spcPts val="0"/>
              </a:spcAft>
              <a:buClr>
                <a:srgbClr val="0099FF"/>
              </a:buClr>
              <a:buSzPts val="1300"/>
              <a:buNone/>
              <a:defRPr sz="1733">
                <a:solidFill>
                  <a:srgbClr val="0099FF"/>
                </a:solidFill>
              </a:defRPr>
            </a:lvl9pPr>
          </a:lstStyle>
          <a:p>
            <a:endParaRPr/>
          </a:p>
        </p:txBody>
      </p:sp>
      <p:sp>
        <p:nvSpPr>
          <p:cNvPr id="64" name="Google Shape;64;p10"/>
          <p:cNvSpPr>
            <a:spLocks noGrp="1"/>
          </p:cNvSpPr>
          <p:nvPr>
            <p:ph type="pic" idx="4"/>
          </p:nvPr>
        </p:nvSpPr>
        <p:spPr>
          <a:xfrm>
            <a:off x="507684" y="3428984"/>
            <a:ext cx="965600" cy="965600"/>
          </a:xfrm>
          <a:prstGeom prst="roundRect">
            <a:avLst>
              <a:gd name="adj" fmla="val 6361"/>
            </a:avLst>
          </a:prstGeom>
          <a:noFill/>
          <a:ln>
            <a:noFill/>
          </a:ln>
        </p:spPr>
        <p:txBody>
          <a:bodyPr/>
          <a:lstStyle/>
          <a:p>
            <a:endParaRPr lang="en-US"/>
          </a:p>
        </p:txBody>
      </p:sp>
      <p:sp>
        <p:nvSpPr>
          <p:cNvPr id="65" name="Google Shape;65;p10"/>
          <p:cNvSpPr txBox="1">
            <a:spLocks noGrp="1"/>
          </p:cNvSpPr>
          <p:nvPr>
            <p:ph type="subTitle" idx="5"/>
          </p:nvPr>
        </p:nvSpPr>
        <p:spPr>
          <a:xfrm>
            <a:off x="2806633"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6" name="Google Shape;66;p10"/>
          <p:cNvSpPr txBox="1">
            <a:spLocks noGrp="1"/>
          </p:cNvSpPr>
          <p:nvPr>
            <p:ph type="subTitle" idx="6"/>
          </p:nvPr>
        </p:nvSpPr>
        <p:spPr>
          <a:xfrm>
            <a:off x="2806645"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67" name="Google Shape;67;p10"/>
          <p:cNvSpPr>
            <a:spLocks noGrp="1"/>
          </p:cNvSpPr>
          <p:nvPr>
            <p:ph type="pic" idx="7"/>
          </p:nvPr>
        </p:nvSpPr>
        <p:spPr>
          <a:xfrm>
            <a:off x="2806617" y="3428984"/>
            <a:ext cx="965600" cy="965600"/>
          </a:xfrm>
          <a:prstGeom prst="roundRect">
            <a:avLst>
              <a:gd name="adj" fmla="val 6361"/>
            </a:avLst>
          </a:prstGeom>
          <a:noFill/>
          <a:ln>
            <a:noFill/>
          </a:ln>
        </p:spPr>
        <p:txBody>
          <a:bodyPr/>
          <a:lstStyle/>
          <a:p>
            <a:endParaRPr lang="en-US"/>
          </a:p>
        </p:txBody>
      </p:sp>
      <p:sp>
        <p:nvSpPr>
          <p:cNvPr id="68" name="Google Shape;68;p10"/>
          <p:cNvSpPr txBox="1">
            <a:spLocks noGrp="1"/>
          </p:cNvSpPr>
          <p:nvPr>
            <p:ph type="subTitle" idx="8"/>
          </p:nvPr>
        </p:nvSpPr>
        <p:spPr>
          <a:xfrm>
            <a:off x="5165567"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9" name="Google Shape;69;p10"/>
          <p:cNvSpPr txBox="1">
            <a:spLocks noGrp="1"/>
          </p:cNvSpPr>
          <p:nvPr>
            <p:ph type="subTitle" idx="9"/>
          </p:nvPr>
        </p:nvSpPr>
        <p:spPr>
          <a:xfrm>
            <a:off x="5165579"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0" name="Google Shape;70;p10"/>
          <p:cNvSpPr>
            <a:spLocks noGrp="1"/>
          </p:cNvSpPr>
          <p:nvPr>
            <p:ph type="pic" idx="13"/>
          </p:nvPr>
        </p:nvSpPr>
        <p:spPr>
          <a:xfrm>
            <a:off x="5165551" y="3428984"/>
            <a:ext cx="965600" cy="965600"/>
          </a:xfrm>
          <a:prstGeom prst="roundRect">
            <a:avLst>
              <a:gd name="adj" fmla="val 6361"/>
            </a:avLst>
          </a:prstGeom>
          <a:noFill/>
          <a:ln>
            <a:noFill/>
          </a:ln>
        </p:spPr>
        <p:txBody>
          <a:bodyPr/>
          <a:lstStyle/>
          <a:p>
            <a:endParaRPr lang="en-US"/>
          </a:p>
        </p:txBody>
      </p:sp>
      <p:sp>
        <p:nvSpPr>
          <p:cNvPr id="71" name="Google Shape;71;p10"/>
          <p:cNvSpPr txBox="1">
            <a:spLocks noGrp="1"/>
          </p:cNvSpPr>
          <p:nvPr>
            <p:ph type="subTitle" idx="14"/>
          </p:nvPr>
        </p:nvSpPr>
        <p:spPr>
          <a:xfrm>
            <a:off x="7524500"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72" name="Google Shape;72;p10"/>
          <p:cNvSpPr txBox="1">
            <a:spLocks noGrp="1"/>
          </p:cNvSpPr>
          <p:nvPr>
            <p:ph type="subTitle" idx="15"/>
          </p:nvPr>
        </p:nvSpPr>
        <p:spPr>
          <a:xfrm>
            <a:off x="7524512"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3" name="Google Shape;73;p10"/>
          <p:cNvSpPr>
            <a:spLocks noGrp="1"/>
          </p:cNvSpPr>
          <p:nvPr>
            <p:ph type="pic" idx="16"/>
          </p:nvPr>
        </p:nvSpPr>
        <p:spPr>
          <a:xfrm>
            <a:off x="7524484" y="3428984"/>
            <a:ext cx="965600" cy="965600"/>
          </a:xfrm>
          <a:prstGeom prst="roundRect">
            <a:avLst>
              <a:gd name="adj" fmla="val 6361"/>
            </a:avLst>
          </a:prstGeom>
          <a:noFill/>
          <a:ln>
            <a:noFill/>
          </a:ln>
        </p:spPr>
        <p:txBody>
          <a:bodyPr/>
          <a:lstStyle/>
          <a:p>
            <a:endParaRPr lang="en-US"/>
          </a:p>
        </p:txBody>
      </p:sp>
      <p:sp>
        <p:nvSpPr>
          <p:cNvPr id="74" name="Google Shape;74;p10"/>
          <p:cNvSpPr txBox="1">
            <a:spLocks noGrp="1"/>
          </p:cNvSpPr>
          <p:nvPr>
            <p:ph type="subTitle" idx="17"/>
          </p:nvPr>
        </p:nvSpPr>
        <p:spPr>
          <a:xfrm>
            <a:off x="9883433"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75" name="Google Shape;75;p10"/>
          <p:cNvSpPr txBox="1">
            <a:spLocks noGrp="1"/>
          </p:cNvSpPr>
          <p:nvPr>
            <p:ph type="subTitle" idx="18"/>
          </p:nvPr>
        </p:nvSpPr>
        <p:spPr>
          <a:xfrm>
            <a:off x="9883445"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6" name="Google Shape;76;p10"/>
          <p:cNvSpPr>
            <a:spLocks noGrp="1"/>
          </p:cNvSpPr>
          <p:nvPr>
            <p:ph type="pic" idx="19"/>
          </p:nvPr>
        </p:nvSpPr>
        <p:spPr>
          <a:xfrm>
            <a:off x="9883417" y="3428984"/>
            <a:ext cx="965600" cy="965600"/>
          </a:xfrm>
          <a:prstGeom prst="roundRect">
            <a:avLst>
              <a:gd name="adj" fmla="val 6361"/>
            </a:avLst>
          </a:prstGeom>
          <a:noFill/>
          <a:ln>
            <a:noFill/>
          </a:ln>
        </p:spPr>
        <p:txBody>
          <a:bodyPr/>
          <a:lstStyle/>
          <a:p>
            <a:endParaRPr lang="en-US"/>
          </a:p>
        </p:txBody>
      </p:sp>
      <p:sp>
        <p:nvSpPr>
          <p:cNvPr id="4" name="Footer Placeholder 3">
            <a:extLst>
              <a:ext uri="{FF2B5EF4-FFF2-40B4-BE49-F238E27FC236}">
                <a16:creationId xmlns:a16="http://schemas.microsoft.com/office/drawing/2014/main" id="{560CDC17-0E4F-3FC2-ED8A-A367509C724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64C69F84-6907-EB6A-28AB-48B490963A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6211149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05_SpeakerSlide_4Speakers" preserve="1">
  <p:cSld name="05_SpeakerSlide_4Speakers">
    <p:bg>
      <p:bgPr>
        <a:solidFill>
          <a:schemeClr val="tx1"/>
        </a:solidFill>
        <a:effectLst/>
      </p:bgPr>
    </p:bg>
    <p:spTree>
      <p:nvGrpSpPr>
        <p:cNvPr id="1" name="Shape 79"/>
        <p:cNvGrpSpPr/>
        <p:nvPr/>
      </p:nvGrpSpPr>
      <p:grpSpPr>
        <a:xfrm>
          <a:off x="0" y="0"/>
          <a:ext cx="0" cy="0"/>
          <a:chOff x="0" y="0"/>
          <a:chExt cx="0" cy="0"/>
        </a:xfrm>
      </p:grpSpPr>
      <p:sp>
        <p:nvSpPr>
          <p:cNvPr id="80" name="Google Shape;80;p11"/>
          <p:cNvSpPr>
            <a:spLocks noGrp="1"/>
          </p:cNvSpPr>
          <p:nvPr>
            <p:ph type="pic" idx="2"/>
          </p:nvPr>
        </p:nvSpPr>
        <p:spPr>
          <a:xfrm>
            <a:off x="440367" y="2276033"/>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1" name="Google Shape;81;p11"/>
          <p:cNvSpPr txBox="1">
            <a:spLocks noGrp="1"/>
          </p:cNvSpPr>
          <p:nvPr>
            <p:ph type="subTitle" idx="1"/>
          </p:nvPr>
        </p:nvSpPr>
        <p:spPr>
          <a:xfrm>
            <a:off x="2122689" y="2490712"/>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82" name="Google Shape;82;p11"/>
          <p:cNvSpPr txBox="1">
            <a:spLocks noGrp="1"/>
          </p:cNvSpPr>
          <p:nvPr>
            <p:ph type="subTitle" idx="3"/>
          </p:nvPr>
        </p:nvSpPr>
        <p:spPr>
          <a:xfrm>
            <a:off x="2122689" y="2957512"/>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83" name="Google Shape;83;p11"/>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84" name="Google Shape;84;p11"/>
          <p:cNvSpPr txBox="1">
            <a:spLocks noGrp="1"/>
          </p:cNvSpPr>
          <p:nvPr>
            <p:ph type="subTitle" idx="4"/>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85" name="Google Shape;85;p11"/>
          <p:cNvSpPr>
            <a:spLocks noGrp="1"/>
          </p:cNvSpPr>
          <p:nvPr>
            <p:ph type="pic" idx="5"/>
          </p:nvPr>
        </p:nvSpPr>
        <p:spPr>
          <a:xfrm>
            <a:off x="440367" y="4171967"/>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6" name="Google Shape;86;p11"/>
          <p:cNvSpPr txBox="1">
            <a:spLocks noGrp="1"/>
          </p:cNvSpPr>
          <p:nvPr>
            <p:ph type="subTitle" idx="6"/>
          </p:nvPr>
        </p:nvSpPr>
        <p:spPr>
          <a:xfrm>
            <a:off x="2122689" y="4386645"/>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87" name="Google Shape;87;p11"/>
          <p:cNvSpPr txBox="1">
            <a:spLocks noGrp="1"/>
          </p:cNvSpPr>
          <p:nvPr>
            <p:ph type="subTitle" idx="7"/>
          </p:nvPr>
        </p:nvSpPr>
        <p:spPr>
          <a:xfrm>
            <a:off x="2122689" y="4853445"/>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88" name="Google Shape;88;p11"/>
          <p:cNvSpPr>
            <a:spLocks noGrp="1"/>
          </p:cNvSpPr>
          <p:nvPr>
            <p:ph type="pic" idx="8"/>
          </p:nvPr>
        </p:nvSpPr>
        <p:spPr>
          <a:xfrm>
            <a:off x="6096000" y="2276033"/>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9" name="Google Shape;89;p11"/>
          <p:cNvSpPr txBox="1">
            <a:spLocks noGrp="1"/>
          </p:cNvSpPr>
          <p:nvPr>
            <p:ph type="subTitle" idx="9"/>
          </p:nvPr>
        </p:nvSpPr>
        <p:spPr>
          <a:xfrm>
            <a:off x="7778323" y="2490712"/>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90" name="Google Shape;90;p11"/>
          <p:cNvSpPr txBox="1">
            <a:spLocks noGrp="1"/>
          </p:cNvSpPr>
          <p:nvPr>
            <p:ph type="subTitle" idx="13"/>
          </p:nvPr>
        </p:nvSpPr>
        <p:spPr>
          <a:xfrm>
            <a:off x="7778323" y="2957512"/>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91" name="Google Shape;91;p11"/>
          <p:cNvSpPr>
            <a:spLocks noGrp="1"/>
          </p:cNvSpPr>
          <p:nvPr>
            <p:ph type="pic" idx="14"/>
          </p:nvPr>
        </p:nvSpPr>
        <p:spPr>
          <a:xfrm>
            <a:off x="6096000" y="4171967"/>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92" name="Google Shape;92;p11"/>
          <p:cNvSpPr txBox="1">
            <a:spLocks noGrp="1"/>
          </p:cNvSpPr>
          <p:nvPr>
            <p:ph type="subTitle" idx="15"/>
          </p:nvPr>
        </p:nvSpPr>
        <p:spPr>
          <a:xfrm>
            <a:off x="7778323" y="4386645"/>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93" name="Google Shape;93;p11"/>
          <p:cNvSpPr txBox="1">
            <a:spLocks noGrp="1"/>
          </p:cNvSpPr>
          <p:nvPr>
            <p:ph type="subTitle" idx="16"/>
          </p:nvPr>
        </p:nvSpPr>
        <p:spPr>
          <a:xfrm>
            <a:off x="7778323" y="4853445"/>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24EE2A1F-3830-A5CB-E1F6-27CBACECC5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13A70757-D141-ED17-1765-6C3A06590EA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67957028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05_SpeakerSlide_6Speakers" preserve="1">
  <p:cSld name="05_SpeakerSlide_6Speakers">
    <p:bg>
      <p:bgPr>
        <a:solidFill>
          <a:schemeClr val="tx1"/>
        </a:solidFill>
        <a:effectLst/>
      </p:bgPr>
    </p:bg>
    <p:spTree>
      <p:nvGrpSpPr>
        <p:cNvPr id="1" name="Shape 96"/>
        <p:cNvGrpSpPr/>
        <p:nvPr/>
      </p:nvGrpSpPr>
      <p:grpSpPr>
        <a:xfrm>
          <a:off x="0" y="0"/>
          <a:ext cx="0" cy="0"/>
          <a:chOff x="0" y="0"/>
          <a:chExt cx="0" cy="0"/>
        </a:xfrm>
      </p:grpSpPr>
      <p:sp>
        <p:nvSpPr>
          <p:cNvPr id="97" name="Google Shape;97;p12"/>
          <p:cNvSpPr txBox="1">
            <a:spLocks noGrp="1"/>
          </p:cNvSpPr>
          <p:nvPr>
            <p:ph type="subTitle" idx="1"/>
          </p:nvPr>
        </p:nvSpPr>
        <p:spPr>
          <a:xfrm>
            <a:off x="9587163"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98" name="Google Shape;98;p12"/>
          <p:cNvSpPr txBox="1">
            <a:spLocks noGrp="1"/>
          </p:cNvSpPr>
          <p:nvPr>
            <p:ph type="subTitle" idx="2"/>
          </p:nvPr>
        </p:nvSpPr>
        <p:spPr>
          <a:xfrm>
            <a:off x="9587163"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99" name="Google Shape;99;p12"/>
          <p:cNvSpPr txBox="1">
            <a:spLocks noGrp="1"/>
          </p:cNvSpPr>
          <p:nvPr>
            <p:ph type="subTitle" idx="3"/>
          </p:nvPr>
        </p:nvSpPr>
        <p:spPr>
          <a:xfrm>
            <a:off x="9587163"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0" name="Google Shape;100;p12"/>
          <p:cNvSpPr txBox="1">
            <a:spLocks noGrp="1"/>
          </p:cNvSpPr>
          <p:nvPr>
            <p:ph type="subTitle" idx="4"/>
          </p:nvPr>
        </p:nvSpPr>
        <p:spPr>
          <a:xfrm>
            <a:off x="9587163"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1" name="Google Shape;101;p12"/>
          <p:cNvSpPr txBox="1">
            <a:spLocks noGrp="1"/>
          </p:cNvSpPr>
          <p:nvPr>
            <p:ph type="subTitle" idx="5"/>
          </p:nvPr>
        </p:nvSpPr>
        <p:spPr>
          <a:xfrm>
            <a:off x="5720160"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2" name="Google Shape;102;p12"/>
          <p:cNvSpPr txBox="1">
            <a:spLocks noGrp="1"/>
          </p:cNvSpPr>
          <p:nvPr>
            <p:ph type="subTitle" idx="6"/>
          </p:nvPr>
        </p:nvSpPr>
        <p:spPr>
          <a:xfrm>
            <a:off x="5720160"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3" name="Google Shape;103;p12"/>
          <p:cNvSpPr txBox="1">
            <a:spLocks noGrp="1"/>
          </p:cNvSpPr>
          <p:nvPr>
            <p:ph type="subTitle" idx="7"/>
          </p:nvPr>
        </p:nvSpPr>
        <p:spPr>
          <a:xfrm>
            <a:off x="5720160"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4" name="Google Shape;104;p12"/>
          <p:cNvSpPr txBox="1">
            <a:spLocks noGrp="1"/>
          </p:cNvSpPr>
          <p:nvPr>
            <p:ph type="subTitle" idx="8"/>
          </p:nvPr>
        </p:nvSpPr>
        <p:spPr>
          <a:xfrm>
            <a:off x="5720160"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5" name="Google Shape;105;p12"/>
          <p:cNvSpPr txBox="1">
            <a:spLocks noGrp="1"/>
          </p:cNvSpPr>
          <p:nvPr>
            <p:ph type="subTitle" idx="9"/>
          </p:nvPr>
        </p:nvSpPr>
        <p:spPr>
          <a:xfrm>
            <a:off x="1853156"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6" name="Google Shape;106;p12"/>
          <p:cNvSpPr txBox="1">
            <a:spLocks noGrp="1"/>
          </p:cNvSpPr>
          <p:nvPr>
            <p:ph type="subTitle" idx="13"/>
          </p:nvPr>
        </p:nvSpPr>
        <p:spPr>
          <a:xfrm>
            <a:off x="1853156"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7" name="Google Shape;107;p12"/>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108" name="Google Shape;108;p12"/>
          <p:cNvSpPr txBox="1">
            <a:spLocks noGrp="1"/>
          </p:cNvSpPr>
          <p:nvPr>
            <p:ph type="subTitle" idx="14"/>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109" name="Google Shape;109;p12"/>
          <p:cNvSpPr txBox="1">
            <a:spLocks noGrp="1"/>
          </p:cNvSpPr>
          <p:nvPr>
            <p:ph type="subTitle" idx="15"/>
          </p:nvPr>
        </p:nvSpPr>
        <p:spPr>
          <a:xfrm>
            <a:off x="1853156"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10" name="Google Shape;110;p12"/>
          <p:cNvSpPr txBox="1">
            <a:spLocks noGrp="1"/>
          </p:cNvSpPr>
          <p:nvPr>
            <p:ph type="subTitle" idx="16"/>
          </p:nvPr>
        </p:nvSpPr>
        <p:spPr>
          <a:xfrm>
            <a:off x="1853156"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11" name="Google Shape;111;p12"/>
          <p:cNvSpPr>
            <a:spLocks noGrp="1"/>
          </p:cNvSpPr>
          <p:nvPr>
            <p:ph type="pic" idx="17"/>
          </p:nvPr>
        </p:nvSpPr>
        <p:spPr>
          <a:xfrm>
            <a:off x="431515"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2" name="Google Shape;112;p12"/>
          <p:cNvSpPr>
            <a:spLocks noGrp="1"/>
          </p:cNvSpPr>
          <p:nvPr>
            <p:ph type="pic" idx="18"/>
          </p:nvPr>
        </p:nvSpPr>
        <p:spPr>
          <a:xfrm>
            <a:off x="431515"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3" name="Google Shape;113;p12"/>
          <p:cNvSpPr>
            <a:spLocks noGrp="1"/>
          </p:cNvSpPr>
          <p:nvPr>
            <p:ph type="pic" idx="19"/>
          </p:nvPr>
        </p:nvSpPr>
        <p:spPr>
          <a:xfrm>
            <a:off x="4351881"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4" name="Google Shape;114;p12"/>
          <p:cNvSpPr>
            <a:spLocks noGrp="1"/>
          </p:cNvSpPr>
          <p:nvPr>
            <p:ph type="pic" idx="20"/>
          </p:nvPr>
        </p:nvSpPr>
        <p:spPr>
          <a:xfrm>
            <a:off x="4351881"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5" name="Google Shape;115;p12"/>
          <p:cNvSpPr>
            <a:spLocks noGrp="1"/>
          </p:cNvSpPr>
          <p:nvPr>
            <p:ph type="pic" idx="21"/>
          </p:nvPr>
        </p:nvSpPr>
        <p:spPr>
          <a:xfrm>
            <a:off x="8218881"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6" name="Google Shape;116;p12"/>
          <p:cNvSpPr>
            <a:spLocks noGrp="1"/>
          </p:cNvSpPr>
          <p:nvPr>
            <p:ph type="pic" idx="22"/>
          </p:nvPr>
        </p:nvSpPr>
        <p:spPr>
          <a:xfrm>
            <a:off x="8218881"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4" name="Footer Placeholder 3">
            <a:extLst>
              <a:ext uri="{FF2B5EF4-FFF2-40B4-BE49-F238E27FC236}">
                <a16:creationId xmlns:a16="http://schemas.microsoft.com/office/drawing/2014/main" id="{9557933D-EFC4-3BD7-44B9-335DA6A4AC2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88EEE5E6-A727-0F66-9DDA-E4112CFC0C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32486210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01_TitleSlide_LightBlue" preserve="1">
  <p:cSld name="01_TitleSlide_LightBlue">
    <p:bg>
      <p:bgPr>
        <a:solidFill>
          <a:schemeClr val="tx1"/>
        </a:solidFill>
        <a:effectLst/>
      </p:bgPr>
    </p:bg>
    <p:spTree>
      <p:nvGrpSpPr>
        <p:cNvPr id="1" name="Shape 119"/>
        <p:cNvGrpSpPr/>
        <p:nvPr/>
      </p:nvGrpSpPr>
      <p:grpSpPr>
        <a:xfrm>
          <a:off x="0" y="0"/>
          <a:ext cx="0" cy="0"/>
          <a:chOff x="0" y="0"/>
          <a:chExt cx="0" cy="0"/>
        </a:xfrm>
      </p:grpSpPr>
      <p:sp>
        <p:nvSpPr>
          <p:cNvPr id="121" name="Google Shape;121;p13"/>
          <p:cNvSpPr txBox="1">
            <a:spLocks noGrp="1"/>
          </p:cNvSpPr>
          <p:nvPr>
            <p:ph type="title"/>
          </p:nvPr>
        </p:nvSpPr>
        <p:spPr>
          <a:xfrm>
            <a:off x="438867" y="2316467"/>
            <a:ext cx="9563600" cy="1211200"/>
          </a:xfrm>
          <a:prstGeom prst="rect">
            <a:avLst/>
          </a:prstGeom>
          <a:noFill/>
          <a:ln>
            <a:noFill/>
          </a:ln>
        </p:spPr>
        <p:txBody>
          <a:bodyPr spcFirstLastPara="1" wrap="square" lIns="34275" tIns="34275" rIns="34275" bIns="34275" anchor="ctr" anchorCtr="0">
            <a:noAutofit/>
          </a:bodyPr>
          <a:lstStyle>
            <a:lvl1pPr lvl="0" rtl="0">
              <a:spcBef>
                <a:spcPts val="0"/>
              </a:spcBef>
              <a:spcAft>
                <a:spcPts val="0"/>
              </a:spcAft>
              <a:buClr>
                <a:schemeClr val="lt2"/>
              </a:buClr>
              <a:buSzPts val="3800"/>
              <a:buFont typeface="Inter"/>
              <a:buNone/>
              <a:defRPr sz="50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2pPr>
            <a:lvl3pPr lvl="2"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3pPr>
            <a:lvl4pPr lvl="3"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4pPr>
            <a:lvl5pPr lvl="4"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5pPr>
            <a:lvl6pPr lvl="5"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6pPr>
            <a:lvl7pPr lvl="6"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7pPr>
            <a:lvl8pPr lvl="7"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8pPr>
            <a:lvl9pPr lvl="8"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9pPr>
          </a:lstStyle>
          <a:p>
            <a:endParaRPr/>
          </a:p>
        </p:txBody>
      </p:sp>
      <p:sp>
        <p:nvSpPr>
          <p:cNvPr id="122" name="Google Shape;122;p13"/>
          <p:cNvSpPr txBox="1">
            <a:spLocks noGrp="1"/>
          </p:cNvSpPr>
          <p:nvPr>
            <p:ph type="body" idx="1"/>
          </p:nvPr>
        </p:nvSpPr>
        <p:spPr>
          <a:xfrm>
            <a:off x="438867" y="3527667"/>
            <a:ext cx="7142800" cy="16772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bg1"/>
              </a:buClr>
              <a:buSzPct val="110000"/>
              <a:buFont typeface="Arial" panose="020B0604020202020204" pitchFamily="34" charset="0"/>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2pPr>
            <a:lvl3pPr marL="1828754" lvl="2"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3pPr>
            <a:lvl4pPr marL="2438339" lvl="3"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4pPr>
            <a:lvl5pPr marL="3047924" lvl="4"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5pPr>
            <a:lvl6pPr marL="3657509" lvl="5"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6pPr>
            <a:lvl7pPr marL="4267093" lvl="6"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7pPr>
            <a:lvl8pPr marL="4876678" lvl="7"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8pPr>
            <a:lvl9pPr marL="5486263" lvl="8"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9pPr>
          </a:lstStyle>
          <a:p>
            <a:endParaRPr/>
          </a:p>
        </p:txBody>
      </p:sp>
      <p:pic>
        <p:nvPicPr>
          <p:cNvPr id="5" name="Picture 4" descr="A black grid with blue and pink squares&#10;&#10;AI-generated content may be incorrect.">
            <a:extLst>
              <a:ext uri="{FF2B5EF4-FFF2-40B4-BE49-F238E27FC236}">
                <a16:creationId xmlns:a16="http://schemas.microsoft.com/office/drawing/2014/main" id="{847B5073-C644-4CC3-5893-95EF9CBD07CF}"/>
              </a:ext>
            </a:extLst>
          </p:cNvPr>
          <p:cNvPicPr>
            <a:picLocks noChangeAspect="1"/>
          </p:cNvPicPr>
          <p:nvPr userDrawn="1"/>
        </p:nvPicPr>
        <p:blipFill>
          <a:blip r:embed="rId2"/>
          <a:srcRect l="4472" t="20775" r="5059" b="65696"/>
          <a:stretch>
            <a:fillRect/>
          </a:stretch>
        </p:blipFill>
        <p:spPr>
          <a:xfrm>
            <a:off x="-1" y="-16"/>
            <a:ext cx="12192001" cy="1553768"/>
          </a:xfrm>
          <a:prstGeom prst="rect">
            <a:avLst/>
          </a:prstGeom>
        </p:spPr>
      </p:pic>
      <p:pic>
        <p:nvPicPr>
          <p:cNvPr id="6" name="Picture 5" descr="A black grid with blue and pink squares&#10;&#10;AI-generated content may be incorrect.">
            <a:extLst>
              <a:ext uri="{FF2B5EF4-FFF2-40B4-BE49-F238E27FC236}">
                <a16:creationId xmlns:a16="http://schemas.microsoft.com/office/drawing/2014/main" id="{477B06A8-919E-DF26-AD96-2E43767EA7E8}"/>
              </a:ext>
            </a:extLst>
          </p:cNvPr>
          <p:cNvPicPr>
            <a:picLocks noChangeAspect="1"/>
          </p:cNvPicPr>
          <p:nvPr userDrawn="1"/>
        </p:nvPicPr>
        <p:blipFill>
          <a:blip r:embed="rId2"/>
          <a:srcRect l="4472" t="10616" r="5059" b="75855"/>
          <a:stretch>
            <a:fillRect/>
          </a:stretch>
        </p:blipFill>
        <p:spPr>
          <a:xfrm>
            <a:off x="-1" y="5361843"/>
            <a:ext cx="12192001" cy="1553768"/>
          </a:xfrm>
          <a:prstGeom prst="rect">
            <a:avLst/>
          </a:prstGeom>
        </p:spPr>
      </p:pic>
    </p:spTree>
    <p:extLst>
      <p:ext uri="{BB962C8B-B14F-4D97-AF65-F5344CB8AC3E}">
        <p14:creationId xmlns:p14="http://schemas.microsoft.com/office/powerpoint/2010/main" val="291801793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01_TitleSlide_LightBlue" preserve="1">
  <p:cSld name="2_TitleSlide_LightBlue">
    <p:bg>
      <p:bgPr>
        <a:solidFill>
          <a:schemeClr val="tx2"/>
        </a:solidFill>
        <a:effectLst/>
      </p:bgPr>
    </p:bg>
    <p:spTree>
      <p:nvGrpSpPr>
        <p:cNvPr id="1" name="Shape 119"/>
        <p:cNvGrpSpPr/>
        <p:nvPr/>
      </p:nvGrpSpPr>
      <p:grpSpPr>
        <a:xfrm>
          <a:off x="0" y="0"/>
          <a:ext cx="0" cy="0"/>
          <a:chOff x="0" y="0"/>
          <a:chExt cx="0" cy="0"/>
        </a:xfrm>
      </p:grpSpPr>
      <p:sp>
        <p:nvSpPr>
          <p:cNvPr id="121" name="Google Shape;121;p13"/>
          <p:cNvSpPr txBox="1">
            <a:spLocks noGrp="1"/>
          </p:cNvSpPr>
          <p:nvPr>
            <p:ph type="title"/>
          </p:nvPr>
        </p:nvSpPr>
        <p:spPr>
          <a:xfrm>
            <a:off x="438867" y="2316467"/>
            <a:ext cx="9563600" cy="1211200"/>
          </a:xfrm>
          <a:prstGeom prst="rect">
            <a:avLst/>
          </a:prstGeom>
          <a:noFill/>
          <a:ln>
            <a:noFill/>
          </a:ln>
        </p:spPr>
        <p:txBody>
          <a:bodyPr spcFirstLastPara="1" wrap="square" lIns="34275" tIns="34275" rIns="34275" bIns="34275" anchor="ctr" anchorCtr="0">
            <a:noAutofit/>
          </a:bodyPr>
          <a:lstStyle>
            <a:lvl1pPr lvl="0" rtl="0">
              <a:spcBef>
                <a:spcPts val="0"/>
              </a:spcBef>
              <a:spcAft>
                <a:spcPts val="0"/>
              </a:spcAft>
              <a:buClr>
                <a:schemeClr val="lt2"/>
              </a:buClr>
              <a:buSzPts val="3800"/>
              <a:buFont typeface="Inter"/>
              <a:buNone/>
              <a:defRPr sz="50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2pPr>
            <a:lvl3pPr lvl="2"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3pPr>
            <a:lvl4pPr lvl="3"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4pPr>
            <a:lvl5pPr lvl="4"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5pPr>
            <a:lvl6pPr lvl="5"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6pPr>
            <a:lvl7pPr lvl="6"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7pPr>
            <a:lvl8pPr lvl="7"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8pPr>
            <a:lvl9pPr lvl="8"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9pPr>
          </a:lstStyle>
          <a:p>
            <a:endParaRPr/>
          </a:p>
        </p:txBody>
      </p:sp>
      <p:sp>
        <p:nvSpPr>
          <p:cNvPr id="122" name="Google Shape;122;p13"/>
          <p:cNvSpPr txBox="1">
            <a:spLocks noGrp="1"/>
          </p:cNvSpPr>
          <p:nvPr>
            <p:ph type="body" idx="1"/>
          </p:nvPr>
        </p:nvSpPr>
        <p:spPr>
          <a:xfrm>
            <a:off x="438867" y="3527667"/>
            <a:ext cx="7142800" cy="16772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tx1"/>
              </a:buClr>
              <a:buSzPct val="110000"/>
              <a:buFont typeface="Arial" panose="020B0604020202020204" pitchFamily="34" charset="0"/>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2pPr>
            <a:lvl3pPr marL="1828754" lvl="2"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3pPr>
            <a:lvl4pPr marL="2438339" lvl="3"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4pPr>
            <a:lvl5pPr marL="3047924" lvl="4"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5pPr>
            <a:lvl6pPr marL="3657509" lvl="5"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6pPr>
            <a:lvl7pPr marL="4267093" lvl="6"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7pPr>
            <a:lvl8pPr marL="4876678" lvl="7"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8pPr>
            <a:lvl9pPr marL="5486263" lvl="8"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9pPr>
          </a:lstStyle>
          <a:p>
            <a:endParaRPr/>
          </a:p>
        </p:txBody>
      </p:sp>
      <p:pic>
        <p:nvPicPr>
          <p:cNvPr id="4" name="Picture 3" descr="A black grid with blue and pink squares&#10;&#10;AI-generated content may be incorrect.">
            <a:extLst>
              <a:ext uri="{FF2B5EF4-FFF2-40B4-BE49-F238E27FC236}">
                <a16:creationId xmlns:a16="http://schemas.microsoft.com/office/drawing/2014/main" id="{DB653F79-5381-8107-6BFB-B0D18A53ED42}"/>
              </a:ext>
            </a:extLst>
          </p:cNvPr>
          <p:cNvPicPr>
            <a:picLocks noChangeAspect="1"/>
          </p:cNvPicPr>
          <p:nvPr userDrawn="1"/>
        </p:nvPicPr>
        <p:blipFill>
          <a:blip r:embed="rId2"/>
          <a:srcRect l="4472" t="20775" r="5059" b="65696"/>
          <a:stretch>
            <a:fillRect/>
          </a:stretch>
        </p:blipFill>
        <p:spPr>
          <a:xfrm>
            <a:off x="-1" y="-16"/>
            <a:ext cx="12192001" cy="1553768"/>
          </a:xfrm>
          <a:prstGeom prst="rect">
            <a:avLst/>
          </a:prstGeom>
        </p:spPr>
      </p:pic>
      <p:pic>
        <p:nvPicPr>
          <p:cNvPr id="5" name="Picture 4" descr="A black grid with blue and pink squares&#10;&#10;AI-generated content may be incorrect.">
            <a:extLst>
              <a:ext uri="{FF2B5EF4-FFF2-40B4-BE49-F238E27FC236}">
                <a16:creationId xmlns:a16="http://schemas.microsoft.com/office/drawing/2014/main" id="{D40EAC56-B67D-35DA-0CC7-17532D7DB9DA}"/>
              </a:ext>
            </a:extLst>
          </p:cNvPr>
          <p:cNvPicPr>
            <a:picLocks noChangeAspect="1"/>
          </p:cNvPicPr>
          <p:nvPr userDrawn="1"/>
        </p:nvPicPr>
        <p:blipFill>
          <a:blip r:embed="rId2"/>
          <a:srcRect l="4472" t="10616" r="5059" b="75855"/>
          <a:stretch>
            <a:fillRect/>
          </a:stretch>
        </p:blipFill>
        <p:spPr>
          <a:xfrm>
            <a:off x="-1" y="5361843"/>
            <a:ext cx="12192001" cy="1553768"/>
          </a:xfrm>
          <a:prstGeom prst="rect">
            <a:avLst/>
          </a:prstGeom>
        </p:spPr>
      </p:pic>
    </p:spTree>
    <p:extLst>
      <p:ext uri="{BB962C8B-B14F-4D97-AF65-F5344CB8AC3E}">
        <p14:creationId xmlns:p14="http://schemas.microsoft.com/office/powerpoint/2010/main" val="318418312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03_Text-heavy Split" preserve="1" userDrawn="1">
  <p:cSld name="03_Text-heavy Split">
    <p:bg>
      <p:bgPr>
        <a:solidFill>
          <a:schemeClr val="tx1"/>
        </a:solidFill>
        <a:effectLst/>
      </p:bgPr>
    </p:bg>
    <p:spTree>
      <p:nvGrpSpPr>
        <p:cNvPr id="1" name="Shape 124"/>
        <p:cNvGrpSpPr/>
        <p:nvPr/>
      </p:nvGrpSpPr>
      <p:grpSpPr>
        <a:xfrm>
          <a:off x="0" y="0"/>
          <a:ext cx="0" cy="0"/>
          <a:chOff x="0" y="0"/>
          <a:chExt cx="0" cy="0"/>
        </a:xfrm>
      </p:grpSpPr>
      <p:sp>
        <p:nvSpPr>
          <p:cNvPr id="125" name="Google Shape;125;p14"/>
          <p:cNvSpPr/>
          <p:nvPr/>
        </p:nvSpPr>
        <p:spPr>
          <a:xfrm>
            <a:off x="6096000" y="0"/>
            <a:ext cx="6095600" cy="6858000"/>
          </a:xfrm>
          <a:prstGeom prst="rect">
            <a:avLst/>
          </a:prstGeom>
          <a:solidFill>
            <a:schemeClr val="bg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3224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943100"/>
            <a:ext cx="4571600" cy="3252000"/>
          </a:xfrm>
          <a:prstGeom prst="rect">
            <a:avLst/>
          </a:prstGeom>
          <a:noFill/>
          <a:ln>
            <a:noFill/>
          </a:ln>
        </p:spPr>
        <p:txBody>
          <a:bodyPr spcFirstLastPara="1" wrap="square" lIns="0" tIns="0" rIns="0" bIns="0" anchor="t" anchorCtr="0">
            <a:noAutofit/>
          </a:bodyPr>
          <a:lstStyle>
            <a:lvl1pPr marL="609585" lvl="0" indent="-414856" rtl="0">
              <a:spcBef>
                <a:spcPts val="0"/>
              </a:spcBef>
              <a:spcAft>
                <a:spcPts val="0"/>
              </a:spcAft>
              <a:buClr>
                <a:schemeClr val="bg1"/>
              </a:buClr>
              <a:buSzPct val="110000"/>
              <a:buFont typeface="Arial" panose="020B0604020202020204" pitchFamily="34" charset="0"/>
              <a:buChar char="•"/>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7" name="Google Shape;128;p14">
            <a:extLst>
              <a:ext uri="{FF2B5EF4-FFF2-40B4-BE49-F238E27FC236}">
                <a16:creationId xmlns:a16="http://schemas.microsoft.com/office/drawing/2014/main" id="{94FB350F-6CF0-CB81-8DAF-37C927AE2949}"/>
              </a:ext>
            </a:extLst>
          </p:cNvPr>
          <p:cNvSpPr txBox="1">
            <a:spLocks noGrp="1"/>
          </p:cNvSpPr>
          <p:nvPr>
            <p:ph type="body" idx="11"/>
          </p:nvPr>
        </p:nvSpPr>
        <p:spPr>
          <a:xfrm>
            <a:off x="6846193" y="1943100"/>
            <a:ext cx="4571600" cy="3252000"/>
          </a:xfrm>
          <a:prstGeom prst="rect">
            <a:avLst/>
          </a:prstGeom>
          <a:noFill/>
          <a:ln>
            <a:noFill/>
          </a:ln>
        </p:spPr>
        <p:txBody>
          <a:bodyPr spcFirstLastPara="1" wrap="square" lIns="0" tIns="0" rIns="0" bIns="0" anchor="t" anchorCtr="0">
            <a:noAutofit/>
          </a:bodyPr>
          <a:lstStyle>
            <a:lvl1pPr marL="609585" lvl="0" indent="-414856" rtl="0">
              <a:spcBef>
                <a:spcPts val="0"/>
              </a:spcBef>
              <a:spcAft>
                <a:spcPts val="0"/>
              </a:spcAft>
              <a:buClr>
                <a:schemeClr val="bg1"/>
              </a:buClr>
              <a:buSzPct val="110000"/>
              <a:buFont typeface="Arial" panose="020B0604020202020204" pitchFamily="34" charset="0"/>
              <a:buChar char="•"/>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8" name="Footer Placeholder 3">
            <a:extLst>
              <a:ext uri="{FF2B5EF4-FFF2-40B4-BE49-F238E27FC236}">
                <a16:creationId xmlns:a16="http://schemas.microsoft.com/office/drawing/2014/main" id="{CC101B06-5940-D2DE-E578-DAA4C200593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10" name="Graphic 9">
            <a:extLst>
              <a:ext uri="{FF2B5EF4-FFF2-40B4-BE49-F238E27FC236}">
                <a16:creationId xmlns:a16="http://schemas.microsoft.com/office/drawing/2014/main" id="{79DE3563-D4BC-BEDC-A82D-EE3DD9186D6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621621097"/>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03_Text-heavy Split" preserve="1" userDrawn="1">
  <p:cSld name="4_Text-heavy Split">
    <p:spTree>
      <p:nvGrpSpPr>
        <p:cNvPr id="1" name="Shape 124"/>
        <p:cNvGrpSpPr/>
        <p:nvPr/>
      </p:nvGrpSpPr>
      <p:grpSpPr>
        <a:xfrm>
          <a:off x="0" y="0"/>
          <a:ext cx="0" cy="0"/>
          <a:chOff x="0" y="0"/>
          <a:chExt cx="0" cy="0"/>
        </a:xfrm>
      </p:grpSpPr>
      <p:sp>
        <p:nvSpPr>
          <p:cNvPr id="125" name="Google Shape;125;p14"/>
          <p:cNvSpPr/>
          <p:nvPr/>
        </p:nvSpPr>
        <p:spPr>
          <a:xfrm>
            <a:off x="400" y="0"/>
            <a:ext cx="3584048"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2770677" cy="566927"/>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2800" b="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28" name="Google Shape;128;p14"/>
          <p:cNvSpPr txBox="1">
            <a:spLocks noGrp="1"/>
          </p:cNvSpPr>
          <p:nvPr>
            <p:ph type="body" idx="2"/>
          </p:nvPr>
        </p:nvSpPr>
        <p:spPr>
          <a:xfrm>
            <a:off x="4035954" y="458509"/>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266444"/>
            <a:ext cx="2800201"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tx1"/>
              </a:buClr>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B09971A5-B971-DCED-B9DA-744C1C3553D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5E5ECB3B-6850-139F-D91A-96E6225D91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558982780"/>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03_Text-heavy Split" preserve="1" userDrawn="1">
  <p:cSld name="4_Text-heavy Split">
    <p:spTree>
      <p:nvGrpSpPr>
        <p:cNvPr id="1" name="Shape 124"/>
        <p:cNvGrpSpPr/>
        <p:nvPr/>
      </p:nvGrpSpPr>
      <p:grpSpPr>
        <a:xfrm>
          <a:off x="0" y="0"/>
          <a:ext cx="0" cy="0"/>
          <a:chOff x="0" y="0"/>
          <a:chExt cx="0" cy="0"/>
        </a:xfrm>
      </p:grpSpPr>
      <p:sp>
        <p:nvSpPr>
          <p:cNvPr id="125" name="Google Shape;125;p14"/>
          <p:cNvSpPr/>
          <p:nvPr/>
        </p:nvSpPr>
        <p:spPr>
          <a:xfrm>
            <a:off x="6096000" y="0"/>
            <a:ext cx="6095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3224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28" name="Google Shape;128;p14"/>
          <p:cNvSpPr txBox="1">
            <a:spLocks noGrp="1"/>
          </p:cNvSpPr>
          <p:nvPr>
            <p:ph type="body" idx="2"/>
          </p:nvPr>
        </p:nvSpPr>
        <p:spPr>
          <a:xfrm>
            <a:off x="6859304"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B09971A5-B971-DCED-B9DA-744C1C3553D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5E5ECB3B-6850-139F-D91A-96E6225D91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404354405"/>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05_SpeakerSlide1" preserve="1">
  <p:cSld name="05_SpeakerSlide1">
    <p:bg>
      <p:bgPr>
        <a:solidFill>
          <a:schemeClr val="tx1"/>
        </a:solidFill>
        <a:effectLst/>
      </p:bgPr>
    </p:bg>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5334900"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32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2pPr>
            <a:lvl3pPr lvl="2"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3pPr>
            <a:lvl4pPr lvl="3"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4pPr>
            <a:lvl5pPr lvl="4"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5pPr>
            <a:lvl6pPr lvl="5"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6pPr>
            <a:lvl7pPr lvl="6"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7pPr>
            <a:lvl8pPr lvl="7"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8pPr>
            <a:lvl9pPr lvl="8"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9pPr>
          </a:lstStyle>
          <a:p>
            <a:endParaRPr/>
          </a:p>
        </p:txBody>
      </p:sp>
      <p:sp>
        <p:nvSpPr>
          <p:cNvPr id="133" name="Google Shape;133;p15"/>
          <p:cNvSpPr txBox="1">
            <a:spLocks noGrp="1"/>
          </p:cNvSpPr>
          <p:nvPr>
            <p:ph type="body" idx="1"/>
          </p:nvPr>
        </p:nvSpPr>
        <p:spPr>
          <a:xfrm>
            <a:off x="5334895" y="4914900"/>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bg1"/>
              </a:buClr>
              <a:buSzPct val="110000"/>
              <a:buFont typeface="Arial" panose="020B0604020202020204" pitchFamily="34" charset="0"/>
              <a:buNone/>
              <a:tabLst/>
              <a:defRPr sz="2267"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2pPr>
            <a:lvl3pPr marL="1828754" lvl="2"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3pPr>
            <a:lvl4pPr marL="2438339" lvl="3"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4pPr>
            <a:lvl5pPr marL="3047924" lvl="4"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5pPr>
            <a:lvl6pPr marL="3657509" lvl="5"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6pPr>
            <a:lvl7pPr marL="4267093" lvl="6"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7pPr>
            <a:lvl8pPr marL="4876678" lvl="7"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8pPr>
            <a:lvl9pPr marL="5486263" lvl="8"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9pPr>
          </a:lstStyle>
          <a:p>
            <a:endParaRPr/>
          </a:p>
        </p:txBody>
      </p:sp>
      <p:sp>
        <p:nvSpPr>
          <p:cNvPr id="134" name="Google Shape;134;p15"/>
          <p:cNvSpPr>
            <a:spLocks noGrp="1"/>
          </p:cNvSpPr>
          <p:nvPr>
            <p:ph type="pic" idx="2"/>
          </p:nvPr>
        </p:nvSpPr>
        <p:spPr>
          <a:xfrm>
            <a:off x="125" y="0"/>
            <a:ext cx="4677200" cy="6858000"/>
          </a:xfrm>
          <a:prstGeom prst="rect">
            <a:avLst/>
          </a:prstGeom>
          <a:noFill/>
          <a:ln>
            <a:noFill/>
          </a:ln>
        </p:spPr>
        <p:txBody>
          <a:bodyPr/>
          <a:lstStyle/>
          <a:p>
            <a:endParaRPr lang="en-US"/>
          </a:p>
        </p:txBody>
      </p:sp>
      <p:sp>
        <p:nvSpPr>
          <p:cNvPr id="135" name="Google Shape;135;p15"/>
          <p:cNvSpPr txBox="1">
            <a:spLocks noGrp="1"/>
          </p:cNvSpPr>
          <p:nvPr>
            <p:ph type="subTitle" idx="3"/>
          </p:nvPr>
        </p:nvSpPr>
        <p:spPr>
          <a:xfrm>
            <a:off x="5334900" y="717933"/>
            <a:ext cx="47576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200"/>
              <a:buFont typeface="JetBrains Mono"/>
              <a:buNone/>
              <a:defRPr sz="1600"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9pPr>
          </a:lstStyle>
          <a:p>
            <a:endParaRPr/>
          </a:p>
        </p:txBody>
      </p:sp>
      <p:sp>
        <p:nvSpPr>
          <p:cNvPr id="136" name="Google Shape;136;p15"/>
          <p:cNvSpPr txBox="1">
            <a:spLocks noGrp="1"/>
          </p:cNvSpPr>
          <p:nvPr>
            <p:ph type="body" idx="4"/>
          </p:nvPr>
        </p:nvSpPr>
        <p:spPr>
          <a:xfrm>
            <a:off x="5334895" y="5514975"/>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bg1"/>
              </a:buClr>
              <a:buSzPct val="110000"/>
              <a:buFont typeface="Arial" panose="020B0604020202020204" pitchFamily="34" charset="0"/>
              <a:buNone/>
              <a:tabLst/>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3pPr>
            <a:lvl4pPr marL="2438339" lvl="3"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4pPr>
            <a:lvl5pPr marL="3047924" lvl="4"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5pPr>
            <a:lvl6pPr marL="3657509" lvl="5"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6pPr>
            <a:lvl7pPr marL="4267093" lvl="6"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7pPr>
            <a:lvl8pPr marL="4876678" lvl="7"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8pPr>
            <a:lvl9pPr marL="5486263" lvl="8"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9pPr>
          </a:lstStyle>
          <a:p>
            <a:endParaRPr/>
          </a:p>
        </p:txBody>
      </p:sp>
      <p:sp>
        <p:nvSpPr>
          <p:cNvPr id="137" name="Google Shape;137;p15"/>
          <p:cNvSpPr txBox="1">
            <a:spLocks noGrp="1"/>
          </p:cNvSpPr>
          <p:nvPr>
            <p:ph type="subTitle" idx="5"/>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1178BD8C-DBF7-7B4F-FEEE-E15B35A4BBA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C18D02B2-FE57-8646-28F5-30AB6E28C7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374824614"/>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05_SpeakerSlide1" preserve="1">
  <p:cSld name="6_SpeakerSlide1">
    <p:bg>
      <p:bgPr>
        <a:solidFill>
          <a:schemeClr val="bg1"/>
        </a:solidFill>
        <a:effectLst/>
      </p:bgPr>
    </p:bg>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5334900"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32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2pPr>
            <a:lvl3pPr lvl="2"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3pPr>
            <a:lvl4pPr lvl="3"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4pPr>
            <a:lvl5pPr lvl="4"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5pPr>
            <a:lvl6pPr lvl="5"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6pPr>
            <a:lvl7pPr lvl="6"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7pPr>
            <a:lvl8pPr lvl="7"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8pPr>
            <a:lvl9pPr lvl="8"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9pPr>
          </a:lstStyle>
          <a:p>
            <a:endParaRPr/>
          </a:p>
        </p:txBody>
      </p:sp>
      <p:sp>
        <p:nvSpPr>
          <p:cNvPr id="133" name="Google Shape;133;p15"/>
          <p:cNvSpPr txBox="1">
            <a:spLocks noGrp="1"/>
          </p:cNvSpPr>
          <p:nvPr>
            <p:ph type="body" idx="1"/>
          </p:nvPr>
        </p:nvSpPr>
        <p:spPr>
          <a:xfrm>
            <a:off x="5334895" y="4914900"/>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2267"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2pPr>
            <a:lvl3pPr marL="1828754" lvl="2"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3pPr>
            <a:lvl4pPr marL="2438339" lvl="3"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4pPr>
            <a:lvl5pPr marL="3047924" lvl="4"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5pPr>
            <a:lvl6pPr marL="3657509" lvl="5"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6pPr>
            <a:lvl7pPr marL="4267093" lvl="6"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7pPr>
            <a:lvl8pPr marL="4876678" lvl="7"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8pPr>
            <a:lvl9pPr marL="5486263" lvl="8"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9pPr>
          </a:lstStyle>
          <a:p>
            <a:endParaRPr/>
          </a:p>
        </p:txBody>
      </p:sp>
      <p:sp>
        <p:nvSpPr>
          <p:cNvPr id="134" name="Google Shape;134;p15"/>
          <p:cNvSpPr>
            <a:spLocks noGrp="1"/>
          </p:cNvSpPr>
          <p:nvPr>
            <p:ph type="pic" idx="2"/>
          </p:nvPr>
        </p:nvSpPr>
        <p:spPr>
          <a:xfrm>
            <a:off x="125" y="0"/>
            <a:ext cx="4677200" cy="6858000"/>
          </a:xfrm>
          <a:prstGeom prst="rect">
            <a:avLst/>
          </a:prstGeom>
          <a:noFill/>
          <a:ln>
            <a:noFill/>
          </a:ln>
        </p:spPr>
        <p:txBody>
          <a:bodyPr/>
          <a:lstStyle/>
          <a:p>
            <a:endParaRPr lang="en-US"/>
          </a:p>
        </p:txBody>
      </p:sp>
      <p:sp>
        <p:nvSpPr>
          <p:cNvPr id="135" name="Google Shape;135;p15"/>
          <p:cNvSpPr txBox="1">
            <a:spLocks noGrp="1"/>
          </p:cNvSpPr>
          <p:nvPr>
            <p:ph type="subTitle" idx="3"/>
          </p:nvPr>
        </p:nvSpPr>
        <p:spPr>
          <a:xfrm>
            <a:off x="5334900" y="717933"/>
            <a:ext cx="47576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200"/>
              <a:buFont typeface="JetBrains Mono"/>
              <a:buNone/>
              <a:defRPr sz="1600"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9pPr>
          </a:lstStyle>
          <a:p>
            <a:endParaRPr/>
          </a:p>
        </p:txBody>
      </p:sp>
      <p:sp>
        <p:nvSpPr>
          <p:cNvPr id="136" name="Google Shape;136;p15"/>
          <p:cNvSpPr txBox="1">
            <a:spLocks noGrp="1"/>
          </p:cNvSpPr>
          <p:nvPr>
            <p:ph type="body" idx="4"/>
          </p:nvPr>
        </p:nvSpPr>
        <p:spPr>
          <a:xfrm>
            <a:off x="5334895" y="5514975"/>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3pPr>
            <a:lvl4pPr marL="2438339" lvl="3"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4pPr>
            <a:lvl5pPr marL="3047924" lvl="4"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5pPr>
            <a:lvl6pPr marL="3657509" lvl="5"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6pPr>
            <a:lvl7pPr marL="4267093" lvl="6"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7pPr>
            <a:lvl8pPr marL="4876678" lvl="7"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8pPr>
            <a:lvl9pPr marL="5486263" lvl="8"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9pPr>
          </a:lstStyle>
          <a:p>
            <a:endParaRPr/>
          </a:p>
        </p:txBody>
      </p:sp>
      <p:sp>
        <p:nvSpPr>
          <p:cNvPr id="137" name="Google Shape;137;p15"/>
          <p:cNvSpPr txBox="1">
            <a:spLocks noGrp="1"/>
          </p:cNvSpPr>
          <p:nvPr>
            <p:ph type="subTitle" idx="5"/>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B063DBA5-08F6-B16B-930C-50CD5175249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91CD24E-765A-60F7-1878-3719FA3FFDE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97582496"/>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05_SpeakerSlide2" preserve="1">
  <p:cSld name="05_SpeakerSlide2">
    <p:bg>
      <p:bgPr>
        <a:solidFill>
          <a:schemeClr val="tx1"/>
        </a:solidFill>
        <a:effectLst/>
      </p:bgPr>
    </p:bg>
    <p:spTree>
      <p:nvGrpSpPr>
        <p:cNvPr id="1" name="Shape 140"/>
        <p:cNvGrpSpPr/>
        <p:nvPr/>
      </p:nvGrpSpPr>
      <p:grpSpPr>
        <a:xfrm>
          <a:off x="0" y="0"/>
          <a:ext cx="0" cy="0"/>
          <a:chOff x="0" y="0"/>
          <a:chExt cx="0" cy="0"/>
        </a:xfrm>
      </p:grpSpPr>
      <p:sp>
        <p:nvSpPr>
          <p:cNvPr id="141" name="Google Shape;141;p16"/>
          <p:cNvSpPr>
            <a:spLocks noGrp="1"/>
          </p:cNvSpPr>
          <p:nvPr>
            <p:ph type="pic" idx="2"/>
          </p:nvPr>
        </p:nvSpPr>
        <p:spPr>
          <a:xfrm>
            <a:off x="888433" y="688800"/>
            <a:ext cx="3579200" cy="3403600"/>
          </a:xfrm>
          <a:prstGeom prst="roundRect">
            <a:avLst>
              <a:gd name="adj" fmla="val 3520"/>
            </a:avLst>
          </a:prstGeom>
          <a:noFill/>
          <a:ln>
            <a:noFill/>
          </a:ln>
        </p:spPr>
        <p:txBody>
          <a:bodyPr/>
          <a:lstStyle/>
          <a:p>
            <a:endParaRPr lang="en-US"/>
          </a:p>
        </p:txBody>
      </p:sp>
      <p:sp>
        <p:nvSpPr>
          <p:cNvPr id="142" name="Google Shape;142;p16"/>
          <p:cNvSpPr txBox="1">
            <a:spLocks noGrp="1"/>
          </p:cNvSpPr>
          <p:nvPr>
            <p:ph type="title"/>
          </p:nvPr>
        </p:nvSpPr>
        <p:spPr>
          <a:xfrm>
            <a:off x="5334895"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3200"/>
              <a:buFont typeface="Inter"/>
              <a:buNone/>
              <a:defRPr sz="4267"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2pPr>
            <a:lvl3pPr lvl="2"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3pPr>
            <a:lvl4pPr lvl="3"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4pPr>
            <a:lvl5pPr lvl="4"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5pPr>
            <a:lvl6pPr lvl="5"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6pPr>
            <a:lvl7pPr lvl="6"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7pPr>
            <a:lvl8pPr lvl="7"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8pPr>
            <a:lvl9pPr lvl="8"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9pPr>
          </a:lstStyle>
          <a:p>
            <a:endParaRPr/>
          </a:p>
        </p:txBody>
      </p:sp>
      <p:sp>
        <p:nvSpPr>
          <p:cNvPr id="143" name="Google Shape;143;p16"/>
          <p:cNvSpPr txBox="1">
            <a:spLocks noGrp="1"/>
          </p:cNvSpPr>
          <p:nvPr>
            <p:ph type="subTitle" idx="1"/>
          </p:nvPr>
        </p:nvSpPr>
        <p:spPr>
          <a:xfrm>
            <a:off x="5334900" y="717933"/>
            <a:ext cx="44180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200"/>
              <a:buFont typeface="JetBrains Mono"/>
              <a:buNone/>
              <a:defRPr sz="1600" b="0">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2pPr>
            <a:lvl3pPr lvl="2"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3pPr>
            <a:lvl4pPr lvl="3"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4pPr>
            <a:lvl5pPr lvl="4"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5pPr>
            <a:lvl6pPr lvl="5"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6pPr>
            <a:lvl7pPr lvl="6"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7pPr>
            <a:lvl8pPr lvl="7"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8pPr>
            <a:lvl9pPr lvl="8"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9pPr>
          </a:lstStyle>
          <a:p>
            <a:endParaRPr/>
          </a:p>
        </p:txBody>
      </p:sp>
      <p:sp>
        <p:nvSpPr>
          <p:cNvPr id="144" name="Google Shape;144;p16"/>
          <p:cNvSpPr txBox="1">
            <a:spLocks noGrp="1"/>
          </p:cNvSpPr>
          <p:nvPr>
            <p:ph type="subTitle" idx="3"/>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400"/>
              <a:buFont typeface="Inter"/>
              <a:buNone/>
              <a:defRPr>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45" name="Google Shape;145;p16"/>
          <p:cNvSpPr txBox="1">
            <a:spLocks noGrp="1"/>
          </p:cNvSpPr>
          <p:nvPr>
            <p:ph type="body" idx="4"/>
          </p:nvPr>
        </p:nvSpPr>
        <p:spPr>
          <a:xfrm>
            <a:off x="877828" y="4575467"/>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2267" b="1">
                <a:solidFill>
                  <a:srgbClr val="0099FF"/>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2pPr>
            <a:lvl3pPr marL="1828754" lvl="2"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3pPr>
            <a:lvl4pPr marL="2438339" lvl="3"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4pPr>
            <a:lvl5pPr marL="3047924" lvl="4"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5pPr>
            <a:lvl6pPr marL="3657509" lvl="5"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6pPr>
            <a:lvl7pPr marL="4267093" lvl="6"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7pPr>
            <a:lvl8pPr marL="4876678" lvl="7"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8pPr>
            <a:lvl9pPr marL="5486263" lvl="8"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9pPr>
          </a:lstStyle>
          <a:p>
            <a:endParaRPr/>
          </a:p>
        </p:txBody>
      </p:sp>
      <p:sp>
        <p:nvSpPr>
          <p:cNvPr id="146" name="Google Shape;146;p16"/>
          <p:cNvSpPr txBox="1">
            <a:spLocks noGrp="1"/>
          </p:cNvSpPr>
          <p:nvPr>
            <p:ph type="body" idx="5"/>
          </p:nvPr>
        </p:nvSpPr>
        <p:spPr>
          <a:xfrm>
            <a:off x="877828" y="5075741"/>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2pPr>
            <a:lvl3pPr marL="1828754" lvl="2"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3pPr>
            <a:lvl4pPr marL="2438339" lvl="3"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4pPr>
            <a:lvl5pPr marL="3047924" lvl="4"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5pPr>
            <a:lvl6pPr marL="3657509" lvl="5"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6pPr>
            <a:lvl7pPr marL="4267093" lvl="6"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7pPr>
            <a:lvl8pPr marL="4876678" lvl="7"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8pPr>
            <a:lvl9pPr marL="5486263" lvl="8"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9pPr>
          </a:lstStyle>
          <a:p>
            <a:endParaRPr/>
          </a:p>
        </p:txBody>
      </p:sp>
      <p:sp>
        <p:nvSpPr>
          <p:cNvPr id="6" name="Footer Placeholder 3">
            <a:extLst>
              <a:ext uri="{FF2B5EF4-FFF2-40B4-BE49-F238E27FC236}">
                <a16:creationId xmlns:a16="http://schemas.microsoft.com/office/drawing/2014/main" id="{4B337281-1A85-1251-8C68-062FE93F9A4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8" name="Graphic 7">
            <a:extLst>
              <a:ext uri="{FF2B5EF4-FFF2-40B4-BE49-F238E27FC236}">
                <a16:creationId xmlns:a16="http://schemas.microsoft.com/office/drawing/2014/main" id="{D79707AE-136D-EB51-B779-A5FEE6F820C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43648659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05_Speaker4 + Photos" preserve="1">
  <p:cSld name="05_Speaker4 + Photos">
    <p:bg>
      <p:bgPr>
        <a:solidFill>
          <a:schemeClr val="tx1"/>
        </a:solidFill>
        <a:effectLst/>
      </p:bgPr>
    </p:bg>
    <p:spTree>
      <p:nvGrpSpPr>
        <p:cNvPr id="1" name="Shape 149"/>
        <p:cNvGrpSpPr/>
        <p:nvPr/>
      </p:nvGrpSpPr>
      <p:grpSpPr>
        <a:xfrm>
          <a:off x="0" y="0"/>
          <a:ext cx="0" cy="0"/>
          <a:chOff x="0" y="0"/>
          <a:chExt cx="0" cy="0"/>
        </a:xfrm>
      </p:grpSpPr>
      <p:sp>
        <p:nvSpPr>
          <p:cNvPr id="150" name="Google Shape;150;p17"/>
          <p:cNvSpPr txBox="1">
            <a:spLocks noGrp="1"/>
          </p:cNvSpPr>
          <p:nvPr>
            <p:ph type="title"/>
          </p:nvPr>
        </p:nvSpPr>
        <p:spPr>
          <a:xfrm>
            <a:off x="438871" y="457201"/>
            <a:ext cx="76572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51" name="Google Shape;151;p17"/>
          <p:cNvSpPr txBox="1">
            <a:spLocks noGrp="1"/>
          </p:cNvSpPr>
          <p:nvPr>
            <p:ph type="body" idx="1"/>
          </p:nvPr>
        </p:nvSpPr>
        <p:spPr>
          <a:xfrm>
            <a:off x="438868"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52" name="Google Shape;152;p17"/>
          <p:cNvSpPr txBox="1">
            <a:spLocks noGrp="1"/>
          </p:cNvSpPr>
          <p:nvPr>
            <p:ph type="body" idx="2"/>
          </p:nvPr>
        </p:nvSpPr>
        <p:spPr>
          <a:xfrm>
            <a:off x="438867"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53" name="Google Shape;153;p17"/>
          <p:cNvSpPr>
            <a:spLocks noGrp="1"/>
          </p:cNvSpPr>
          <p:nvPr>
            <p:ph type="pic" idx="3"/>
          </p:nvPr>
        </p:nvSpPr>
        <p:spPr>
          <a:xfrm>
            <a:off x="438800"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4" name="Google Shape;154;p17"/>
          <p:cNvSpPr>
            <a:spLocks noGrp="1"/>
          </p:cNvSpPr>
          <p:nvPr>
            <p:ph type="pic" idx="4"/>
          </p:nvPr>
        </p:nvSpPr>
        <p:spPr>
          <a:xfrm>
            <a:off x="3485133"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5" name="Google Shape;155;p17"/>
          <p:cNvSpPr>
            <a:spLocks noGrp="1"/>
          </p:cNvSpPr>
          <p:nvPr>
            <p:ph type="pic" idx="5"/>
          </p:nvPr>
        </p:nvSpPr>
        <p:spPr>
          <a:xfrm>
            <a:off x="6531467"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6" name="Google Shape;156;p17"/>
          <p:cNvSpPr>
            <a:spLocks noGrp="1"/>
          </p:cNvSpPr>
          <p:nvPr>
            <p:ph type="pic" idx="6"/>
          </p:nvPr>
        </p:nvSpPr>
        <p:spPr>
          <a:xfrm>
            <a:off x="9577800"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7" name="Google Shape;157;p17"/>
          <p:cNvSpPr txBox="1">
            <a:spLocks noGrp="1"/>
          </p:cNvSpPr>
          <p:nvPr>
            <p:ph type="body" idx="7"/>
          </p:nvPr>
        </p:nvSpPr>
        <p:spPr>
          <a:xfrm>
            <a:off x="3485135"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58" name="Google Shape;158;p17"/>
          <p:cNvSpPr txBox="1">
            <a:spLocks noGrp="1"/>
          </p:cNvSpPr>
          <p:nvPr>
            <p:ph type="body" idx="8"/>
          </p:nvPr>
        </p:nvSpPr>
        <p:spPr>
          <a:xfrm>
            <a:off x="3485133"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59" name="Google Shape;159;p17"/>
          <p:cNvSpPr txBox="1">
            <a:spLocks noGrp="1"/>
          </p:cNvSpPr>
          <p:nvPr>
            <p:ph type="body" idx="9"/>
          </p:nvPr>
        </p:nvSpPr>
        <p:spPr>
          <a:xfrm>
            <a:off x="6531401"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60" name="Google Shape;160;p17"/>
          <p:cNvSpPr txBox="1">
            <a:spLocks noGrp="1"/>
          </p:cNvSpPr>
          <p:nvPr>
            <p:ph type="body" idx="13"/>
          </p:nvPr>
        </p:nvSpPr>
        <p:spPr>
          <a:xfrm>
            <a:off x="6531400"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61" name="Google Shape;161;p17"/>
          <p:cNvSpPr txBox="1">
            <a:spLocks noGrp="1"/>
          </p:cNvSpPr>
          <p:nvPr>
            <p:ph type="body" idx="14"/>
          </p:nvPr>
        </p:nvSpPr>
        <p:spPr>
          <a:xfrm>
            <a:off x="9577668"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62" name="Google Shape;162;p17"/>
          <p:cNvSpPr txBox="1">
            <a:spLocks noGrp="1"/>
          </p:cNvSpPr>
          <p:nvPr>
            <p:ph type="body" idx="15"/>
          </p:nvPr>
        </p:nvSpPr>
        <p:spPr>
          <a:xfrm>
            <a:off x="9577667"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47B55B22-7B15-8EB6-42D5-384C7184378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68E1AB4-BF66-E566-C3F4-24D67F875E8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084581920"/>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08_GraphSlide" preserve="1">
  <p:cSld name="08_GraphSlide">
    <p:spTree>
      <p:nvGrpSpPr>
        <p:cNvPr id="1" name="Shape 165"/>
        <p:cNvGrpSpPr/>
        <p:nvPr/>
      </p:nvGrpSpPr>
      <p:grpSpPr>
        <a:xfrm>
          <a:off x="0" y="0"/>
          <a:ext cx="0" cy="0"/>
          <a:chOff x="0" y="0"/>
          <a:chExt cx="0" cy="0"/>
        </a:xfrm>
      </p:grpSpPr>
      <p:sp>
        <p:nvSpPr>
          <p:cNvPr id="166" name="Google Shape;166;p18"/>
          <p:cNvSpPr/>
          <p:nvPr/>
        </p:nvSpPr>
        <p:spPr>
          <a:xfrm>
            <a:off x="33" y="0"/>
            <a:ext cx="12192000" cy="6159200"/>
          </a:xfrm>
          <a:prstGeom prst="rect">
            <a:avLst/>
          </a:prstGeom>
          <a:solidFill>
            <a:schemeClr val="tx1"/>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67" name="Google Shape;167;p18"/>
          <p:cNvSpPr txBox="1">
            <a:spLocks noGrp="1"/>
          </p:cNvSpPr>
          <p:nvPr>
            <p:ph type="title"/>
          </p:nvPr>
        </p:nvSpPr>
        <p:spPr>
          <a:xfrm>
            <a:off x="2600763" y="395412"/>
            <a:ext cx="6990400" cy="74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000" b="0">
                <a:solidFill>
                  <a:schemeClr val="bg1"/>
                </a:solidFill>
                <a:latin typeface="Bebas Neue" panose="020B0606020202050201" pitchFamily="34" charset="77"/>
                <a:ea typeface="Open Sans" panose="020B0606030504020204" pitchFamily="34" charset="0"/>
                <a:cs typeface="Open Sans" panose="020B0606030504020204" pitchFamily="34" charset="0"/>
                <a:sym typeface="Inter"/>
              </a:defRPr>
            </a:lvl1pPr>
            <a:lvl2pPr lvl="1" algn="ctr" rtl="0">
              <a:spcBef>
                <a:spcPts val="0"/>
              </a:spcBef>
              <a:spcAft>
                <a:spcPts val="0"/>
              </a:spcAft>
              <a:buSzPts val="2700"/>
              <a:buFont typeface="Inter"/>
              <a:buNone/>
              <a:defRPr sz="3600" b="1">
                <a:latin typeface="Inter"/>
                <a:ea typeface="Inter"/>
                <a:cs typeface="Inter"/>
                <a:sym typeface="Inter"/>
              </a:defRPr>
            </a:lvl2pPr>
            <a:lvl3pPr lvl="2" algn="ctr" rtl="0">
              <a:spcBef>
                <a:spcPts val="0"/>
              </a:spcBef>
              <a:spcAft>
                <a:spcPts val="0"/>
              </a:spcAft>
              <a:buSzPts val="2700"/>
              <a:buFont typeface="Inter"/>
              <a:buNone/>
              <a:defRPr sz="3600" b="1">
                <a:latin typeface="Inter"/>
                <a:ea typeface="Inter"/>
                <a:cs typeface="Inter"/>
                <a:sym typeface="Inter"/>
              </a:defRPr>
            </a:lvl3pPr>
            <a:lvl4pPr lvl="3" algn="ctr" rtl="0">
              <a:spcBef>
                <a:spcPts val="0"/>
              </a:spcBef>
              <a:spcAft>
                <a:spcPts val="0"/>
              </a:spcAft>
              <a:buSzPts val="2700"/>
              <a:buFont typeface="Inter"/>
              <a:buNone/>
              <a:defRPr sz="3600" b="1">
                <a:latin typeface="Inter"/>
                <a:ea typeface="Inter"/>
                <a:cs typeface="Inter"/>
                <a:sym typeface="Inter"/>
              </a:defRPr>
            </a:lvl4pPr>
            <a:lvl5pPr lvl="4" algn="ctr" rtl="0">
              <a:spcBef>
                <a:spcPts val="0"/>
              </a:spcBef>
              <a:spcAft>
                <a:spcPts val="0"/>
              </a:spcAft>
              <a:buSzPts val="2700"/>
              <a:buFont typeface="Inter"/>
              <a:buNone/>
              <a:defRPr sz="3600" b="1">
                <a:latin typeface="Inter"/>
                <a:ea typeface="Inter"/>
                <a:cs typeface="Inter"/>
                <a:sym typeface="Inter"/>
              </a:defRPr>
            </a:lvl5pPr>
            <a:lvl6pPr lvl="5" algn="ctr" rtl="0">
              <a:spcBef>
                <a:spcPts val="0"/>
              </a:spcBef>
              <a:spcAft>
                <a:spcPts val="0"/>
              </a:spcAft>
              <a:buSzPts val="2700"/>
              <a:buFont typeface="Inter"/>
              <a:buNone/>
              <a:defRPr sz="3600" b="1">
                <a:latin typeface="Inter"/>
                <a:ea typeface="Inter"/>
                <a:cs typeface="Inter"/>
                <a:sym typeface="Inter"/>
              </a:defRPr>
            </a:lvl6pPr>
            <a:lvl7pPr lvl="6" algn="ctr" rtl="0">
              <a:spcBef>
                <a:spcPts val="0"/>
              </a:spcBef>
              <a:spcAft>
                <a:spcPts val="0"/>
              </a:spcAft>
              <a:buSzPts val="2700"/>
              <a:buFont typeface="Inter"/>
              <a:buNone/>
              <a:defRPr sz="3600" b="1">
                <a:latin typeface="Inter"/>
                <a:ea typeface="Inter"/>
                <a:cs typeface="Inter"/>
                <a:sym typeface="Inter"/>
              </a:defRPr>
            </a:lvl7pPr>
            <a:lvl8pPr lvl="7" algn="ctr" rtl="0">
              <a:spcBef>
                <a:spcPts val="0"/>
              </a:spcBef>
              <a:spcAft>
                <a:spcPts val="0"/>
              </a:spcAft>
              <a:buSzPts val="2700"/>
              <a:buFont typeface="Inter"/>
              <a:buNone/>
              <a:defRPr sz="3600" b="1">
                <a:latin typeface="Inter"/>
                <a:ea typeface="Inter"/>
                <a:cs typeface="Inter"/>
                <a:sym typeface="Inter"/>
              </a:defRPr>
            </a:lvl8pPr>
            <a:lvl9pPr lvl="8" algn="ctr" rtl="0">
              <a:spcBef>
                <a:spcPts val="0"/>
              </a:spcBef>
              <a:spcAft>
                <a:spcPts val="0"/>
              </a:spcAft>
              <a:buSzPts val="2700"/>
              <a:buFont typeface="Inter"/>
              <a:buNone/>
              <a:defRPr sz="3600" b="1">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2E19C42-3C71-BE21-7F6E-A72328F89F0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FB51793-C2A8-115D-0718-80F8D63B93D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990506197"/>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08_GraphSlide2" preserve="1">
  <p:cSld name="08_GraphSlide2">
    <p:bg>
      <p:bgPr>
        <a:solidFill>
          <a:schemeClr val="bg1"/>
        </a:solidFill>
        <a:effectLst/>
      </p:bgPr>
    </p:bg>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438867" y="457201"/>
            <a:ext cx="4571600" cy="574516"/>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800"/>
              <a:buFont typeface="Inter"/>
              <a:buNone/>
              <a:defRPr sz="3733"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9pPr>
          </a:lstStyle>
          <a:p>
            <a:endParaRPr/>
          </a:p>
        </p:txBody>
      </p:sp>
      <p:sp>
        <p:nvSpPr>
          <p:cNvPr id="172" name="Google Shape;172;p19"/>
          <p:cNvSpPr txBox="1">
            <a:spLocks noGrp="1"/>
          </p:cNvSpPr>
          <p:nvPr>
            <p:ph type="body" idx="1"/>
          </p:nvPr>
        </p:nvSpPr>
        <p:spPr>
          <a:xfrm>
            <a:off x="438867" y="1159796"/>
            <a:ext cx="4571600" cy="1094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173" name="Google Shape;173;p19"/>
          <p:cNvSpPr txBox="1">
            <a:spLocks noGrp="1"/>
          </p:cNvSpPr>
          <p:nvPr>
            <p:ph type="body" idx="2"/>
          </p:nvPr>
        </p:nvSpPr>
        <p:spPr>
          <a:xfrm>
            <a:off x="6096000" y="1159796"/>
            <a:ext cx="4571600" cy="10948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EEBDF09-5706-9221-9A10-3AA8F44C011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0862B4-7E47-4B48-2873-C13ADABA5B2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247658803"/>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08_GraphSlide2" preserve="1">
  <p:cSld name="9_GraphSlide2">
    <p:bg>
      <p:bgPr>
        <a:solidFill>
          <a:schemeClr val="tx1"/>
        </a:solidFill>
        <a:effectLst/>
      </p:bgPr>
    </p:bg>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438867" y="457201"/>
            <a:ext cx="4571600" cy="574516"/>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800"/>
              <a:buFont typeface="Inter"/>
              <a:buNone/>
              <a:defRPr sz="3733"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9pPr>
          </a:lstStyle>
          <a:p>
            <a:endParaRPr/>
          </a:p>
        </p:txBody>
      </p:sp>
      <p:sp>
        <p:nvSpPr>
          <p:cNvPr id="172" name="Google Shape;172;p19"/>
          <p:cNvSpPr txBox="1">
            <a:spLocks noGrp="1"/>
          </p:cNvSpPr>
          <p:nvPr>
            <p:ph type="body" idx="1"/>
          </p:nvPr>
        </p:nvSpPr>
        <p:spPr>
          <a:xfrm>
            <a:off x="438867" y="1159796"/>
            <a:ext cx="4571600" cy="1094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173" name="Google Shape;173;p19"/>
          <p:cNvSpPr txBox="1">
            <a:spLocks noGrp="1"/>
          </p:cNvSpPr>
          <p:nvPr>
            <p:ph type="body" idx="2"/>
          </p:nvPr>
        </p:nvSpPr>
        <p:spPr>
          <a:xfrm>
            <a:off x="6096000" y="1159796"/>
            <a:ext cx="4571600" cy="10948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EA3B5DCC-88D1-8D3D-5B4F-B547E1F2B47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2E105C49-8291-F386-6BB5-C5DFA2B496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448160927"/>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11_DesktopScreen" preserve="1">
  <p:cSld name="11_DesktopScreen">
    <p:bg>
      <p:bgPr>
        <a:gradFill>
          <a:gsLst>
            <a:gs pos="0">
              <a:schemeClr val="tx1"/>
            </a:gs>
            <a:gs pos="100000">
              <a:schemeClr val="bg2"/>
            </a:gs>
          </a:gsLst>
          <a:lin ang="18900000" scaled="1"/>
        </a:gradFill>
        <a:effectLst/>
      </p:bgPr>
    </p:bg>
    <p:spTree>
      <p:nvGrpSpPr>
        <p:cNvPr id="1" name="Shape 176"/>
        <p:cNvGrpSpPr/>
        <p:nvPr/>
      </p:nvGrpSpPr>
      <p:grpSpPr>
        <a:xfrm>
          <a:off x="0" y="0"/>
          <a:ext cx="0" cy="0"/>
          <a:chOff x="0" y="0"/>
          <a:chExt cx="0" cy="0"/>
        </a:xfrm>
      </p:grpSpPr>
      <p:pic>
        <p:nvPicPr>
          <p:cNvPr id="17" name="Picture 16" descr="A blue and black background with dots&#10;&#10;AI-generated content may be incorrect.">
            <a:extLst>
              <a:ext uri="{FF2B5EF4-FFF2-40B4-BE49-F238E27FC236}">
                <a16:creationId xmlns:a16="http://schemas.microsoft.com/office/drawing/2014/main" id="{FC368743-3F87-5CDF-FBFD-2E95E4D496E7}"/>
              </a:ext>
            </a:extLst>
          </p:cNvPr>
          <p:cNvPicPr>
            <a:picLocks noChangeAspect="1"/>
          </p:cNvPicPr>
          <p:nvPr userDrawn="1"/>
        </p:nvPicPr>
        <p:blipFill>
          <a:blip r:embed="rId2"/>
          <a:srcRect r="9828"/>
          <a:stretch>
            <a:fillRect/>
          </a:stretch>
        </p:blipFill>
        <p:spPr>
          <a:xfrm>
            <a:off x="4474581" y="0"/>
            <a:ext cx="7717420" cy="6858000"/>
          </a:xfrm>
          <a:prstGeom prst="rect">
            <a:avLst/>
          </a:prstGeom>
        </p:spPr>
      </p:pic>
      <p:pic>
        <p:nvPicPr>
          <p:cNvPr id="177" name="Google Shape;177;p20"/>
          <p:cNvPicPr preferRelativeResize="0"/>
          <p:nvPr/>
        </p:nvPicPr>
        <p:blipFill>
          <a:blip r:embed="rId3">
            <a:alphaModFix/>
          </a:blip>
          <a:stretch>
            <a:fillRect/>
          </a:stretch>
        </p:blipFill>
        <p:spPr>
          <a:xfrm>
            <a:off x="4840382" y="793604"/>
            <a:ext cx="6909473" cy="5003285"/>
          </a:xfrm>
          <a:prstGeom prst="rect">
            <a:avLst/>
          </a:prstGeom>
          <a:noFill/>
          <a:ln>
            <a:noFill/>
          </a:ln>
          <a:effectLst/>
        </p:spPr>
      </p:pic>
      <p:sp>
        <p:nvSpPr>
          <p:cNvPr id="178" name="Google Shape;178;p20"/>
          <p:cNvSpPr txBox="1">
            <a:spLocks noGrp="1"/>
          </p:cNvSpPr>
          <p:nvPr>
            <p:ph type="title"/>
          </p:nvPr>
        </p:nvSpPr>
        <p:spPr>
          <a:xfrm>
            <a:off x="438871" y="499001"/>
            <a:ext cx="34836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79" name="Google Shape;179;p20"/>
          <p:cNvSpPr txBox="1">
            <a:spLocks noGrp="1"/>
          </p:cNvSpPr>
          <p:nvPr>
            <p:ph type="body" idx="1"/>
          </p:nvPr>
        </p:nvSpPr>
        <p:spPr>
          <a:xfrm>
            <a:off x="438871" y="2369912"/>
            <a:ext cx="3483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7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180" name="Google Shape;180;p20"/>
          <p:cNvSpPr>
            <a:spLocks noGrp="1"/>
          </p:cNvSpPr>
          <p:nvPr>
            <p:ph type="pic" idx="2"/>
          </p:nvPr>
        </p:nvSpPr>
        <p:spPr>
          <a:xfrm>
            <a:off x="4946152" y="1061111"/>
            <a:ext cx="6697931" cy="4631855"/>
          </a:xfrm>
          <a:prstGeom prst="roundRect">
            <a:avLst>
              <a:gd name="adj" fmla="val 858"/>
            </a:avLst>
          </a:prstGeom>
          <a:noFill/>
          <a:ln>
            <a:noFill/>
          </a:ln>
        </p:spPr>
        <p:txBody>
          <a:bodyPr/>
          <a:lstStyle/>
          <a:p>
            <a:endParaRPr lang="en-US"/>
          </a:p>
        </p:txBody>
      </p:sp>
      <p:sp>
        <p:nvSpPr>
          <p:cNvPr id="3" name="Footer Placeholder 3">
            <a:extLst>
              <a:ext uri="{FF2B5EF4-FFF2-40B4-BE49-F238E27FC236}">
                <a16:creationId xmlns:a16="http://schemas.microsoft.com/office/drawing/2014/main" id="{DF7555FC-3DC6-CA4A-30FC-D9624A2EA21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10" name="Graphic 9">
            <a:extLst>
              <a:ext uri="{FF2B5EF4-FFF2-40B4-BE49-F238E27FC236}">
                <a16:creationId xmlns:a16="http://schemas.microsoft.com/office/drawing/2014/main" id="{D74075CA-7B6C-A4F8-9295-7B1130EE55B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280421618"/>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11_Coding Screen Slide" preserve="1">
  <p:cSld name="11_Coding Screen Slide">
    <p:spTree>
      <p:nvGrpSpPr>
        <p:cNvPr id="1" name="Shape 183"/>
        <p:cNvGrpSpPr/>
        <p:nvPr/>
      </p:nvGrpSpPr>
      <p:grpSpPr>
        <a:xfrm>
          <a:off x="0" y="0"/>
          <a:ext cx="0" cy="0"/>
          <a:chOff x="0" y="0"/>
          <a:chExt cx="0" cy="0"/>
        </a:xfrm>
      </p:grpSpPr>
      <p:pic>
        <p:nvPicPr>
          <p:cNvPr id="5" name="Picture 4" descr="A blue and black background with dots&#10;&#10;AI-generated content may be incorrect.">
            <a:extLst>
              <a:ext uri="{FF2B5EF4-FFF2-40B4-BE49-F238E27FC236}">
                <a16:creationId xmlns:a16="http://schemas.microsoft.com/office/drawing/2014/main" id="{F9300C3C-AAB9-475C-1634-432139CF3700}"/>
              </a:ext>
            </a:extLst>
          </p:cNvPr>
          <p:cNvPicPr>
            <a:picLocks noChangeAspect="1"/>
          </p:cNvPicPr>
          <p:nvPr userDrawn="1"/>
        </p:nvPicPr>
        <p:blipFill>
          <a:blip r:embed="rId2"/>
          <a:srcRect l="-1" r="28775"/>
          <a:stretch>
            <a:fillRect/>
          </a:stretch>
        </p:blipFill>
        <p:spPr>
          <a:xfrm>
            <a:off x="6096001" y="0"/>
            <a:ext cx="6095900" cy="6858000"/>
          </a:xfrm>
          <a:prstGeom prst="rect">
            <a:avLst/>
          </a:prstGeom>
        </p:spPr>
      </p:pic>
      <p:sp>
        <p:nvSpPr>
          <p:cNvPr id="185" name="Google Shape;185;p21"/>
          <p:cNvSpPr txBox="1">
            <a:spLocks noGrp="1"/>
          </p:cNvSpPr>
          <p:nvPr>
            <p:ph type="title"/>
          </p:nvPr>
        </p:nvSpPr>
        <p:spPr>
          <a:xfrm>
            <a:off x="438871" y="457201"/>
            <a:ext cx="45716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86" name="Google Shape;186;p21"/>
          <p:cNvSpPr txBox="1">
            <a:spLocks noGrp="1"/>
          </p:cNvSpPr>
          <p:nvPr>
            <p:ph type="body" idx="1"/>
          </p:nvPr>
        </p:nvSpPr>
        <p:spPr>
          <a:xfrm>
            <a:off x="438871"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pic>
        <p:nvPicPr>
          <p:cNvPr id="187" name="Google Shape;187;p21"/>
          <p:cNvPicPr preferRelativeResize="0"/>
          <p:nvPr/>
        </p:nvPicPr>
        <p:blipFill rotWithShape="1">
          <a:blip r:embed="rId3">
            <a:alphaModFix/>
          </a:blip>
          <a:srcRect r="18267"/>
          <a:stretch/>
        </p:blipFill>
        <p:spPr>
          <a:xfrm>
            <a:off x="6823597" y="763538"/>
            <a:ext cx="5368440" cy="4756863"/>
          </a:xfrm>
          <a:prstGeom prst="rect">
            <a:avLst/>
          </a:prstGeom>
          <a:noFill/>
          <a:ln>
            <a:noFill/>
          </a:ln>
        </p:spPr>
      </p:pic>
      <p:sp>
        <p:nvSpPr>
          <p:cNvPr id="188" name="Google Shape;188;p21"/>
          <p:cNvSpPr txBox="1">
            <a:spLocks noGrp="1"/>
          </p:cNvSpPr>
          <p:nvPr>
            <p:ph type="body" idx="2"/>
          </p:nvPr>
        </p:nvSpPr>
        <p:spPr>
          <a:xfrm>
            <a:off x="7222109" y="1333500"/>
            <a:ext cx="4571600" cy="3252000"/>
          </a:xfrm>
          <a:prstGeom prst="rect">
            <a:avLst/>
          </a:prstGeom>
          <a:noFill/>
          <a:ln>
            <a:noFill/>
          </a:ln>
        </p:spPr>
        <p:txBody>
          <a:bodyPr spcFirstLastPara="1" wrap="square" lIns="0" tIns="0" rIns="0" bIns="0" anchor="t" anchorCtr="0">
            <a:noAutofit/>
          </a:bodyPr>
          <a:lstStyle>
            <a:lvl1pPr marL="609585" lvl="0" indent="-397923" rtl="0">
              <a:spcBef>
                <a:spcPts val="0"/>
              </a:spcBef>
              <a:spcAft>
                <a:spcPts val="0"/>
              </a:spcAft>
              <a:buClrTx/>
              <a:buSzPct val="110000"/>
              <a:buFont typeface="Arial" panose="020B0604020202020204" pitchFamily="34" charset="0"/>
              <a:buChar char="•"/>
              <a:defRPr sz="1467">
                <a:solidFill>
                  <a:schemeClr val="bg1"/>
                </a:solidFill>
                <a:latin typeface="JetBrains Mono"/>
                <a:ea typeface="JetBrains Mono"/>
                <a:cs typeface="JetBrains Mono"/>
                <a:sym typeface="JetBrains Mono"/>
              </a:defRPr>
            </a:lvl1pPr>
            <a:lvl2pPr marL="1219170" lvl="1"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2pPr>
            <a:lvl3pPr marL="1828754" lvl="2"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3pPr>
            <a:lvl4pPr marL="2438339" lvl="3"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4pPr>
            <a:lvl5pPr marL="3047924" lvl="4"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5pPr>
            <a:lvl6pPr marL="3657509" lvl="5"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6pPr>
            <a:lvl7pPr marL="4267093" lvl="6"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7pPr>
            <a:lvl8pPr marL="4876678" lvl="7"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8pPr>
            <a:lvl9pPr marL="5486263" lvl="8"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861BF3EB-878E-A61B-F70B-4FDC802D597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0DA8105E-AE7C-10C6-C3F1-CDA2A8A9F612}"/>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152450790"/>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10_Stats2Split" preserve="1">
  <p:cSld name="10_Stats2Split">
    <p:spTree>
      <p:nvGrpSpPr>
        <p:cNvPr id="1" name="Shape 191"/>
        <p:cNvGrpSpPr/>
        <p:nvPr/>
      </p:nvGrpSpPr>
      <p:grpSpPr>
        <a:xfrm>
          <a:off x="0" y="0"/>
          <a:ext cx="0" cy="0"/>
          <a:chOff x="0" y="0"/>
          <a:chExt cx="0" cy="0"/>
        </a:xfrm>
      </p:grpSpPr>
      <p:sp>
        <p:nvSpPr>
          <p:cNvPr id="192" name="Google Shape;192;p22"/>
          <p:cNvSpPr/>
          <p:nvPr/>
        </p:nvSpPr>
        <p:spPr>
          <a:xfrm>
            <a:off x="609830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93" name="Google Shape;193;p22"/>
          <p:cNvSpPr txBox="1">
            <a:spLocks noGrp="1"/>
          </p:cNvSpPr>
          <p:nvPr>
            <p:ph type="title"/>
          </p:nvPr>
        </p:nvSpPr>
        <p:spPr>
          <a:xfrm>
            <a:off x="6861704" y="1190649"/>
            <a:ext cx="4512800" cy="2665600"/>
          </a:xfrm>
          <a:prstGeom prst="rect">
            <a:avLst/>
          </a:prstGeom>
          <a:noFill/>
          <a:ln>
            <a:noFill/>
          </a:ln>
        </p:spPr>
        <p:txBody>
          <a:bodyPr spcFirstLastPara="1" wrap="square" lIns="0" tIns="0" rIns="0" bIns="0" anchor="b" anchorCtr="0">
            <a:noAutofit/>
          </a:bodyPr>
          <a:lstStyle>
            <a:lvl1pPr lvl="0" algn="ctr" rtl="0">
              <a:lnSpc>
                <a:spcPts val="10000"/>
              </a:lnSpc>
              <a:spcBef>
                <a:spcPts val="0"/>
              </a:spcBef>
              <a:spcAft>
                <a:spcPts val="0"/>
              </a:spcAft>
              <a:buClr>
                <a:schemeClr val="accent2"/>
              </a:buClr>
              <a:buSzPts val="9000"/>
              <a:buFont typeface="JetBrains Mono"/>
              <a:buNone/>
              <a:defRPr sz="9600" b="0">
                <a:solidFill>
                  <a:schemeClr val="tx1"/>
                </a:solidFill>
                <a:latin typeface="Bebas Neue" panose="020B0606020202050201" pitchFamily="34" charset="77"/>
                <a:ea typeface="Bebas Neue" panose="020B0606020202050201" pitchFamily="34" charset="77"/>
                <a:cs typeface="Bebas Neue" panose="020B0606020202050201" pitchFamily="34" charset="77"/>
                <a:sym typeface="JetBrains Mono"/>
              </a:defRPr>
            </a:lvl1pPr>
            <a:lvl2pPr lvl="1"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9pPr>
          </a:lstStyle>
          <a:p>
            <a:endParaRPr/>
          </a:p>
        </p:txBody>
      </p:sp>
      <p:sp>
        <p:nvSpPr>
          <p:cNvPr id="194" name="Google Shape;194;p22"/>
          <p:cNvSpPr txBox="1">
            <a:spLocks noGrp="1"/>
          </p:cNvSpPr>
          <p:nvPr>
            <p:ph type="subTitle" idx="1"/>
          </p:nvPr>
        </p:nvSpPr>
        <p:spPr>
          <a:xfrm>
            <a:off x="6879203" y="4388312"/>
            <a:ext cx="45128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800" spc="-150">
                <a:solidFill>
                  <a:schemeClr val="accent1"/>
                </a:solidFill>
                <a:latin typeface="DM Sans 14pt" pitchFamily="2" charset="77"/>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195" name="Google Shape;195;p22"/>
          <p:cNvSpPr txBox="1">
            <a:spLocks noGrp="1"/>
          </p:cNvSpPr>
          <p:nvPr>
            <p:ph type="title" idx="2"/>
          </p:nvPr>
        </p:nvSpPr>
        <p:spPr>
          <a:xfrm>
            <a:off x="780903" y="1190649"/>
            <a:ext cx="4554000" cy="2665600"/>
          </a:xfrm>
          <a:prstGeom prst="rect">
            <a:avLst/>
          </a:prstGeom>
          <a:noFill/>
          <a:ln>
            <a:noFill/>
          </a:ln>
        </p:spPr>
        <p:txBody>
          <a:bodyPr spcFirstLastPara="1" wrap="square" lIns="0" tIns="0" rIns="0" bIns="0" anchor="b" anchorCtr="0">
            <a:noAutofit/>
          </a:bodyPr>
          <a:lstStyle>
            <a:lvl1pPr lvl="0" algn="ctr" rtl="0">
              <a:lnSpc>
                <a:spcPts val="10000"/>
              </a:lnSpc>
              <a:spcBef>
                <a:spcPts val="0"/>
              </a:spcBef>
              <a:spcAft>
                <a:spcPts val="0"/>
              </a:spcAft>
              <a:buClr>
                <a:schemeClr val="accent2"/>
              </a:buClr>
              <a:buSzPts val="9000"/>
              <a:buFont typeface="JetBrains Mono"/>
              <a:buNone/>
              <a:defRPr sz="9600" b="0">
                <a:solidFill>
                  <a:schemeClr val="tx1"/>
                </a:solidFill>
                <a:latin typeface="Bebas Neue" panose="020B0606020202050201" pitchFamily="34" charset="77"/>
                <a:ea typeface="Bebas Neue" panose="020B0606020202050201" pitchFamily="34" charset="77"/>
                <a:cs typeface="Bebas Neue" panose="020B0606020202050201" pitchFamily="34" charset="77"/>
                <a:sym typeface="JetBrains Mono"/>
              </a:defRPr>
            </a:lvl1pPr>
            <a:lvl2pPr lvl="1"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9pPr>
          </a:lstStyle>
          <a:p>
            <a:endParaRPr/>
          </a:p>
        </p:txBody>
      </p:sp>
      <p:sp>
        <p:nvSpPr>
          <p:cNvPr id="196" name="Google Shape;196;p22"/>
          <p:cNvSpPr txBox="1">
            <a:spLocks noGrp="1"/>
          </p:cNvSpPr>
          <p:nvPr>
            <p:ph type="subTitle" idx="3"/>
          </p:nvPr>
        </p:nvSpPr>
        <p:spPr>
          <a:xfrm>
            <a:off x="763429" y="4388312"/>
            <a:ext cx="45540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800" spc="-150">
                <a:solidFill>
                  <a:schemeClr val="accent1"/>
                </a:solidFill>
                <a:latin typeface="DM Sans 14pt" pitchFamily="2" charset="77"/>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15D38AB5-74A5-48FE-24A0-DEDE8810E0C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6D8C7DFC-5643-36E4-CB26-E851435201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63738277"/>
      </p:ext>
    </p:extLst>
  </p:cSld>
  <p:clrMapOvr>
    <a:masterClrMapping/>
  </p:clrMapOvr>
  <p:extLst>
    <p:ext uri="{DCECCB84-F9BA-43D5-87BE-67443E8EF086}">
      <p15:sldGuideLst xmlns:p15="http://schemas.microsoft.com/office/powerpoint/2012/main">
        <p15:guide id="1" pos="3395">
          <p15:clr>
            <a:schemeClr val="accent6"/>
          </p15:clr>
        </p15:guide>
        <p15:guide id="2" pos="4323">
          <p15:clr>
            <a:schemeClr val="accent6"/>
          </p15:clr>
        </p15:guide>
        <p15:guide id="3" pos="721">
          <p15:clr>
            <a:schemeClr val="accent6"/>
          </p15:clr>
        </p15:guide>
        <p15:guide id="4" pos="6959">
          <p15:clr>
            <a:schemeClr val="accent6"/>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03_Text-heavy 2 columns" preserve="1">
  <p:cSld name="03_Text-heavy 2 columns">
    <p:spTree>
      <p:nvGrpSpPr>
        <p:cNvPr id="1" name="Shape 199"/>
        <p:cNvGrpSpPr/>
        <p:nvPr/>
      </p:nvGrpSpPr>
      <p:grpSpPr>
        <a:xfrm>
          <a:off x="0" y="0"/>
          <a:ext cx="0" cy="0"/>
          <a:chOff x="0" y="0"/>
          <a:chExt cx="0" cy="0"/>
        </a:xfrm>
      </p:grpSpPr>
      <p:sp>
        <p:nvSpPr>
          <p:cNvPr id="200" name="Google Shape;200;p23"/>
          <p:cNvSpPr/>
          <p:nvPr/>
        </p:nvSpPr>
        <p:spPr>
          <a:xfrm>
            <a:off x="6096000" y="1342267"/>
            <a:ext cx="6093600" cy="48468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01" name="Google Shape;201;p23"/>
          <p:cNvSpPr/>
          <p:nvPr/>
        </p:nvSpPr>
        <p:spPr>
          <a:xfrm>
            <a:off x="2267" y="1342267"/>
            <a:ext cx="6093600" cy="4846800"/>
          </a:xfrm>
          <a:prstGeom prst="rect">
            <a:avLst/>
          </a:prstGeom>
          <a:solidFill>
            <a:schemeClr val="tx1"/>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02" name="Google Shape;202;p23"/>
          <p:cNvSpPr txBox="1">
            <a:spLocks noGrp="1"/>
          </p:cNvSpPr>
          <p:nvPr>
            <p:ph type="title"/>
          </p:nvPr>
        </p:nvSpPr>
        <p:spPr>
          <a:xfrm>
            <a:off x="2691800" y="457201"/>
            <a:ext cx="6808400" cy="656591"/>
          </a:xfrm>
          <a:prstGeom prst="rect">
            <a:avLst/>
          </a:prstGeom>
          <a:noFill/>
          <a:ln>
            <a:noFill/>
          </a:ln>
        </p:spPr>
        <p:txBody>
          <a:bodyPr spcFirstLastPara="1" wrap="square" lIns="0" tIns="0" rIns="0" bIns="0" anchor="t" anchorCtr="0">
            <a:spAutoFit/>
          </a:bodyPr>
          <a:lstStyle>
            <a:lvl1pPr lvl="0" algn="ctr"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05" name="Google Shape;205;p23"/>
          <p:cNvSpPr txBox="1">
            <a:spLocks noGrp="1"/>
          </p:cNvSpPr>
          <p:nvPr>
            <p:ph type="body" idx="1"/>
          </p:nvPr>
        </p:nvSpPr>
        <p:spPr>
          <a:xfrm>
            <a:off x="518700" y="2203779"/>
            <a:ext cx="3244800" cy="2960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06" name="Google Shape;206;p23"/>
          <p:cNvSpPr txBox="1">
            <a:spLocks noGrp="1"/>
          </p:cNvSpPr>
          <p:nvPr>
            <p:ph type="body" idx="2"/>
          </p:nvPr>
        </p:nvSpPr>
        <p:spPr>
          <a:xfrm>
            <a:off x="518700" y="1793233"/>
            <a:ext cx="3244800" cy="419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207" name="Google Shape;207;p23"/>
          <p:cNvSpPr txBox="1">
            <a:spLocks noGrp="1"/>
          </p:cNvSpPr>
          <p:nvPr>
            <p:ph type="body" idx="3"/>
          </p:nvPr>
        </p:nvSpPr>
        <p:spPr>
          <a:xfrm>
            <a:off x="6667933" y="2203779"/>
            <a:ext cx="3244800" cy="2960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08" name="Google Shape;208;p23"/>
          <p:cNvSpPr txBox="1">
            <a:spLocks noGrp="1"/>
          </p:cNvSpPr>
          <p:nvPr>
            <p:ph type="body" idx="4"/>
          </p:nvPr>
        </p:nvSpPr>
        <p:spPr>
          <a:xfrm>
            <a:off x="6667933" y="1793233"/>
            <a:ext cx="3244800" cy="419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217E901-D256-287A-40FA-AD1A653A2196}"/>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9CB0478E-EDBD-CCC8-E5FD-C714EA4A382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434581258"/>
      </p:ext>
    </p:extLst>
  </p:cSld>
  <p:clrMapOvr>
    <a:masterClrMapping/>
  </p:clrMapOvr>
  <p:extLst>
    <p:ext uri="{DCECCB84-F9BA-43D5-87BE-67443E8EF086}">
      <p15:sldGuideLst xmlns:p15="http://schemas.microsoft.com/office/powerpoint/2012/main">
        <p15:guide id="1" pos="3395">
          <p15:clr>
            <a:schemeClr val="accent6"/>
          </p15:clr>
        </p15:guide>
        <p15:guide id="2" pos="4323">
          <p15:clr>
            <a:schemeClr val="accent6"/>
          </p15:clr>
        </p15:guide>
        <p15:guide id="3" pos="721">
          <p15:clr>
            <a:schemeClr val="accent6"/>
          </p15:clr>
        </p15:guide>
        <p15:guide id="4" pos="6959">
          <p15:clr>
            <a:schemeClr val="accent6"/>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00_Blank" preserve="1">
  <p:cSld name="00_Blank">
    <p:bg>
      <p:bgPr>
        <a:solidFill>
          <a:schemeClr val="tx2"/>
        </a:solidFill>
        <a:effectLst/>
      </p:bgPr>
    </p:bg>
    <p:spTree>
      <p:nvGrpSpPr>
        <p:cNvPr id="1" name="Shape 209"/>
        <p:cNvGrpSpPr/>
        <p:nvPr/>
      </p:nvGrpSpPr>
      <p:grpSpPr>
        <a:xfrm>
          <a:off x="0" y="0"/>
          <a:ext cx="0" cy="0"/>
          <a:chOff x="0" y="0"/>
          <a:chExt cx="0" cy="0"/>
        </a:xfrm>
      </p:grpSpPr>
      <p:sp>
        <p:nvSpPr>
          <p:cNvPr id="3" name="Footer Placeholder 3">
            <a:extLst>
              <a:ext uri="{FF2B5EF4-FFF2-40B4-BE49-F238E27FC236}">
                <a16:creationId xmlns:a16="http://schemas.microsoft.com/office/drawing/2014/main" id="{87109C73-59D3-5EAA-D3FB-6BD559DC4FB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8129B1-0339-6D65-E6BE-4896A03DE8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
        <p:nvSpPr>
          <p:cNvPr id="2" name="Google Shape;785;p88">
            <a:extLst>
              <a:ext uri="{FF2B5EF4-FFF2-40B4-BE49-F238E27FC236}">
                <a16:creationId xmlns:a16="http://schemas.microsoft.com/office/drawing/2014/main" id="{CCEF1BEA-FA12-A68C-3D50-B981DBE40FD4}"/>
              </a:ext>
            </a:extLst>
          </p:cNvPr>
          <p:cNvSpPr/>
          <p:nvPr userDrawn="1"/>
        </p:nvSpPr>
        <p:spPr>
          <a:xfrm>
            <a:off x="9567" y="9567"/>
            <a:ext cx="12182400" cy="1721200"/>
          </a:xfrm>
          <a:prstGeom prst="rect">
            <a:avLst/>
          </a:prstGeom>
          <a:solidFill>
            <a:schemeClr val="tx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Tree>
    <p:extLst>
      <p:ext uri="{BB962C8B-B14F-4D97-AF65-F5344CB8AC3E}">
        <p14:creationId xmlns:p14="http://schemas.microsoft.com/office/powerpoint/2010/main" val="76018494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00_Blank" preserve="1">
  <p:cSld name="1_Blank">
    <p:bg>
      <p:bgPr>
        <a:solidFill>
          <a:schemeClr val="tx2"/>
        </a:solidFill>
        <a:effectLst/>
      </p:bgPr>
    </p:bg>
    <p:spTree>
      <p:nvGrpSpPr>
        <p:cNvPr id="1" name="Shape 209"/>
        <p:cNvGrpSpPr/>
        <p:nvPr/>
      </p:nvGrpSpPr>
      <p:grpSpPr>
        <a:xfrm>
          <a:off x="0" y="0"/>
          <a:ext cx="0" cy="0"/>
          <a:chOff x="0" y="0"/>
          <a:chExt cx="0" cy="0"/>
        </a:xfrm>
      </p:grpSpPr>
      <p:sp>
        <p:nvSpPr>
          <p:cNvPr id="3" name="Footer Placeholder 3">
            <a:extLst>
              <a:ext uri="{FF2B5EF4-FFF2-40B4-BE49-F238E27FC236}">
                <a16:creationId xmlns:a16="http://schemas.microsoft.com/office/drawing/2014/main" id="{87109C73-59D3-5EAA-D3FB-6BD559DC4FB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8129B1-0339-6D65-E6BE-4896A03DE8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06004233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00_Blank" preserve="1">
  <p:cSld name="1_Blank">
    <p:bg>
      <p:bgPr>
        <a:solidFill>
          <a:schemeClr val="tx1"/>
        </a:solidFill>
        <a:effectLst/>
      </p:bgPr>
    </p:bg>
    <p:spTree>
      <p:nvGrpSpPr>
        <p:cNvPr id="1" name="Shape 209"/>
        <p:cNvGrpSpPr/>
        <p:nvPr/>
      </p:nvGrpSpPr>
      <p:grpSpPr>
        <a:xfrm>
          <a:off x="0" y="0"/>
          <a:ext cx="0" cy="0"/>
          <a:chOff x="0" y="0"/>
          <a:chExt cx="0" cy="0"/>
        </a:xfrm>
      </p:grpSpPr>
      <p:sp>
        <p:nvSpPr>
          <p:cNvPr id="7" name="Footer Placeholder 3">
            <a:extLst>
              <a:ext uri="{FF2B5EF4-FFF2-40B4-BE49-F238E27FC236}">
                <a16:creationId xmlns:a16="http://schemas.microsoft.com/office/drawing/2014/main" id="{FBF00F8E-0C3D-E1DF-D1B6-47CF6C7E915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9" name="Graphic 8">
            <a:extLst>
              <a:ext uri="{FF2B5EF4-FFF2-40B4-BE49-F238E27FC236}">
                <a16:creationId xmlns:a16="http://schemas.microsoft.com/office/drawing/2014/main" id="{FFF05D5D-4558-86E1-EAAA-950EBDDFE5F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37088060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09_List4" preserve="1">
  <p:cSld name="09_List4">
    <p:spTree>
      <p:nvGrpSpPr>
        <p:cNvPr id="1" name="Shape 212"/>
        <p:cNvGrpSpPr/>
        <p:nvPr/>
      </p:nvGrpSpPr>
      <p:grpSpPr>
        <a:xfrm>
          <a:off x="0" y="0"/>
          <a:ext cx="0" cy="0"/>
          <a:chOff x="0" y="0"/>
          <a:chExt cx="0" cy="0"/>
        </a:xfrm>
      </p:grpSpPr>
      <p:sp>
        <p:nvSpPr>
          <p:cNvPr id="213" name="Google Shape;213;p25"/>
          <p:cNvSpPr txBox="1">
            <a:spLocks noGrp="1"/>
          </p:cNvSpPr>
          <p:nvPr>
            <p:ph type="body" idx="1"/>
          </p:nvPr>
        </p:nvSpPr>
        <p:spPr>
          <a:xfrm>
            <a:off x="4681727"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4" name="Google Shape;214;p25"/>
          <p:cNvSpPr txBox="1">
            <a:spLocks noGrp="1"/>
          </p:cNvSpPr>
          <p:nvPr>
            <p:ph type="body" idx="2"/>
          </p:nvPr>
        </p:nvSpPr>
        <p:spPr>
          <a:xfrm>
            <a:off x="8420535" y="1158112"/>
            <a:ext cx="2971600" cy="1828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5" name="Google Shape;215;p25"/>
          <p:cNvSpPr txBox="1">
            <a:spLocks noGrp="1"/>
          </p:cNvSpPr>
          <p:nvPr>
            <p:ph type="body" idx="3"/>
          </p:nvPr>
        </p:nvSpPr>
        <p:spPr>
          <a:xfrm>
            <a:off x="4681727"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6" name="Google Shape;216;p25"/>
          <p:cNvSpPr txBox="1">
            <a:spLocks noGrp="1"/>
          </p:cNvSpPr>
          <p:nvPr>
            <p:ph type="body" idx="4"/>
          </p:nvPr>
        </p:nvSpPr>
        <p:spPr>
          <a:xfrm>
            <a:off x="8420535"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7" name="Google Shape;217;p25"/>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18" name="Google Shape;218;p25"/>
          <p:cNvSpPr txBox="1">
            <a:spLocks noGrp="1"/>
          </p:cNvSpPr>
          <p:nvPr>
            <p:ph type="subTitle" idx="5"/>
          </p:nvPr>
        </p:nvSpPr>
        <p:spPr>
          <a:xfrm>
            <a:off x="4689725" y="457200"/>
            <a:ext cx="3332400" cy="70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19" name="Google Shape;219;p25"/>
          <p:cNvSpPr txBox="1">
            <a:spLocks noGrp="1"/>
          </p:cNvSpPr>
          <p:nvPr>
            <p:ph type="subTitle" idx="6"/>
          </p:nvPr>
        </p:nvSpPr>
        <p:spPr>
          <a:xfrm>
            <a:off x="8420547" y="457200"/>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0" name="Google Shape;220;p25"/>
          <p:cNvSpPr txBox="1">
            <a:spLocks noGrp="1"/>
          </p:cNvSpPr>
          <p:nvPr>
            <p:ph type="subTitle" idx="7"/>
          </p:nvPr>
        </p:nvSpPr>
        <p:spPr>
          <a:xfrm>
            <a:off x="4689725"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1" name="Google Shape;221;p25"/>
          <p:cNvSpPr txBox="1">
            <a:spLocks noGrp="1"/>
          </p:cNvSpPr>
          <p:nvPr>
            <p:ph type="subTitle" idx="8"/>
          </p:nvPr>
        </p:nvSpPr>
        <p:spPr>
          <a:xfrm>
            <a:off x="8420547"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C87023C-99FC-892F-45C7-8BED48A86C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9F14C4F-70C5-339A-E79C-84A96C658D9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8702132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09_List4" preserve="1">
  <p:cSld name="10_List4">
    <p:bg>
      <p:bgPr>
        <a:solidFill>
          <a:schemeClr val="tx1"/>
        </a:solidFill>
        <a:effectLst/>
      </p:bgPr>
    </p:bg>
    <p:spTree>
      <p:nvGrpSpPr>
        <p:cNvPr id="1" name="Shape 212"/>
        <p:cNvGrpSpPr/>
        <p:nvPr/>
      </p:nvGrpSpPr>
      <p:grpSpPr>
        <a:xfrm>
          <a:off x="0" y="0"/>
          <a:ext cx="0" cy="0"/>
          <a:chOff x="0" y="0"/>
          <a:chExt cx="0" cy="0"/>
        </a:xfrm>
      </p:grpSpPr>
      <p:sp>
        <p:nvSpPr>
          <p:cNvPr id="213" name="Google Shape;213;p25"/>
          <p:cNvSpPr txBox="1">
            <a:spLocks noGrp="1"/>
          </p:cNvSpPr>
          <p:nvPr>
            <p:ph type="body" idx="1"/>
          </p:nvPr>
        </p:nvSpPr>
        <p:spPr>
          <a:xfrm>
            <a:off x="4681727"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4" name="Google Shape;214;p25"/>
          <p:cNvSpPr txBox="1">
            <a:spLocks noGrp="1"/>
          </p:cNvSpPr>
          <p:nvPr>
            <p:ph type="body" idx="2"/>
          </p:nvPr>
        </p:nvSpPr>
        <p:spPr>
          <a:xfrm>
            <a:off x="8420535"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5" name="Google Shape;215;p25"/>
          <p:cNvSpPr txBox="1">
            <a:spLocks noGrp="1"/>
          </p:cNvSpPr>
          <p:nvPr>
            <p:ph type="body" idx="3"/>
          </p:nvPr>
        </p:nvSpPr>
        <p:spPr>
          <a:xfrm>
            <a:off x="4681727"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6" name="Google Shape;216;p25"/>
          <p:cNvSpPr txBox="1">
            <a:spLocks noGrp="1"/>
          </p:cNvSpPr>
          <p:nvPr>
            <p:ph type="body" idx="4"/>
          </p:nvPr>
        </p:nvSpPr>
        <p:spPr>
          <a:xfrm>
            <a:off x="8420535"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7" name="Google Shape;217;p25"/>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18" name="Google Shape;218;p25"/>
          <p:cNvSpPr txBox="1">
            <a:spLocks noGrp="1"/>
          </p:cNvSpPr>
          <p:nvPr>
            <p:ph type="subTitle" idx="5"/>
          </p:nvPr>
        </p:nvSpPr>
        <p:spPr>
          <a:xfrm>
            <a:off x="4689725" y="457200"/>
            <a:ext cx="3332400" cy="70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19" name="Google Shape;219;p25"/>
          <p:cNvSpPr txBox="1">
            <a:spLocks noGrp="1"/>
          </p:cNvSpPr>
          <p:nvPr>
            <p:ph type="subTitle" idx="6"/>
          </p:nvPr>
        </p:nvSpPr>
        <p:spPr>
          <a:xfrm>
            <a:off x="8420547" y="457200"/>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0" name="Google Shape;220;p25"/>
          <p:cNvSpPr txBox="1">
            <a:spLocks noGrp="1"/>
          </p:cNvSpPr>
          <p:nvPr>
            <p:ph type="subTitle" idx="7"/>
          </p:nvPr>
        </p:nvSpPr>
        <p:spPr>
          <a:xfrm>
            <a:off x="4689725"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1" name="Google Shape;221;p25"/>
          <p:cNvSpPr txBox="1">
            <a:spLocks noGrp="1"/>
          </p:cNvSpPr>
          <p:nvPr>
            <p:ph type="subTitle" idx="8"/>
          </p:nvPr>
        </p:nvSpPr>
        <p:spPr>
          <a:xfrm>
            <a:off x="8420547"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293CCEE9-6BC0-373E-D29B-EC1E05C2C69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2D4A3717-ACEF-B62B-E158-907BF9114E6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83015595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09_List4 + Icons" preserve="1">
  <p:cSld name="09_List4 + Icons">
    <p:spTree>
      <p:nvGrpSpPr>
        <p:cNvPr id="1" name="Shape 224"/>
        <p:cNvGrpSpPr/>
        <p:nvPr/>
      </p:nvGrpSpPr>
      <p:grpSpPr>
        <a:xfrm>
          <a:off x="0" y="0"/>
          <a:ext cx="0" cy="0"/>
          <a:chOff x="0" y="0"/>
          <a:chExt cx="0" cy="0"/>
        </a:xfrm>
      </p:grpSpPr>
      <p:sp>
        <p:nvSpPr>
          <p:cNvPr id="225" name="Google Shape;225;p26"/>
          <p:cNvSpPr txBox="1">
            <a:spLocks noGrp="1"/>
          </p:cNvSpPr>
          <p:nvPr>
            <p:ph type="body" idx="1"/>
          </p:nvPr>
        </p:nvSpPr>
        <p:spPr>
          <a:xfrm>
            <a:off x="468172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6" name="Google Shape;226;p26"/>
          <p:cNvSpPr txBox="1">
            <a:spLocks noGrp="1"/>
          </p:cNvSpPr>
          <p:nvPr>
            <p:ph type="body" idx="2"/>
          </p:nvPr>
        </p:nvSpPr>
        <p:spPr>
          <a:xfrm>
            <a:off x="833885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7" name="Google Shape;227;p26"/>
          <p:cNvSpPr txBox="1">
            <a:spLocks noGrp="1"/>
          </p:cNvSpPr>
          <p:nvPr>
            <p:ph type="body" idx="3"/>
          </p:nvPr>
        </p:nvSpPr>
        <p:spPr>
          <a:xfrm>
            <a:off x="468172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8" name="Google Shape;228;p26"/>
          <p:cNvSpPr txBox="1">
            <a:spLocks noGrp="1"/>
          </p:cNvSpPr>
          <p:nvPr>
            <p:ph type="body" idx="4"/>
          </p:nvPr>
        </p:nvSpPr>
        <p:spPr>
          <a:xfrm>
            <a:off x="833885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9" name="Google Shape;229;p26"/>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212E61FC-EE78-658A-E879-EAB7E3B3A871}"/>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7D83C27-81A8-96BE-4A69-B9E703C35C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02042885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09_List4 + Icons" preserve="1">
  <p:cSld name="10_List4 + Icons">
    <p:bg>
      <p:bgPr>
        <a:solidFill>
          <a:schemeClr val="tx1"/>
        </a:solidFill>
        <a:effectLst/>
      </p:bgPr>
    </p:bg>
    <p:spTree>
      <p:nvGrpSpPr>
        <p:cNvPr id="1" name="Shape 224"/>
        <p:cNvGrpSpPr/>
        <p:nvPr/>
      </p:nvGrpSpPr>
      <p:grpSpPr>
        <a:xfrm>
          <a:off x="0" y="0"/>
          <a:ext cx="0" cy="0"/>
          <a:chOff x="0" y="0"/>
          <a:chExt cx="0" cy="0"/>
        </a:xfrm>
      </p:grpSpPr>
      <p:sp>
        <p:nvSpPr>
          <p:cNvPr id="225" name="Google Shape;225;p26"/>
          <p:cNvSpPr txBox="1">
            <a:spLocks noGrp="1"/>
          </p:cNvSpPr>
          <p:nvPr>
            <p:ph type="body" idx="1"/>
          </p:nvPr>
        </p:nvSpPr>
        <p:spPr>
          <a:xfrm>
            <a:off x="468172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6" name="Google Shape;226;p26"/>
          <p:cNvSpPr txBox="1">
            <a:spLocks noGrp="1"/>
          </p:cNvSpPr>
          <p:nvPr>
            <p:ph type="body" idx="2"/>
          </p:nvPr>
        </p:nvSpPr>
        <p:spPr>
          <a:xfrm>
            <a:off x="833885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7" name="Google Shape;227;p26"/>
          <p:cNvSpPr txBox="1">
            <a:spLocks noGrp="1"/>
          </p:cNvSpPr>
          <p:nvPr>
            <p:ph type="body" idx="3"/>
          </p:nvPr>
        </p:nvSpPr>
        <p:spPr>
          <a:xfrm>
            <a:off x="4681727" y="4072644"/>
            <a:ext cx="2971600" cy="1828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8" name="Google Shape;228;p26"/>
          <p:cNvSpPr txBox="1">
            <a:spLocks noGrp="1"/>
          </p:cNvSpPr>
          <p:nvPr>
            <p:ph type="body" idx="4"/>
          </p:nvPr>
        </p:nvSpPr>
        <p:spPr>
          <a:xfrm>
            <a:off x="833885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9" name="Google Shape;229;p26"/>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7105F97-9F8D-5AE1-1867-D0206D1EBE3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40BDC92E-5F9F-A49A-D636-6C77288BDFE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25657777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09_List6" preserve="1">
  <p:cSld name="09_List6">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234" name="Google Shape;234;p2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35" name="Google Shape;235;p27"/>
          <p:cNvSpPr txBox="1">
            <a:spLocks noGrp="1"/>
          </p:cNvSpPr>
          <p:nvPr>
            <p:ph type="subTitle" idx="2"/>
          </p:nvPr>
        </p:nvSpPr>
        <p:spPr>
          <a:xfrm>
            <a:off x="440351"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6" name="Google Shape;236;p27"/>
          <p:cNvSpPr txBox="1">
            <a:spLocks noGrp="1"/>
          </p:cNvSpPr>
          <p:nvPr>
            <p:ph type="subTitle" idx="3"/>
          </p:nvPr>
        </p:nvSpPr>
        <p:spPr>
          <a:xfrm>
            <a:off x="440351"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7" name="Google Shape;237;p27"/>
          <p:cNvSpPr txBox="1">
            <a:spLocks noGrp="1"/>
          </p:cNvSpPr>
          <p:nvPr>
            <p:ph type="subTitle" idx="4"/>
          </p:nvPr>
        </p:nvSpPr>
        <p:spPr>
          <a:xfrm>
            <a:off x="4330940"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8" name="Google Shape;238;p27"/>
          <p:cNvSpPr txBox="1">
            <a:spLocks noGrp="1"/>
          </p:cNvSpPr>
          <p:nvPr>
            <p:ph type="subTitle" idx="5"/>
          </p:nvPr>
        </p:nvSpPr>
        <p:spPr>
          <a:xfrm>
            <a:off x="4330940"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9" name="Google Shape;239;p27"/>
          <p:cNvSpPr txBox="1">
            <a:spLocks noGrp="1"/>
          </p:cNvSpPr>
          <p:nvPr>
            <p:ph type="subTitle" idx="6"/>
          </p:nvPr>
        </p:nvSpPr>
        <p:spPr>
          <a:xfrm>
            <a:off x="8221528"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0" name="Google Shape;240;p27"/>
          <p:cNvSpPr txBox="1">
            <a:spLocks noGrp="1"/>
          </p:cNvSpPr>
          <p:nvPr>
            <p:ph type="subTitle" idx="7"/>
          </p:nvPr>
        </p:nvSpPr>
        <p:spPr>
          <a:xfrm>
            <a:off x="8221528"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41" name="Google Shape;241;p27"/>
          <p:cNvSpPr txBox="1">
            <a:spLocks noGrp="1"/>
          </p:cNvSpPr>
          <p:nvPr>
            <p:ph type="subTitle" idx="8"/>
          </p:nvPr>
        </p:nvSpPr>
        <p:spPr>
          <a:xfrm>
            <a:off x="440351"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2" name="Google Shape;242;p27"/>
          <p:cNvSpPr txBox="1">
            <a:spLocks noGrp="1"/>
          </p:cNvSpPr>
          <p:nvPr>
            <p:ph type="subTitle" idx="9"/>
          </p:nvPr>
        </p:nvSpPr>
        <p:spPr>
          <a:xfrm>
            <a:off x="440351"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3" name="Google Shape;243;p27"/>
          <p:cNvSpPr txBox="1">
            <a:spLocks noGrp="1"/>
          </p:cNvSpPr>
          <p:nvPr>
            <p:ph type="subTitle" idx="13"/>
          </p:nvPr>
        </p:nvSpPr>
        <p:spPr>
          <a:xfrm>
            <a:off x="4330940"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4" name="Google Shape;244;p27"/>
          <p:cNvSpPr txBox="1">
            <a:spLocks noGrp="1"/>
          </p:cNvSpPr>
          <p:nvPr>
            <p:ph type="subTitle" idx="14"/>
          </p:nvPr>
        </p:nvSpPr>
        <p:spPr>
          <a:xfrm>
            <a:off x="4330940"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5" name="Google Shape;245;p27"/>
          <p:cNvSpPr txBox="1">
            <a:spLocks noGrp="1"/>
          </p:cNvSpPr>
          <p:nvPr>
            <p:ph type="subTitle" idx="15"/>
          </p:nvPr>
        </p:nvSpPr>
        <p:spPr>
          <a:xfrm>
            <a:off x="8221528"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6" name="Google Shape;246;p27"/>
          <p:cNvSpPr txBox="1">
            <a:spLocks noGrp="1"/>
          </p:cNvSpPr>
          <p:nvPr>
            <p:ph type="subTitle" idx="16"/>
          </p:nvPr>
        </p:nvSpPr>
        <p:spPr>
          <a:xfrm>
            <a:off x="8221528"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1BD36F5-CF25-24F4-6212-DAFC8641D2F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BC59A85-5150-87E9-5D1B-2602D0CD1A9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82438001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09_List6" preserve="1">
  <p:cSld name="10_List6">
    <p:bg>
      <p:bgPr>
        <a:solidFill>
          <a:schemeClr val="tx1"/>
        </a:solidFill>
        <a:effectLst/>
      </p:bgPr>
    </p:bg>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234" name="Google Shape;234;p2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35" name="Google Shape;235;p27"/>
          <p:cNvSpPr txBox="1">
            <a:spLocks noGrp="1"/>
          </p:cNvSpPr>
          <p:nvPr>
            <p:ph type="subTitle" idx="2"/>
          </p:nvPr>
        </p:nvSpPr>
        <p:spPr>
          <a:xfrm>
            <a:off x="440351"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6" name="Google Shape;236;p27"/>
          <p:cNvSpPr txBox="1">
            <a:spLocks noGrp="1"/>
          </p:cNvSpPr>
          <p:nvPr>
            <p:ph type="subTitle" idx="3"/>
          </p:nvPr>
        </p:nvSpPr>
        <p:spPr>
          <a:xfrm>
            <a:off x="440351"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7" name="Google Shape;237;p27"/>
          <p:cNvSpPr txBox="1">
            <a:spLocks noGrp="1"/>
          </p:cNvSpPr>
          <p:nvPr>
            <p:ph type="subTitle" idx="4"/>
          </p:nvPr>
        </p:nvSpPr>
        <p:spPr>
          <a:xfrm>
            <a:off x="4330940"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8" name="Google Shape;238;p27"/>
          <p:cNvSpPr txBox="1">
            <a:spLocks noGrp="1"/>
          </p:cNvSpPr>
          <p:nvPr>
            <p:ph type="subTitle" idx="5"/>
          </p:nvPr>
        </p:nvSpPr>
        <p:spPr>
          <a:xfrm>
            <a:off x="4330940"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9" name="Google Shape;239;p27"/>
          <p:cNvSpPr txBox="1">
            <a:spLocks noGrp="1"/>
          </p:cNvSpPr>
          <p:nvPr>
            <p:ph type="subTitle" idx="6"/>
          </p:nvPr>
        </p:nvSpPr>
        <p:spPr>
          <a:xfrm>
            <a:off x="8221528"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0" name="Google Shape;240;p27"/>
          <p:cNvSpPr txBox="1">
            <a:spLocks noGrp="1"/>
          </p:cNvSpPr>
          <p:nvPr>
            <p:ph type="subTitle" idx="7"/>
          </p:nvPr>
        </p:nvSpPr>
        <p:spPr>
          <a:xfrm>
            <a:off x="8221528"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41" name="Google Shape;241;p27"/>
          <p:cNvSpPr txBox="1">
            <a:spLocks noGrp="1"/>
          </p:cNvSpPr>
          <p:nvPr>
            <p:ph type="subTitle" idx="8"/>
          </p:nvPr>
        </p:nvSpPr>
        <p:spPr>
          <a:xfrm>
            <a:off x="440351"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2" name="Google Shape;242;p27"/>
          <p:cNvSpPr txBox="1">
            <a:spLocks noGrp="1"/>
          </p:cNvSpPr>
          <p:nvPr>
            <p:ph type="subTitle" idx="9"/>
          </p:nvPr>
        </p:nvSpPr>
        <p:spPr>
          <a:xfrm>
            <a:off x="440351"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3" name="Google Shape;243;p27"/>
          <p:cNvSpPr txBox="1">
            <a:spLocks noGrp="1"/>
          </p:cNvSpPr>
          <p:nvPr>
            <p:ph type="subTitle" idx="13"/>
          </p:nvPr>
        </p:nvSpPr>
        <p:spPr>
          <a:xfrm>
            <a:off x="4330940"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4" name="Google Shape;244;p27"/>
          <p:cNvSpPr txBox="1">
            <a:spLocks noGrp="1"/>
          </p:cNvSpPr>
          <p:nvPr>
            <p:ph type="subTitle" idx="14"/>
          </p:nvPr>
        </p:nvSpPr>
        <p:spPr>
          <a:xfrm>
            <a:off x="4330940"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5" name="Google Shape;245;p27"/>
          <p:cNvSpPr txBox="1">
            <a:spLocks noGrp="1"/>
          </p:cNvSpPr>
          <p:nvPr>
            <p:ph type="subTitle" idx="15"/>
          </p:nvPr>
        </p:nvSpPr>
        <p:spPr>
          <a:xfrm>
            <a:off x="8221528"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6" name="Google Shape;246;p27"/>
          <p:cNvSpPr txBox="1">
            <a:spLocks noGrp="1"/>
          </p:cNvSpPr>
          <p:nvPr>
            <p:ph type="subTitle" idx="16"/>
          </p:nvPr>
        </p:nvSpPr>
        <p:spPr>
          <a:xfrm>
            <a:off x="8221528"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381565C1-2B3E-E1D2-2EF7-FCFE93B84F8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215BD2A-427F-8B92-90BB-A6CA66B4FA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7625431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09_List3" preserve="1">
  <p:cSld name="09_List3">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51" name="Google Shape;251;p28"/>
          <p:cNvSpPr txBox="1">
            <a:spLocks noGrp="1"/>
          </p:cNvSpPr>
          <p:nvPr>
            <p:ph type="subTitle" idx="1"/>
          </p:nvPr>
        </p:nvSpPr>
        <p:spPr>
          <a:xfrm>
            <a:off x="760017"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2" name="Google Shape;252;p28"/>
          <p:cNvSpPr txBox="1">
            <a:spLocks noGrp="1"/>
          </p:cNvSpPr>
          <p:nvPr>
            <p:ph type="subTitle" idx="2"/>
          </p:nvPr>
        </p:nvSpPr>
        <p:spPr>
          <a:xfrm>
            <a:off x="760017"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3" name="Google Shape;253;p28"/>
          <p:cNvSpPr txBox="1">
            <a:spLocks noGrp="1"/>
          </p:cNvSpPr>
          <p:nvPr>
            <p:ph type="subTitle" idx="3"/>
          </p:nvPr>
        </p:nvSpPr>
        <p:spPr>
          <a:xfrm>
            <a:off x="4418860"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4" name="Google Shape;254;p28"/>
          <p:cNvSpPr txBox="1">
            <a:spLocks noGrp="1"/>
          </p:cNvSpPr>
          <p:nvPr>
            <p:ph type="subTitle" idx="4"/>
          </p:nvPr>
        </p:nvSpPr>
        <p:spPr>
          <a:xfrm>
            <a:off x="4418860"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5" name="Google Shape;255;p28"/>
          <p:cNvSpPr txBox="1">
            <a:spLocks noGrp="1"/>
          </p:cNvSpPr>
          <p:nvPr>
            <p:ph type="subTitle" idx="5"/>
          </p:nvPr>
        </p:nvSpPr>
        <p:spPr>
          <a:xfrm>
            <a:off x="8077703"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6" name="Google Shape;256;p28"/>
          <p:cNvSpPr txBox="1">
            <a:spLocks noGrp="1"/>
          </p:cNvSpPr>
          <p:nvPr>
            <p:ph type="subTitle" idx="6"/>
          </p:nvPr>
        </p:nvSpPr>
        <p:spPr>
          <a:xfrm>
            <a:off x="8077703"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8E06CA1-6CA0-086A-BDB3-B62AE9AAE9D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BBD9587-62FD-2397-D758-BA626C67DFD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81028993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09_List3" preserve="1">
  <p:cSld name="10_List3">
    <p:bg>
      <p:bgPr>
        <a:solidFill>
          <a:schemeClr val="tx1"/>
        </a:solidFill>
        <a:effectLst/>
      </p:bgPr>
    </p:bg>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51" name="Google Shape;251;p28"/>
          <p:cNvSpPr txBox="1">
            <a:spLocks noGrp="1"/>
          </p:cNvSpPr>
          <p:nvPr>
            <p:ph type="subTitle" idx="1"/>
          </p:nvPr>
        </p:nvSpPr>
        <p:spPr>
          <a:xfrm>
            <a:off x="760017"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2" name="Google Shape;252;p28"/>
          <p:cNvSpPr txBox="1">
            <a:spLocks noGrp="1"/>
          </p:cNvSpPr>
          <p:nvPr>
            <p:ph type="subTitle" idx="2"/>
          </p:nvPr>
        </p:nvSpPr>
        <p:spPr>
          <a:xfrm>
            <a:off x="760017"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3" name="Google Shape;253;p28"/>
          <p:cNvSpPr txBox="1">
            <a:spLocks noGrp="1"/>
          </p:cNvSpPr>
          <p:nvPr>
            <p:ph type="subTitle" idx="3"/>
          </p:nvPr>
        </p:nvSpPr>
        <p:spPr>
          <a:xfrm>
            <a:off x="4418860"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4" name="Google Shape;254;p28"/>
          <p:cNvSpPr txBox="1">
            <a:spLocks noGrp="1"/>
          </p:cNvSpPr>
          <p:nvPr>
            <p:ph type="subTitle" idx="4"/>
          </p:nvPr>
        </p:nvSpPr>
        <p:spPr>
          <a:xfrm>
            <a:off x="4418860"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5" name="Google Shape;255;p28"/>
          <p:cNvSpPr txBox="1">
            <a:spLocks noGrp="1"/>
          </p:cNvSpPr>
          <p:nvPr>
            <p:ph type="subTitle" idx="5"/>
          </p:nvPr>
        </p:nvSpPr>
        <p:spPr>
          <a:xfrm>
            <a:off x="8077703"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6" name="Google Shape;256;p28"/>
          <p:cNvSpPr txBox="1">
            <a:spLocks noGrp="1"/>
          </p:cNvSpPr>
          <p:nvPr>
            <p:ph type="subTitle" idx="6"/>
          </p:nvPr>
        </p:nvSpPr>
        <p:spPr>
          <a:xfrm>
            <a:off x="8077703"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E99580A-F042-9F68-D73C-C34C338F88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A957770E-D43E-8541-F562-CFFF096B22B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1336334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08_Checkilst" preserve="1">
  <p:cSld name="08_Checkilst">
    <p:bg>
      <p:bgPr>
        <a:solidFill>
          <a:schemeClr val="tx1"/>
        </a:solidFill>
        <a:effectLst/>
      </p:bgPr>
    </p:bg>
    <p:spTree>
      <p:nvGrpSpPr>
        <p:cNvPr id="1" name="Shape 259"/>
        <p:cNvGrpSpPr/>
        <p:nvPr/>
      </p:nvGrpSpPr>
      <p:grpSpPr>
        <a:xfrm>
          <a:off x="0" y="0"/>
          <a:ext cx="0" cy="0"/>
          <a:chOff x="0" y="0"/>
          <a:chExt cx="0" cy="0"/>
        </a:xfrm>
      </p:grpSpPr>
      <p:sp>
        <p:nvSpPr>
          <p:cNvPr id="260" name="Google Shape;260;p29"/>
          <p:cNvSpPr/>
          <p:nvPr/>
        </p:nvSpPr>
        <p:spPr>
          <a:xfrm>
            <a:off x="466315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1" name="Google Shape;261;p29"/>
          <p:cNvSpPr/>
          <p:nvPr/>
        </p:nvSpPr>
        <p:spPr>
          <a:xfrm>
            <a:off x="466315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2" name="Google Shape;262;p29"/>
          <p:cNvSpPr txBox="1">
            <a:spLocks noGrp="1"/>
          </p:cNvSpPr>
          <p:nvPr>
            <p:ph type="title"/>
          </p:nvPr>
        </p:nvSpPr>
        <p:spPr>
          <a:xfrm>
            <a:off x="4780515" y="1893425"/>
            <a:ext cx="2630800" cy="514400"/>
          </a:xfrm>
          <a:prstGeom prst="rect">
            <a:avLst/>
          </a:prstGeom>
          <a:noFill/>
          <a:ln>
            <a:noFill/>
          </a:ln>
        </p:spPr>
        <p:txBody>
          <a:bodyPr spcFirstLastPara="1" wrap="square" lIns="34275" tIns="34275" rIns="34275" bIns="34275" anchor="ctr" anchorCtr="0">
            <a:noAutofit/>
          </a:bodyPr>
          <a:lstStyle>
            <a:lvl1pPr lvl="0" algn="ctr">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3" name="Google Shape;263;p29"/>
          <p:cNvSpPr/>
          <p:nvPr/>
        </p:nvSpPr>
        <p:spPr>
          <a:xfrm>
            <a:off x="818752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4" name="Google Shape;264;p29"/>
          <p:cNvSpPr/>
          <p:nvPr/>
        </p:nvSpPr>
        <p:spPr>
          <a:xfrm>
            <a:off x="818752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5" name="Google Shape;265;p29"/>
          <p:cNvSpPr txBox="1">
            <a:spLocks noGrp="1"/>
          </p:cNvSpPr>
          <p:nvPr>
            <p:ph type="title" idx="2"/>
          </p:nvPr>
        </p:nvSpPr>
        <p:spPr>
          <a:xfrm>
            <a:off x="8304887" y="18934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6" name="Google Shape;266;p29"/>
          <p:cNvSpPr/>
          <p:nvPr/>
        </p:nvSpPr>
        <p:spPr>
          <a:xfrm>
            <a:off x="1138783" y="2457663"/>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7" name="Google Shape;267;p29"/>
          <p:cNvSpPr/>
          <p:nvPr/>
        </p:nvSpPr>
        <p:spPr>
          <a:xfrm>
            <a:off x="1138783" y="1843563"/>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8" name="Google Shape;268;p29"/>
          <p:cNvSpPr txBox="1">
            <a:spLocks noGrp="1"/>
          </p:cNvSpPr>
          <p:nvPr>
            <p:ph type="title" idx="3"/>
          </p:nvPr>
        </p:nvSpPr>
        <p:spPr>
          <a:xfrm>
            <a:off x="1256143" y="18934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9" name="Google Shape;269;p29"/>
          <p:cNvSpPr txBox="1">
            <a:spLocks noGrp="1"/>
          </p:cNvSpPr>
          <p:nvPr>
            <p:ph type="body" idx="1"/>
          </p:nvPr>
        </p:nvSpPr>
        <p:spPr>
          <a:xfrm>
            <a:off x="1365092" y="2666525"/>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0" name="Google Shape;270;p29"/>
          <p:cNvSpPr txBox="1">
            <a:spLocks noGrp="1"/>
          </p:cNvSpPr>
          <p:nvPr>
            <p:ph type="body" idx="4"/>
          </p:nvPr>
        </p:nvSpPr>
        <p:spPr>
          <a:xfrm>
            <a:off x="4883177"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1" name="Google Shape;271;p29"/>
          <p:cNvSpPr txBox="1">
            <a:spLocks noGrp="1"/>
          </p:cNvSpPr>
          <p:nvPr>
            <p:ph type="body" idx="5"/>
          </p:nvPr>
        </p:nvSpPr>
        <p:spPr>
          <a:xfrm>
            <a:off x="8401261"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2" name="Google Shape;272;p29"/>
          <p:cNvSpPr txBox="1">
            <a:spLocks noGrp="1"/>
          </p:cNvSpPr>
          <p:nvPr>
            <p:ph type="title" idx="6"/>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73" name="Google Shape;273;p29"/>
          <p:cNvSpPr/>
          <p:nvPr/>
        </p:nvSpPr>
        <p:spPr>
          <a:xfrm>
            <a:off x="466315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4" name="Google Shape;274;p29"/>
          <p:cNvSpPr txBox="1">
            <a:spLocks noGrp="1"/>
          </p:cNvSpPr>
          <p:nvPr>
            <p:ph type="title" idx="7"/>
          </p:nvPr>
        </p:nvSpPr>
        <p:spPr>
          <a:xfrm>
            <a:off x="4780515"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5" name="Google Shape;275;p29"/>
          <p:cNvSpPr/>
          <p:nvPr/>
        </p:nvSpPr>
        <p:spPr>
          <a:xfrm>
            <a:off x="818752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6" name="Google Shape;276;p29"/>
          <p:cNvSpPr txBox="1">
            <a:spLocks noGrp="1"/>
          </p:cNvSpPr>
          <p:nvPr>
            <p:ph type="title" idx="8"/>
          </p:nvPr>
        </p:nvSpPr>
        <p:spPr>
          <a:xfrm>
            <a:off x="8304887"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7" name="Google Shape;277;p29"/>
          <p:cNvSpPr/>
          <p:nvPr/>
        </p:nvSpPr>
        <p:spPr>
          <a:xfrm>
            <a:off x="1138783" y="5045137"/>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8" name="Google Shape;278;p29"/>
          <p:cNvSpPr txBox="1">
            <a:spLocks noGrp="1"/>
          </p:cNvSpPr>
          <p:nvPr>
            <p:ph type="title" idx="9"/>
          </p:nvPr>
        </p:nvSpPr>
        <p:spPr>
          <a:xfrm>
            <a:off x="1256143" y="50950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8BB4D756-AC95-D3F0-E1AD-5C551D26F07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956C609-6BDE-7505-BB18-40CC6B5C18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76165456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08_Checkilst" preserve="1">
  <p:cSld name="9_Checkilst">
    <p:bg>
      <p:bgPr>
        <a:solidFill>
          <a:schemeClr val="bg1"/>
        </a:solidFill>
        <a:effectLst/>
      </p:bgPr>
    </p:bg>
    <p:spTree>
      <p:nvGrpSpPr>
        <p:cNvPr id="1" name="Shape 259"/>
        <p:cNvGrpSpPr/>
        <p:nvPr/>
      </p:nvGrpSpPr>
      <p:grpSpPr>
        <a:xfrm>
          <a:off x="0" y="0"/>
          <a:ext cx="0" cy="0"/>
          <a:chOff x="0" y="0"/>
          <a:chExt cx="0" cy="0"/>
        </a:xfrm>
      </p:grpSpPr>
      <p:sp>
        <p:nvSpPr>
          <p:cNvPr id="260" name="Google Shape;260;p29"/>
          <p:cNvSpPr/>
          <p:nvPr/>
        </p:nvSpPr>
        <p:spPr>
          <a:xfrm>
            <a:off x="466315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1" name="Google Shape;261;p29"/>
          <p:cNvSpPr/>
          <p:nvPr/>
        </p:nvSpPr>
        <p:spPr>
          <a:xfrm>
            <a:off x="466315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2" name="Google Shape;262;p29"/>
          <p:cNvSpPr txBox="1">
            <a:spLocks noGrp="1"/>
          </p:cNvSpPr>
          <p:nvPr>
            <p:ph type="title"/>
          </p:nvPr>
        </p:nvSpPr>
        <p:spPr>
          <a:xfrm>
            <a:off x="4780515" y="1893425"/>
            <a:ext cx="2630800" cy="514400"/>
          </a:xfrm>
          <a:prstGeom prst="rect">
            <a:avLst/>
          </a:prstGeom>
          <a:noFill/>
          <a:ln>
            <a:noFill/>
          </a:ln>
        </p:spPr>
        <p:txBody>
          <a:bodyPr spcFirstLastPara="1" wrap="square" lIns="34275" tIns="34275" rIns="34275" bIns="34275" anchor="ctr" anchorCtr="0">
            <a:noAutofit/>
          </a:bodyPr>
          <a:lstStyle>
            <a:lvl1pPr lvl="0" algn="ctr">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3" name="Google Shape;263;p29"/>
          <p:cNvSpPr/>
          <p:nvPr/>
        </p:nvSpPr>
        <p:spPr>
          <a:xfrm>
            <a:off x="818752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4" name="Google Shape;264;p29"/>
          <p:cNvSpPr/>
          <p:nvPr/>
        </p:nvSpPr>
        <p:spPr>
          <a:xfrm>
            <a:off x="818752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5" name="Google Shape;265;p29"/>
          <p:cNvSpPr txBox="1">
            <a:spLocks noGrp="1"/>
          </p:cNvSpPr>
          <p:nvPr>
            <p:ph type="title" idx="2"/>
          </p:nvPr>
        </p:nvSpPr>
        <p:spPr>
          <a:xfrm>
            <a:off x="8304887" y="18934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6" name="Google Shape;266;p29"/>
          <p:cNvSpPr/>
          <p:nvPr/>
        </p:nvSpPr>
        <p:spPr>
          <a:xfrm>
            <a:off x="1138783" y="2457663"/>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7" name="Google Shape;267;p29"/>
          <p:cNvSpPr/>
          <p:nvPr/>
        </p:nvSpPr>
        <p:spPr>
          <a:xfrm>
            <a:off x="1138783" y="1843563"/>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8" name="Google Shape;268;p29"/>
          <p:cNvSpPr txBox="1">
            <a:spLocks noGrp="1"/>
          </p:cNvSpPr>
          <p:nvPr>
            <p:ph type="title" idx="3"/>
          </p:nvPr>
        </p:nvSpPr>
        <p:spPr>
          <a:xfrm>
            <a:off x="1256143" y="18934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9" name="Google Shape;269;p29"/>
          <p:cNvSpPr txBox="1">
            <a:spLocks noGrp="1"/>
          </p:cNvSpPr>
          <p:nvPr>
            <p:ph type="body" idx="1"/>
          </p:nvPr>
        </p:nvSpPr>
        <p:spPr>
          <a:xfrm>
            <a:off x="1365092" y="2666525"/>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0" name="Google Shape;270;p29"/>
          <p:cNvSpPr txBox="1">
            <a:spLocks noGrp="1"/>
          </p:cNvSpPr>
          <p:nvPr>
            <p:ph type="body" idx="4"/>
          </p:nvPr>
        </p:nvSpPr>
        <p:spPr>
          <a:xfrm>
            <a:off x="4883177"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1" name="Google Shape;271;p29"/>
          <p:cNvSpPr txBox="1">
            <a:spLocks noGrp="1"/>
          </p:cNvSpPr>
          <p:nvPr>
            <p:ph type="body" idx="5"/>
          </p:nvPr>
        </p:nvSpPr>
        <p:spPr>
          <a:xfrm>
            <a:off x="8401261"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2" name="Google Shape;272;p29"/>
          <p:cNvSpPr txBox="1">
            <a:spLocks noGrp="1"/>
          </p:cNvSpPr>
          <p:nvPr>
            <p:ph type="title" idx="6"/>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73" name="Google Shape;273;p29"/>
          <p:cNvSpPr/>
          <p:nvPr/>
        </p:nvSpPr>
        <p:spPr>
          <a:xfrm>
            <a:off x="466315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4" name="Google Shape;274;p29"/>
          <p:cNvSpPr txBox="1">
            <a:spLocks noGrp="1"/>
          </p:cNvSpPr>
          <p:nvPr>
            <p:ph type="title" idx="7"/>
          </p:nvPr>
        </p:nvSpPr>
        <p:spPr>
          <a:xfrm>
            <a:off x="4780515"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5" name="Google Shape;275;p29"/>
          <p:cNvSpPr/>
          <p:nvPr/>
        </p:nvSpPr>
        <p:spPr>
          <a:xfrm>
            <a:off x="818752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6" name="Google Shape;276;p29"/>
          <p:cNvSpPr txBox="1">
            <a:spLocks noGrp="1"/>
          </p:cNvSpPr>
          <p:nvPr>
            <p:ph type="title" idx="8"/>
          </p:nvPr>
        </p:nvSpPr>
        <p:spPr>
          <a:xfrm>
            <a:off x="8304887"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7" name="Google Shape;277;p29"/>
          <p:cNvSpPr/>
          <p:nvPr/>
        </p:nvSpPr>
        <p:spPr>
          <a:xfrm>
            <a:off x="1138783" y="5045137"/>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8" name="Google Shape;278;p29"/>
          <p:cNvSpPr txBox="1">
            <a:spLocks noGrp="1"/>
          </p:cNvSpPr>
          <p:nvPr>
            <p:ph type="title" idx="9"/>
          </p:nvPr>
        </p:nvSpPr>
        <p:spPr>
          <a:xfrm>
            <a:off x="1256143" y="50950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221616A-7662-EE72-B6DE-0DD9CDF2335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5DC35BD-A221-7112-5D6A-BB004182669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90361199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09_List3 Split" preserve="1">
  <p:cSld name="09_List3 Split">
    <p:spTree>
      <p:nvGrpSpPr>
        <p:cNvPr id="1" name="Shape 281"/>
        <p:cNvGrpSpPr/>
        <p:nvPr/>
      </p:nvGrpSpPr>
      <p:grpSpPr>
        <a:xfrm>
          <a:off x="0" y="0"/>
          <a:ext cx="0" cy="0"/>
          <a:chOff x="0" y="0"/>
          <a:chExt cx="0" cy="0"/>
        </a:xfrm>
      </p:grpSpPr>
      <p:sp>
        <p:nvSpPr>
          <p:cNvPr id="282" name="Google Shape;282;p30"/>
          <p:cNvSpPr/>
          <p:nvPr/>
        </p:nvSpPr>
        <p:spPr>
          <a:xfrm>
            <a:off x="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tx1"/>
              </a:solidFill>
              <a:latin typeface="JetBrains Mono"/>
              <a:ea typeface="JetBrains Mono"/>
              <a:cs typeface="JetBrains Mono"/>
              <a:sym typeface="JetBrains Mono"/>
            </a:endParaRPr>
          </a:p>
        </p:txBody>
      </p:sp>
      <p:sp>
        <p:nvSpPr>
          <p:cNvPr id="283" name="Google Shape;283;p30"/>
          <p:cNvSpPr txBox="1">
            <a:spLocks noGrp="1"/>
          </p:cNvSpPr>
          <p:nvPr>
            <p:ph type="title"/>
          </p:nvPr>
        </p:nvSpPr>
        <p:spPr>
          <a:xfrm>
            <a:off x="438871" y="457200"/>
            <a:ext cx="45716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84" name="Google Shape;284;p30"/>
          <p:cNvSpPr txBox="1">
            <a:spLocks noGrp="1"/>
          </p:cNvSpPr>
          <p:nvPr>
            <p:ph type="body" idx="1"/>
          </p:nvPr>
        </p:nvSpPr>
        <p:spPr>
          <a:xfrm>
            <a:off x="438871" y="2686051"/>
            <a:ext cx="4571600"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85" name="Google Shape;285;p30"/>
          <p:cNvSpPr txBox="1">
            <a:spLocks noGrp="1"/>
          </p:cNvSpPr>
          <p:nvPr>
            <p:ph type="subTitle" idx="2"/>
          </p:nvPr>
        </p:nvSpPr>
        <p:spPr>
          <a:xfrm>
            <a:off x="438871" y="1661988"/>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86" name="Google Shape;286;p30"/>
          <p:cNvSpPr txBox="1">
            <a:spLocks noGrp="1"/>
          </p:cNvSpPr>
          <p:nvPr>
            <p:ph type="subTitle" idx="3"/>
          </p:nvPr>
        </p:nvSpPr>
        <p:spPr>
          <a:xfrm>
            <a:off x="7751617" y="988213"/>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87" name="Google Shape;287;p30"/>
          <p:cNvSpPr txBox="1">
            <a:spLocks noGrp="1"/>
          </p:cNvSpPr>
          <p:nvPr>
            <p:ph type="subTitle" idx="4"/>
          </p:nvPr>
        </p:nvSpPr>
        <p:spPr>
          <a:xfrm>
            <a:off x="7751617" y="13726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88" name="Google Shape;288;p30"/>
          <p:cNvSpPr txBox="1">
            <a:spLocks noGrp="1"/>
          </p:cNvSpPr>
          <p:nvPr>
            <p:ph type="subTitle" idx="5"/>
          </p:nvPr>
        </p:nvSpPr>
        <p:spPr>
          <a:xfrm>
            <a:off x="7751617" y="2765388"/>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89" name="Google Shape;289;p30"/>
          <p:cNvSpPr txBox="1">
            <a:spLocks noGrp="1"/>
          </p:cNvSpPr>
          <p:nvPr>
            <p:ph type="subTitle" idx="6"/>
          </p:nvPr>
        </p:nvSpPr>
        <p:spPr>
          <a:xfrm>
            <a:off x="7751617" y="31497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90" name="Google Shape;290;p30"/>
          <p:cNvSpPr txBox="1">
            <a:spLocks noGrp="1"/>
          </p:cNvSpPr>
          <p:nvPr>
            <p:ph type="subTitle" idx="7"/>
          </p:nvPr>
        </p:nvSpPr>
        <p:spPr>
          <a:xfrm>
            <a:off x="7751617" y="4542563"/>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91" name="Google Shape;291;p30"/>
          <p:cNvSpPr txBox="1">
            <a:spLocks noGrp="1"/>
          </p:cNvSpPr>
          <p:nvPr>
            <p:ph type="subTitle" idx="8"/>
          </p:nvPr>
        </p:nvSpPr>
        <p:spPr>
          <a:xfrm>
            <a:off x="7751617" y="4926951"/>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53A2F63-3861-856B-4CB7-B72FBD9520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1A84EAE-2866-153B-4B19-D4299B5AA83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51661461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09_List3 Split Top" preserve="1">
  <p:cSld name="09_List3 Split Top">
    <p:spTree>
      <p:nvGrpSpPr>
        <p:cNvPr id="1" name="Shape 294"/>
        <p:cNvGrpSpPr/>
        <p:nvPr/>
      </p:nvGrpSpPr>
      <p:grpSpPr>
        <a:xfrm>
          <a:off x="0" y="0"/>
          <a:ext cx="0" cy="0"/>
          <a:chOff x="0" y="0"/>
          <a:chExt cx="0" cy="0"/>
        </a:xfrm>
      </p:grpSpPr>
      <p:sp>
        <p:nvSpPr>
          <p:cNvPr id="295" name="Google Shape;295;p31"/>
          <p:cNvSpPr/>
          <p:nvPr/>
        </p:nvSpPr>
        <p:spPr>
          <a:xfrm>
            <a:off x="-3475" y="0"/>
            <a:ext cx="12192000" cy="2686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96" name="Google Shape;296;p31"/>
          <p:cNvSpPr txBox="1">
            <a:spLocks noGrp="1"/>
          </p:cNvSpPr>
          <p:nvPr>
            <p:ph type="title"/>
          </p:nvPr>
        </p:nvSpPr>
        <p:spPr>
          <a:xfrm>
            <a:off x="438871" y="457200"/>
            <a:ext cx="855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97" name="Google Shape;297;p31"/>
          <p:cNvSpPr txBox="1">
            <a:spLocks noGrp="1"/>
          </p:cNvSpPr>
          <p:nvPr>
            <p:ph type="subTitle" idx="1"/>
          </p:nvPr>
        </p:nvSpPr>
        <p:spPr>
          <a:xfrm>
            <a:off x="438871" y="1661988"/>
            <a:ext cx="7788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98" name="Google Shape;298;p31"/>
          <p:cNvSpPr txBox="1">
            <a:spLocks noGrp="1"/>
          </p:cNvSpPr>
          <p:nvPr>
            <p:ph type="subTitle" idx="2"/>
          </p:nvPr>
        </p:nvSpPr>
        <p:spPr>
          <a:xfrm>
            <a:off x="438871"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99" name="Google Shape;299;p31"/>
          <p:cNvSpPr txBox="1">
            <a:spLocks noGrp="1"/>
          </p:cNvSpPr>
          <p:nvPr>
            <p:ph type="subTitle" idx="3"/>
          </p:nvPr>
        </p:nvSpPr>
        <p:spPr>
          <a:xfrm>
            <a:off x="438871"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00" name="Google Shape;300;p31"/>
          <p:cNvSpPr txBox="1">
            <a:spLocks noGrp="1"/>
          </p:cNvSpPr>
          <p:nvPr>
            <p:ph type="subTitle" idx="4"/>
          </p:nvPr>
        </p:nvSpPr>
        <p:spPr>
          <a:xfrm>
            <a:off x="4256317"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301" name="Google Shape;301;p31"/>
          <p:cNvSpPr txBox="1">
            <a:spLocks noGrp="1"/>
          </p:cNvSpPr>
          <p:nvPr>
            <p:ph type="subTitle" idx="5"/>
          </p:nvPr>
        </p:nvSpPr>
        <p:spPr>
          <a:xfrm>
            <a:off x="4256317"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02" name="Google Shape;302;p31"/>
          <p:cNvSpPr txBox="1">
            <a:spLocks noGrp="1"/>
          </p:cNvSpPr>
          <p:nvPr>
            <p:ph type="subTitle" idx="6"/>
          </p:nvPr>
        </p:nvSpPr>
        <p:spPr>
          <a:xfrm>
            <a:off x="8073765"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303" name="Google Shape;303;p31"/>
          <p:cNvSpPr txBox="1">
            <a:spLocks noGrp="1"/>
          </p:cNvSpPr>
          <p:nvPr>
            <p:ph type="subTitle" idx="7"/>
          </p:nvPr>
        </p:nvSpPr>
        <p:spPr>
          <a:xfrm>
            <a:off x="8073765"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420630B8-10B8-F782-8E4B-019E5063F5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AA969CF-658B-F4CE-EC3A-9E951335965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0482209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09_List3 + Box" preserve="1">
  <p:cSld name="09_List3 + Box">
    <p:spTree>
      <p:nvGrpSpPr>
        <p:cNvPr id="1" name="Shape 306"/>
        <p:cNvGrpSpPr/>
        <p:nvPr/>
      </p:nvGrpSpPr>
      <p:grpSpPr>
        <a:xfrm>
          <a:off x="0" y="0"/>
          <a:ext cx="0" cy="0"/>
          <a:chOff x="0" y="0"/>
          <a:chExt cx="0" cy="0"/>
        </a:xfrm>
      </p:grpSpPr>
      <p:sp>
        <p:nvSpPr>
          <p:cNvPr id="307" name="Google Shape;307;p32"/>
          <p:cNvSpPr/>
          <p:nvPr/>
        </p:nvSpPr>
        <p:spPr>
          <a:xfrm>
            <a:off x="1065200" y="2308367"/>
            <a:ext cx="30536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08" name="Google Shape;308;p32"/>
          <p:cNvSpPr/>
          <p:nvPr/>
        </p:nvSpPr>
        <p:spPr>
          <a:xfrm>
            <a:off x="4598000" y="2308371"/>
            <a:ext cx="29960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09" name="Google Shape;309;p32"/>
          <p:cNvSpPr/>
          <p:nvPr/>
        </p:nvSpPr>
        <p:spPr>
          <a:xfrm>
            <a:off x="8130825" y="2308371"/>
            <a:ext cx="29960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10" name="Google Shape;310;p32"/>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11" name="Google Shape;311;p32"/>
          <p:cNvSpPr txBox="1">
            <a:spLocks noGrp="1"/>
          </p:cNvSpPr>
          <p:nvPr>
            <p:ph type="subTitle" idx="1"/>
          </p:nvPr>
        </p:nvSpPr>
        <p:spPr>
          <a:xfrm>
            <a:off x="1331633"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2" name="Google Shape;312;p32"/>
          <p:cNvSpPr txBox="1">
            <a:spLocks noGrp="1"/>
          </p:cNvSpPr>
          <p:nvPr>
            <p:ph type="subTitle" idx="2"/>
          </p:nvPr>
        </p:nvSpPr>
        <p:spPr>
          <a:xfrm>
            <a:off x="1331633"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13" name="Google Shape;313;p32"/>
          <p:cNvSpPr txBox="1">
            <a:spLocks noGrp="1"/>
          </p:cNvSpPr>
          <p:nvPr>
            <p:ph type="subTitle" idx="3"/>
          </p:nvPr>
        </p:nvSpPr>
        <p:spPr>
          <a:xfrm>
            <a:off x="4856811"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4" name="Google Shape;314;p32"/>
          <p:cNvSpPr txBox="1">
            <a:spLocks noGrp="1"/>
          </p:cNvSpPr>
          <p:nvPr>
            <p:ph type="subTitle" idx="4"/>
          </p:nvPr>
        </p:nvSpPr>
        <p:spPr>
          <a:xfrm>
            <a:off x="4856811"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15" name="Google Shape;315;p32"/>
          <p:cNvSpPr txBox="1">
            <a:spLocks noGrp="1"/>
          </p:cNvSpPr>
          <p:nvPr>
            <p:ph type="subTitle" idx="5"/>
          </p:nvPr>
        </p:nvSpPr>
        <p:spPr>
          <a:xfrm>
            <a:off x="8381996"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6" name="Google Shape;316;p32"/>
          <p:cNvSpPr txBox="1">
            <a:spLocks noGrp="1"/>
          </p:cNvSpPr>
          <p:nvPr>
            <p:ph type="subTitle" idx="6"/>
          </p:nvPr>
        </p:nvSpPr>
        <p:spPr>
          <a:xfrm>
            <a:off x="8381996"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D0DF87F-21F4-5C11-7E9A-22621D41128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FF770EB-E5DA-0386-E45F-A179D72110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51445765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09_List4 + box" preserve="1">
  <p:cSld name="09_List4 + box">
    <p:spTree>
      <p:nvGrpSpPr>
        <p:cNvPr id="1" name="Shape 319"/>
        <p:cNvGrpSpPr/>
        <p:nvPr/>
      </p:nvGrpSpPr>
      <p:grpSpPr>
        <a:xfrm>
          <a:off x="0" y="0"/>
          <a:ext cx="0" cy="0"/>
          <a:chOff x="0" y="0"/>
          <a:chExt cx="0" cy="0"/>
        </a:xfrm>
      </p:grpSpPr>
      <p:sp>
        <p:nvSpPr>
          <p:cNvPr id="320" name="Google Shape;320;p33"/>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5333"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21" name="Google Shape;321;p33"/>
          <p:cNvSpPr/>
          <p:nvPr/>
        </p:nvSpPr>
        <p:spPr>
          <a:xfrm>
            <a:off x="71298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2" name="Google Shape;322;p33"/>
          <p:cNvSpPr/>
          <p:nvPr/>
        </p:nvSpPr>
        <p:spPr>
          <a:xfrm>
            <a:off x="347086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3" name="Google Shape;323;p33"/>
          <p:cNvSpPr/>
          <p:nvPr/>
        </p:nvSpPr>
        <p:spPr>
          <a:xfrm>
            <a:off x="622874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4" name="Google Shape;324;p33"/>
          <p:cNvSpPr/>
          <p:nvPr/>
        </p:nvSpPr>
        <p:spPr>
          <a:xfrm>
            <a:off x="898662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5" name="Google Shape;325;p33"/>
          <p:cNvSpPr/>
          <p:nvPr/>
        </p:nvSpPr>
        <p:spPr>
          <a:xfrm rot="10800000" flipH="1">
            <a:off x="71298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6" name="Google Shape;326;p33"/>
          <p:cNvSpPr/>
          <p:nvPr/>
        </p:nvSpPr>
        <p:spPr>
          <a:xfrm rot="10800000" flipH="1">
            <a:off x="347086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7" name="Google Shape;327;p33"/>
          <p:cNvSpPr/>
          <p:nvPr/>
        </p:nvSpPr>
        <p:spPr>
          <a:xfrm rot="10800000" flipH="1">
            <a:off x="622874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8" name="Google Shape;328;p33"/>
          <p:cNvSpPr/>
          <p:nvPr/>
        </p:nvSpPr>
        <p:spPr>
          <a:xfrm rot="10800000" flipH="1">
            <a:off x="898662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9" name="Google Shape;329;p33"/>
          <p:cNvSpPr txBox="1">
            <a:spLocks noGrp="1"/>
          </p:cNvSpPr>
          <p:nvPr>
            <p:ph type="title" idx="2"/>
          </p:nvPr>
        </p:nvSpPr>
        <p:spPr>
          <a:xfrm>
            <a:off x="712985" y="2276475"/>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0" name="Google Shape;330;p33"/>
          <p:cNvSpPr txBox="1">
            <a:spLocks noGrp="1"/>
          </p:cNvSpPr>
          <p:nvPr>
            <p:ph type="subTitle" idx="1"/>
          </p:nvPr>
        </p:nvSpPr>
        <p:spPr>
          <a:xfrm>
            <a:off x="904661" y="32218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1" name="Google Shape;331;p33"/>
          <p:cNvSpPr txBox="1">
            <a:spLocks noGrp="1"/>
          </p:cNvSpPr>
          <p:nvPr>
            <p:ph type="title" idx="3"/>
          </p:nvPr>
        </p:nvSpPr>
        <p:spPr>
          <a:xfrm>
            <a:off x="347086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2" name="Google Shape;332;p33"/>
          <p:cNvSpPr txBox="1">
            <a:spLocks noGrp="1"/>
          </p:cNvSpPr>
          <p:nvPr>
            <p:ph type="title" idx="4"/>
          </p:nvPr>
        </p:nvSpPr>
        <p:spPr>
          <a:xfrm>
            <a:off x="622874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3" name="Google Shape;333;p33"/>
          <p:cNvSpPr txBox="1">
            <a:spLocks noGrp="1"/>
          </p:cNvSpPr>
          <p:nvPr>
            <p:ph type="title" idx="5"/>
          </p:nvPr>
        </p:nvSpPr>
        <p:spPr>
          <a:xfrm>
            <a:off x="898662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4" name="Google Shape;334;p33"/>
          <p:cNvSpPr txBox="1">
            <a:spLocks noGrp="1"/>
          </p:cNvSpPr>
          <p:nvPr>
            <p:ph type="subTitle" idx="6"/>
          </p:nvPr>
        </p:nvSpPr>
        <p:spPr>
          <a:xfrm>
            <a:off x="3662541" y="32218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5" name="Google Shape;335;p33"/>
          <p:cNvSpPr txBox="1">
            <a:spLocks noGrp="1"/>
          </p:cNvSpPr>
          <p:nvPr>
            <p:ph type="subTitle" idx="7"/>
          </p:nvPr>
        </p:nvSpPr>
        <p:spPr>
          <a:xfrm>
            <a:off x="6420421" y="31714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6" name="Google Shape;336;p33"/>
          <p:cNvSpPr txBox="1">
            <a:spLocks noGrp="1"/>
          </p:cNvSpPr>
          <p:nvPr>
            <p:ph type="subTitle" idx="8"/>
          </p:nvPr>
        </p:nvSpPr>
        <p:spPr>
          <a:xfrm>
            <a:off x="9178301" y="31714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0920D7F8-7542-7153-5A5E-6B39F4F15E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F269CAD3-D292-6F3C-89DD-6310BFE687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24882716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09_List4 + Box + Icon" preserve="1">
  <p:cSld name="09_List4 + Box + Icon">
    <p:spTree>
      <p:nvGrpSpPr>
        <p:cNvPr id="1" name="Shape 339"/>
        <p:cNvGrpSpPr/>
        <p:nvPr/>
      </p:nvGrpSpPr>
      <p:grpSpPr>
        <a:xfrm>
          <a:off x="0" y="0"/>
          <a:ext cx="0" cy="0"/>
          <a:chOff x="0" y="0"/>
          <a:chExt cx="0" cy="0"/>
        </a:xfrm>
      </p:grpSpPr>
      <p:sp>
        <p:nvSpPr>
          <p:cNvPr id="340" name="Google Shape;340;p34"/>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41" name="Google Shape;341;p34"/>
          <p:cNvSpPr/>
          <p:nvPr/>
        </p:nvSpPr>
        <p:spPr>
          <a:xfrm>
            <a:off x="71298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2" name="Google Shape;342;p34"/>
          <p:cNvSpPr/>
          <p:nvPr/>
        </p:nvSpPr>
        <p:spPr>
          <a:xfrm>
            <a:off x="347086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3" name="Google Shape;343;p34"/>
          <p:cNvSpPr/>
          <p:nvPr/>
        </p:nvSpPr>
        <p:spPr>
          <a:xfrm>
            <a:off x="622874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4" name="Google Shape;344;p34"/>
          <p:cNvSpPr/>
          <p:nvPr/>
        </p:nvSpPr>
        <p:spPr>
          <a:xfrm>
            <a:off x="898662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5" name="Google Shape;345;p34"/>
          <p:cNvSpPr/>
          <p:nvPr/>
        </p:nvSpPr>
        <p:spPr>
          <a:xfrm rot="10800000" flipH="1">
            <a:off x="71298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6" name="Google Shape;346;p34"/>
          <p:cNvSpPr/>
          <p:nvPr/>
        </p:nvSpPr>
        <p:spPr>
          <a:xfrm rot="10800000" flipH="1">
            <a:off x="347086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7" name="Google Shape;347;p34"/>
          <p:cNvSpPr/>
          <p:nvPr/>
        </p:nvSpPr>
        <p:spPr>
          <a:xfrm rot="10800000" flipH="1">
            <a:off x="622874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8" name="Google Shape;348;p34"/>
          <p:cNvSpPr/>
          <p:nvPr/>
        </p:nvSpPr>
        <p:spPr>
          <a:xfrm rot="10800000" flipH="1">
            <a:off x="898662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9" name="Google Shape;349;p34"/>
          <p:cNvSpPr txBox="1">
            <a:spLocks noGrp="1"/>
          </p:cNvSpPr>
          <p:nvPr>
            <p:ph type="subTitle" idx="1"/>
          </p:nvPr>
        </p:nvSpPr>
        <p:spPr>
          <a:xfrm>
            <a:off x="91493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0" name="Google Shape;350;p34"/>
          <p:cNvSpPr txBox="1">
            <a:spLocks noGrp="1"/>
          </p:cNvSpPr>
          <p:nvPr>
            <p:ph type="subTitle" idx="2"/>
          </p:nvPr>
        </p:nvSpPr>
        <p:spPr>
          <a:xfrm>
            <a:off x="91493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1" name="Google Shape;351;p34"/>
          <p:cNvSpPr txBox="1">
            <a:spLocks noGrp="1"/>
          </p:cNvSpPr>
          <p:nvPr>
            <p:ph type="subTitle" idx="3"/>
          </p:nvPr>
        </p:nvSpPr>
        <p:spPr>
          <a:xfrm>
            <a:off x="367281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2" name="Google Shape;352;p34"/>
          <p:cNvSpPr txBox="1">
            <a:spLocks noGrp="1"/>
          </p:cNvSpPr>
          <p:nvPr>
            <p:ph type="subTitle" idx="4"/>
          </p:nvPr>
        </p:nvSpPr>
        <p:spPr>
          <a:xfrm>
            <a:off x="367281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3" name="Google Shape;353;p34"/>
          <p:cNvSpPr txBox="1">
            <a:spLocks noGrp="1"/>
          </p:cNvSpPr>
          <p:nvPr>
            <p:ph type="subTitle" idx="5"/>
          </p:nvPr>
        </p:nvSpPr>
        <p:spPr>
          <a:xfrm>
            <a:off x="643069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4" name="Google Shape;354;p34"/>
          <p:cNvSpPr txBox="1">
            <a:spLocks noGrp="1"/>
          </p:cNvSpPr>
          <p:nvPr>
            <p:ph type="subTitle" idx="6"/>
          </p:nvPr>
        </p:nvSpPr>
        <p:spPr>
          <a:xfrm>
            <a:off x="643069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5" name="Google Shape;355;p34"/>
          <p:cNvSpPr txBox="1">
            <a:spLocks noGrp="1"/>
          </p:cNvSpPr>
          <p:nvPr>
            <p:ph type="subTitle" idx="7"/>
          </p:nvPr>
        </p:nvSpPr>
        <p:spPr>
          <a:xfrm>
            <a:off x="918857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6" name="Google Shape;356;p34"/>
          <p:cNvSpPr txBox="1">
            <a:spLocks noGrp="1"/>
          </p:cNvSpPr>
          <p:nvPr>
            <p:ph type="subTitle" idx="8"/>
          </p:nvPr>
        </p:nvSpPr>
        <p:spPr>
          <a:xfrm>
            <a:off x="918857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2BE7A4B-26E0-26F2-2323-7D626208E8B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E7906F2C-735F-0B76-B204-0B9DF9258EE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71655913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09_List2" preserve="1">
  <p:cSld name="09_List2">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61" name="Google Shape;361;p35"/>
          <p:cNvSpPr txBox="1">
            <a:spLocks noGrp="1"/>
          </p:cNvSpPr>
          <p:nvPr>
            <p:ph type="subTitle" idx="1"/>
          </p:nvPr>
        </p:nvSpPr>
        <p:spPr>
          <a:xfrm>
            <a:off x="1331633"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2" name="Google Shape;362;p35"/>
          <p:cNvSpPr txBox="1">
            <a:spLocks noGrp="1"/>
          </p:cNvSpPr>
          <p:nvPr>
            <p:ph type="subTitle" idx="2"/>
          </p:nvPr>
        </p:nvSpPr>
        <p:spPr>
          <a:xfrm>
            <a:off x="1331633"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63" name="Google Shape;363;p35"/>
          <p:cNvSpPr txBox="1">
            <a:spLocks noGrp="1"/>
          </p:cNvSpPr>
          <p:nvPr>
            <p:ph type="subTitle" idx="3"/>
          </p:nvPr>
        </p:nvSpPr>
        <p:spPr>
          <a:xfrm>
            <a:off x="7119835"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4" name="Google Shape;364;p35"/>
          <p:cNvSpPr txBox="1">
            <a:spLocks noGrp="1"/>
          </p:cNvSpPr>
          <p:nvPr>
            <p:ph type="subTitle" idx="4"/>
          </p:nvPr>
        </p:nvSpPr>
        <p:spPr>
          <a:xfrm>
            <a:off x="7119835"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4279096-11BB-53AB-CEFE-950A21309C7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E7C89A0-FA15-77D8-2F0A-158D70457D6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09876109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09_List2" preserve="1">
  <p:cSld name="10_List2">
    <p:bg>
      <p:bgPr>
        <a:solidFill>
          <a:schemeClr val="tx1"/>
        </a:solidFill>
        <a:effectLst/>
      </p:bgPr>
    </p:bg>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61" name="Google Shape;361;p35"/>
          <p:cNvSpPr txBox="1">
            <a:spLocks noGrp="1"/>
          </p:cNvSpPr>
          <p:nvPr>
            <p:ph type="subTitle" idx="1"/>
          </p:nvPr>
        </p:nvSpPr>
        <p:spPr>
          <a:xfrm>
            <a:off x="1331633"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2" name="Google Shape;362;p35"/>
          <p:cNvSpPr txBox="1">
            <a:spLocks noGrp="1"/>
          </p:cNvSpPr>
          <p:nvPr>
            <p:ph type="subTitle" idx="2"/>
          </p:nvPr>
        </p:nvSpPr>
        <p:spPr>
          <a:xfrm>
            <a:off x="1331633"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63" name="Google Shape;363;p35"/>
          <p:cNvSpPr txBox="1">
            <a:spLocks noGrp="1"/>
          </p:cNvSpPr>
          <p:nvPr>
            <p:ph type="subTitle" idx="3"/>
          </p:nvPr>
        </p:nvSpPr>
        <p:spPr>
          <a:xfrm>
            <a:off x="7119835"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4" name="Google Shape;364;p35"/>
          <p:cNvSpPr txBox="1">
            <a:spLocks noGrp="1"/>
          </p:cNvSpPr>
          <p:nvPr>
            <p:ph type="subTitle" idx="4"/>
          </p:nvPr>
        </p:nvSpPr>
        <p:spPr>
          <a:xfrm>
            <a:off x="7119835"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17206F51-A649-7186-838A-A3EBEE86944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A312E949-C64A-7DE8-A8C9-A9504040E8A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03950070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09_List3 Split" preserve="1">
  <p:cSld name="10_List3 Split">
    <p:spTree>
      <p:nvGrpSpPr>
        <p:cNvPr id="1" name="Shape 367"/>
        <p:cNvGrpSpPr/>
        <p:nvPr/>
      </p:nvGrpSpPr>
      <p:grpSpPr>
        <a:xfrm>
          <a:off x="0" y="0"/>
          <a:ext cx="0" cy="0"/>
          <a:chOff x="0" y="0"/>
          <a:chExt cx="0" cy="0"/>
        </a:xfrm>
      </p:grpSpPr>
      <p:sp>
        <p:nvSpPr>
          <p:cNvPr id="368" name="Google Shape;368;p36"/>
          <p:cNvSpPr/>
          <p:nvPr/>
        </p:nvSpPr>
        <p:spPr>
          <a:xfrm>
            <a:off x="609830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369" name="Google Shape;369;p36"/>
          <p:cNvSpPr txBox="1">
            <a:spLocks noGrp="1"/>
          </p:cNvSpPr>
          <p:nvPr>
            <p:ph type="body" idx="1"/>
          </p:nvPr>
        </p:nvSpPr>
        <p:spPr>
          <a:xfrm>
            <a:off x="438871" y="1943100"/>
            <a:ext cx="4571600"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370" name="Google Shape;370;p36"/>
          <p:cNvSpPr txBox="1">
            <a:spLocks noGrp="1"/>
          </p:cNvSpPr>
          <p:nvPr>
            <p:ph type="title"/>
          </p:nvPr>
        </p:nvSpPr>
        <p:spPr>
          <a:xfrm>
            <a:off x="438871" y="457200"/>
            <a:ext cx="45716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71" name="Google Shape;371;p36"/>
          <p:cNvSpPr txBox="1">
            <a:spLocks noGrp="1"/>
          </p:cNvSpPr>
          <p:nvPr>
            <p:ph type="subTitle" idx="2"/>
          </p:nvPr>
        </p:nvSpPr>
        <p:spPr>
          <a:xfrm>
            <a:off x="7466080" y="1450312"/>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2" name="Google Shape;372;p36"/>
          <p:cNvSpPr txBox="1">
            <a:spLocks noGrp="1"/>
          </p:cNvSpPr>
          <p:nvPr>
            <p:ph type="subTitle" idx="3"/>
          </p:nvPr>
        </p:nvSpPr>
        <p:spPr>
          <a:xfrm>
            <a:off x="7459643" y="876725"/>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73" name="Google Shape;373;p36"/>
          <p:cNvSpPr txBox="1">
            <a:spLocks noGrp="1"/>
          </p:cNvSpPr>
          <p:nvPr>
            <p:ph type="subTitle" idx="4"/>
          </p:nvPr>
        </p:nvSpPr>
        <p:spPr>
          <a:xfrm>
            <a:off x="7466080" y="3440619"/>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4" name="Google Shape;374;p36"/>
          <p:cNvSpPr txBox="1">
            <a:spLocks noGrp="1"/>
          </p:cNvSpPr>
          <p:nvPr>
            <p:ph type="subTitle" idx="5"/>
          </p:nvPr>
        </p:nvSpPr>
        <p:spPr>
          <a:xfrm>
            <a:off x="7459643" y="2867031"/>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75" name="Google Shape;375;p36"/>
          <p:cNvSpPr txBox="1">
            <a:spLocks noGrp="1"/>
          </p:cNvSpPr>
          <p:nvPr>
            <p:ph type="subTitle" idx="6"/>
          </p:nvPr>
        </p:nvSpPr>
        <p:spPr>
          <a:xfrm>
            <a:off x="7466080" y="5430931"/>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6" name="Google Shape;376;p36"/>
          <p:cNvSpPr txBox="1">
            <a:spLocks noGrp="1"/>
          </p:cNvSpPr>
          <p:nvPr>
            <p:ph type="subTitle" idx="7"/>
          </p:nvPr>
        </p:nvSpPr>
        <p:spPr>
          <a:xfrm>
            <a:off x="7459643" y="4857344"/>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8A7042B-CE2D-3D64-F2A2-07CF5F574D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5FB93419-3C4D-38F0-0002-CCE80BC91D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6188805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09_List4 Split" preserve="1">
  <p:cSld name="09_List4 Split">
    <p:spTree>
      <p:nvGrpSpPr>
        <p:cNvPr id="1" name="Shape 379"/>
        <p:cNvGrpSpPr/>
        <p:nvPr/>
      </p:nvGrpSpPr>
      <p:grpSpPr>
        <a:xfrm>
          <a:off x="0" y="0"/>
          <a:ext cx="0" cy="0"/>
          <a:chOff x="0" y="0"/>
          <a:chExt cx="0" cy="0"/>
        </a:xfrm>
      </p:grpSpPr>
      <p:sp>
        <p:nvSpPr>
          <p:cNvPr id="380" name="Google Shape;380;p37"/>
          <p:cNvSpPr/>
          <p:nvPr/>
        </p:nvSpPr>
        <p:spPr>
          <a:xfrm>
            <a:off x="-3467" y="0"/>
            <a:ext cx="12192000" cy="21036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381" name="Google Shape;381;p37"/>
          <p:cNvSpPr txBox="1">
            <a:spLocks noGrp="1"/>
          </p:cNvSpPr>
          <p:nvPr>
            <p:ph type="title"/>
          </p:nvPr>
        </p:nvSpPr>
        <p:spPr>
          <a:xfrm>
            <a:off x="438871" y="457200"/>
            <a:ext cx="801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82" name="Google Shape;382;p37"/>
          <p:cNvSpPr txBox="1">
            <a:spLocks noGrp="1"/>
          </p:cNvSpPr>
          <p:nvPr>
            <p:ph type="subTitle" idx="1"/>
          </p:nvPr>
        </p:nvSpPr>
        <p:spPr>
          <a:xfrm>
            <a:off x="438871" y="1259425"/>
            <a:ext cx="7296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3" name="Google Shape;383;p37"/>
          <p:cNvSpPr txBox="1">
            <a:spLocks noGrp="1"/>
          </p:cNvSpPr>
          <p:nvPr>
            <p:ph type="subTitle" idx="2"/>
          </p:nvPr>
        </p:nvSpPr>
        <p:spPr>
          <a:xfrm>
            <a:off x="65384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4" name="Google Shape;384;p37"/>
          <p:cNvSpPr txBox="1">
            <a:spLocks noGrp="1"/>
          </p:cNvSpPr>
          <p:nvPr>
            <p:ph type="subTitle" idx="3"/>
          </p:nvPr>
        </p:nvSpPr>
        <p:spPr>
          <a:xfrm>
            <a:off x="65384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5" name="Google Shape;385;p37"/>
          <p:cNvSpPr txBox="1">
            <a:spLocks noGrp="1"/>
          </p:cNvSpPr>
          <p:nvPr>
            <p:ph type="subTitle" idx="4"/>
          </p:nvPr>
        </p:nvSpPr>
        <p:spPr>
          <a:xfrm>
            <a:off x="3510305"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6" name="Google Shape;386;p37"/>
          <p:cNvSpPr txBox="1">
            <a:spLocks noGrp="1"/>
          </p:cNvSpPr>
          <p:nvPr>
            <p:ph type="subTitle" idx="5"/>
          </p:nvPr>
        </p:nvSpPr>
        <p:spPr>
          <a:xfrm>
            <a:off x="3510305"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7" name="Google Shape;387;p37"/>
          <p:cNvSpPr txBox="1">
            <a:spLocks noGrp="1"/>
          </p:cNvSpPr>
          <p:nvPr>
            <p:ph type="subTitle" idx="6"/>
          </p:nvPr>
        </p:nvSpPr>
        <p:spPr>
          <a:xfrm>
            <a:off x="6352787"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8" name="Google Shape;388;p37"/>
          <p:cNvSpPr txBox="1">
            <a:spLocks noGrp="1"/>
          </p:cNvSpPr>
          <p:nvPr>
            <p:ph type="subTitle" idx="7"/>
          </p:nvPr>
        </p:nvSpPr>
        <p:spPr>
          <a:xfrm>
            <a:off x="6352787"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9" name="Google Shape;389;p37"/>
          <p:cNvSpPr txBox="1">
            <a:spLocks noGrp="1"/>
          </p:cNvSpPr>
          <p:nvPr>
            <p:ph type="subTitle" idx="8"/>
          </p:nvPr>
        </p:nvSpPr>
        <p:spPr>
          <a:xfrm>
            <a:off x="921945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90" name="Google Shape;390;p37"/>
          <p:cNvSpPr txBox="1">
            <a:spLocks noGrp="1"/>
          </p:cNvSpPr>
          <p:nvPr>
            <p:ph type="subTitle" idx="9"/>
          </p:nvPr>
        </p:nvSpPr>
        <p:spPr>
          <a:xfrm>
            <a:off x="921945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440AF62-D211-A905-5DB8-FE1C87B372D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985101EC-B79A-1178-9DDF-E80233C8935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1249571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09_List4 Split" preserve="1">
  <p:cSld name="10_List4 Split">
    <p:bg>
      <p:bgPr>
        <a:solidFill>
          <a:schemeClr val="tx1"/>
        </a:solidFill>
        <a:effectLst/>
      </p:bgPr>
    </p:bg>
    <p:spTree>
      <p:nvGrpSpPr>
        <p:cNvPr id="1" name="Shape 379"/>
        <p:cNvGrpSpPr/>
        <p:nvPr/>
      </p:nvGrpSpPr>
      <p:grpSpPr>
        <a:xfrm>
          <a:off x="0" y="0"/>
          <a:ext cx="0" cy="0"/>
          <a:chOff x="0" y="0"/>
          <a:chExt cx="0" cy="0"/>
        </a:xfrm>
      </p:grpSpPr>
      <p:sp>
        <p:nvSpPr>
          <p:cNvPr id="380" name="Google Shape;380;p37"/>
          <p:cNvSpPr/>
          <p:nvPr/>
        </p:nvSpPr>
        <p:spPr>
          <a:xfrm>
            <a:off x="-3467" y="0"/>
            <a:ext cx="12192000" cy="2103600"/>
          </a:xfrm>
          <a:prstGeom prst="rect">
            <a:avLst/>
          </a:prstGeom>
          <a:solidFill>
            <a:schemeClr val="bg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bg1"/>
              </a:solidFill>
              <a:latin typeface="Inter"/>
              <a:ea typeface="Inter"/>
              <a:cs typeface="Inter"/>
              <a:sym typeface="Inter"/>
            </a:endParaRPr>
          </a:p>
        </p:txBody>
      </p:sp>
      <p:sp>
        <p:nvSpPr>
          <p:cNvPr id="381" name="Google Shape;381;p37"/>
          <p:cNvSpPr txBox="1">
            <a:spLocks noGrp="1"/>
          </p:cNvSpPr>
          <p:nvPr>
            <p:ph type="title"/>
          </p:nvPr>
        </p:nvSpPr>
        <p:spPr>
          <a:xfrm>
            <a:off x="438871" y="457200"/>
            <a:ext cx="801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82" name="Google Shape;382;p37"/>
          <p:cNvSpPr txBox="1">
            <a:spLocks noGrp="1"/>
          </p:cNvSpPr>
          <p:nvPr>
            <p:ph type="subTitle" idx="1"/>
          </p:nvPr>
        </p:nvSpPr>
        <p:spPr>
          <a:xfrm>
            <a:off x="438871" y="1259425"/>
            <a:ext cx="7296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3" name="Google Shape;383;p37"/>
          <p:cNvSpPr txBox="1">
            <a:spLocks noGrp="1"/>
          </p:cNvSpPr>
          <p:nvPr>
            <p:ph type="subTitle" idx="2"/>
          </p:nvPr>
        </p:nvSpPr>
        <p:spPr>
          <a:xfrm>
            <a:off x="65384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4" name="Google Shape;384;p37"/>
          <p:cNvSpPr txBox="1">
            <a:spLocks noGrp="1"/>
          </p:cNvSpPr>
          <p:nvPr>
            <p:ph type="subTitle" idx="3"/>
          </p:nvPr>
        </p:nvSpPr>
        <p:spPr>
          <a:xfrm>
            <a:off x="65384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5" name="Google Shape;385;p37"/>
          <p:cNvSpPr txBox="1">
            <a:spLocks noGrp="1"/>
          </p:cNvSpPr>
          <p:nvPr>
            <p:ph type="subTitle" idx="4"/>
          </p:nvPr>
        </p:nvSpPr>
        <p:spPr>
          <a:xfrm>
            <a:off x="3510305"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6" name="Google Shape;386;p37"/>
          <p:cNvSpPr txBox="1">
            <a:spLocks noGrp="1"/>
          </p:cNvSpPr>
          <p:nvPr>
            <p:ph type="subTitle" idx="5"/>
          </p:nvPr>
        </p:nvSpPr>
        <p:spPr>
          <a:xfrm>
            <a:off x="3510305"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7" name="Google Shape;387;p37"/>
          <p:cNvSpPr txBox="1">
            <a:spLocks noGrp="1"/>
          </p:cNvSpPr>
          <p:nvPr>
            <p:ph type="subTitle" idx="6"/>
          </p:nvPr>
        </p:nvSpPr>
        <p:spPr>
          <a:xfrm>
            <a:off x="6352787"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8" name="Google Shape;388;p37"/>
          <p:cNvSpPr txBox="1">
            <a:spLocks noGrp="1"/>
          </p:cNvSpPr>
          <p:nvPr>
            <p:ph type="subTitle" idx="7"/>
          </p:nvPr>
        </p:nvSpPr>
        <p:spPr>
          <a:xfrm>
            <a:off x="6352787"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9" name="Google Shape;389;p37"/>
          <p:cNvSpPr txBox="1">
            <a:spLocks noGrp="1"/>
          </p:cNvSpPr>
          <p:nvPr>
            <p:ph type="subTitle" idx="8"/>
          </p:nvPr>
        </p:nvSpPr>
        <p:spPr>
          <a:xfrm>
            <a:off x="921945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90" name="Google Shape;390;p37"/>
          <p:cNvSpPr txBox="1">
            <a:spLocks noGrp="1"/>
          </p:cNvSpPr>
          <p:nvPr>
            <p:ph type="subTitle" idx="9"/>
          </p:nvPr>
        </p:nvSpPr>
        <p:spPr>
          <a:xfrm>
            <a:off x="921945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36845A1-D82A-7BAD-A3CF-CC6BCF8B5E4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0E746D0-4AF2-2F8A-87B5-0DF291E30BB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4053475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02_AgendaHeavy" preserve="1">
  <p:cSld name="02_AgendaHeavy">
    <p:spTree>
      <p:nvGrpSpPr>
        <p:cNvPr id="1" name="Shape 393"/>
        <p:cNvGrpSpPr/>
        <p:nvPr/>
      </p:nvGrpSpPr>
      <p:grpSpPr>
        <a:xfrm>
          <a:off x="0" y="0"/>
          <a:ext cx="0" cy="0"/>
          <a:chOff x="0" y="0"/>
          <a:chExt cx="0" cy="0"/>
        </a:xfrm>
      </p:grpSpPr>
      <p:sp>
        <p:nvSpPr>
          <p:cNvPr id="394" name="Google Shape;394;p38"/>
          <p:cNvSpPr/>
          <p:nvPr/>
        </p:nvSpPr>
        <p:spPr>
          <a:xfrm>
            <a:off x="6098300" y="-9525"/>
            <a:ext cx="6111200" cy="6867600"/>
          </a:xfrm>
          <a:prstGeom prst="rect">
            <a:avLst/>
          </a:prstGeom>
          <a:solidFill>
            <a:schemeClr val="tx2"/>
          </a:solidFill>
          <a:ln>
            <a:noFill/>
          </a:ln>
        </p:spPr>
        <p:txBody>
          <a:bodyPr spcFirstLastPara="1" wrap="square" lIns="45700" tIns="45700" rIns="45700" bIns="457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95" name="Google Shape;395;p38"/>
          <p:cNvSpPr txBox="1">
            <a:spLocks noGrp="1"/>
          </p:cNvSpPr>
          <p:nvPr>
            <p:ph type="title"/>
          </p:nvPr>
        </p:nvSpPr>
        <p:spPr>
          <a:xfrm>
            <a:off x="458143" y="457200"/>
            <a:ext cx="4648400" cy="375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2pPr>
            <a:lvl3pPr lvl="2">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3pPr>
            <a:lvl4pPr lvl="3">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4pPr>
            <a:lvl5pPr lvl="4">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5pPr>
            <a:lvl6pPr lvl="5">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6pPr>
            <a:lvl7pPr lvl="6">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7pPr>
            <a:lvl8pPr lvl="7">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8pPr>
            <a:lvl9pPr lvl="8">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9pPr>
          </a:lstStyle>
          <a:p>
            <a:endParaRPr/>
          </a:p>
        </p:txBody>
      </p:sp>
      <p:sp>
        <p:nvSpPr>
          <p:cNvPr id="396" name="Google Shape;396;p38"/>
          <p:cNvSpPr txBox="1">
            <a:spLocks noGrp="1"/>
          </p:cNvSpPr>
          <p:nvPr>
            <p:ph type="body" idx="1"/>
          </p:nvPr>
        </p:nvSpPr>
        <p:spPr>
          <a:xfrm>
            <a:off x="438871" y="1971675"/>
            <a:ext cx="3494800" cy="3600400"/>
          </a:xfrm>
          <a:prstGeom prst="rect">
            <a:avLst/>
          </a:prstGeom>
          <a:noFill/>
          <a:ln>
            <a:noFill/>
          </a:ln>
        </p:spPr>
        <p:txBody>
          <a:bodyPr spcFirstLastPara="1" wrap="square" lIns="34275" tIns="34275" rIns="34275" bIns="34275"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397" name="Google Shape;397;p38"/>
          <p:cNvSpPr txBox="1">
            <a:spLocks noGrp="1"/>
          </p:cNvSpPr>
          <p:nvPr>
            <p:ph type="body" idx="2"/>
          </p:nvPr>
        </p:nvSpPr>
        <p:spPr>
          <a:xfrm>
            <a:off x="6915848" y="457200"/>
            <a:ext cx="4476000" cy="5115200"/>
          </a:xfrm>
          <a:prstGeom prst="rect">
            <a:avLst/>
          </a:prstGeom>
          <a:noFill/>
          <a:ln>
            <a:noFill/>
          </a:ln>
        </p:spPr>
        <p:txBody>
          <a:bodyPr spcFirstLastPara="1" wrap="square" lIns="34275" tIns="34275" rIns="34275" bIns="34275" anchor="t" anchorCtr="0">
            <a:noAutofit/>
          </a:bodyPr>
          <a:lstStyle>
            <a:lvl1pPr marL="609585" lvl="0" indent="-457189" rtl="0">
              <a:lnSpc>
                <a:spcPct val="200000"/>
              </a:lnSpc>
              <a:spcBef>
                <a:spcPts val="0"/>
              </a:spcBef>
              <a:spcAft>
                <a:spcPts val="0"/>
              </a:spcAft>
              <a:buClrTx/>
              <a:buSzPct val="110000"/>
              <a:buFont typeface="Arial" panose="020B0604020202020204" pitchFamily="34" charset="0"/>
              <a:buNone/>
              <a:defRPr sz="2400" b="1">
                <a:solidFill>
                  <a:schemeClr val="tx1"/>
                </a:solidFill>
                <a:latin typeface="Inter"/>
                <a:ea typeface="Inter"/>
                <a:cs typeface="Inter"/>
                <a:sym typeface="Inter"/>
              </a:defRPr>
            </a:lvl1pPr>
            <a:lvl2pPr marL="1219170" lvl="1"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2pPr>
            <a:lvl3pPr marL="1828754" lvl="2"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3pPr>
            <a:lvl4pPr marL="2438339" lvl="3"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4pPr>
            <a:lvl5pPr marL="3047924" lvl="4"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5pPr>
            <a:lvl6pPr marL="3657509" lvl="5"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6pPr>
            <a:lvl7pPr marL="4267093" lvl="6"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7pPr>
            <a:lvl8pPr marL="4876678" lvl="7"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8pPr>
            <a:lvl9pPr marL="5486263" lvl="8"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C1D43114-F454-F56F-87B9-0999A54B6D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AC0F658-1115-EA83-099E-915A2C1FE0C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800041794"/>
      </p:ext>
    </p:extLst>
  </p:cSld>
  <p:clrMapOvr>
    <a:masterClrMapping/>
  </p:clrMapOvr>
  <p:extLst>
    <p:ext uri="{DCECCB84-F9BA-43D5-87BE-67443E8EF086}">
      <p15:sldGuideLst xmlns:p15="http://schemas.microsoft.com/office/powerpoint/2012/main">
        <p15:guide id="1" orient="horz" pos="720">
          <p15:clr>
            <a:srgbClr val="FF0095"/>
          </p15:clr>
        </p15:guide>
        <p15:guide id="2" orient="horz" pos="959">
          <p15:clr>
            <a:srgbClr val="FF0095"/>
          </p15:clr>
        </p15:guide>
        <p15:guide id="3" orient="horz" pos="1199">
          <p15:clr>
            <a:srgbClr val="FF0095"/>
          </p15:clr>
        </p15:guide>
        <p15:guide id="4" orient="horz" pos="1440">
          <p15:clr>
            <a:srgbClr val="FF0095"/>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00_Blank_Black" preserve="1">
  <p:cSld name="00_Blank_Black">
    <p:bg>
      <p:bgPr>
        <a:gradFill>
          <a:gsLst>
            <a:gs pos="0">
              <a:schemeClr val="tx1"/>
            </a:gs>
            <a:gs pos="100000">
              <a:schemeClr val="bg2"/>
            </a:gs>
          </a:gsLst>
          <a:lin ang="18900000" scaled="1"/>
        </a:gradFill>
        <a:effectLst/>
      </p:bgPr>
    </p:bg>
    <p:spTree>
      <p:nvGrpSpPr>
        <p:cNvPr id="1" name="Shape 400"/>
        <p:cNvGrpSpPr/>
        <p:nvPr/>
      </p:nvGrpSpPr>
      <p:grpSpPr>
        <a:xfrm>
          <a:off x="0" y="0"/>
          <a:ext cx="0" cy="0"/>
          <a:chOff x="0" y="0"/>
          <a:chExt cx="0" cy="0"/>
        </a:xfrm>
      </p:grpSpPr>
      <p:sp>
        <p:nvSpPr>
          <p:cNvPr id="3" name="Footer Placeholder 3">
            <a:extLst>
              <a:ext uri="{FF2B5EF4-FFF2-40B4-BE49-F238E27FC236}">
                <a16:creationId xmlns:a16="http://schemas.microsoft.com/office/drawing/2014/main" id="{A501E2A9-EB33-2793-D600-F8046B43012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1BD30E9-A67E-D479-E6B1-7C6F60E0D86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3444070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00_Blank_Blue" preserve="1">
  <p:cSld name="00_Blank_Blue">
    <p:bg>
      <p:bgPr>
        <a:solidFill>
          <a:schemeClr val="accent1"/>
        </a:solidFill>
        <a:effectLst/>
      </p:bgPr>
    </p:bg>
    <p:spTree>
      <p:nvGrpSpPr>
        <p:cNvPr id="1" name="Shape 403"/>
        <p:cNvGrpSpPr/>
        <p:nvPr/>
      </p:nvGrpSpPr>
      <p:grpSpPr>
        <a:xfrm>
          <a:off x="0" y="0"/>
          <a:ext cx="0" cy="0"/>
          <a:chOff x="0" y="0"/>
          <a:chExt cx="0" cy="0"/>
        </a:xfrm>
      </p:grpSpPr>
      <p:sp>
        <p:nvSpPr>
          <p:cNvPr id="3" name="Footer Placeholder 3">
            <a:extLst>
              <a:ext uri="{FF2B5EF4-FFF2-40B4-BE49-F238E27FC236}">
                <a16:creationId xmlns:a16="http://schemas.microsoft.com/office/drawing/2014/main" id="{F4EBE87F-F323-2381-21AA-EFE874098B1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5E29DB8-4179-2CEA-3BE2-A690BB5B9E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24694593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03_Text-heavy" preserve="1">
  <p:cSld name="03_Text-heavy">
    <p:bg>
      <p:bgPr>
        <a:solidFill>
          <a:srgbClr val="00001E">
            <a:alpha val="0"/>
          </a:srgbClr>
        </a:solidFill>
        <a:effectLst/>
      </p:bgPr>
    </p:bg>
    <p:spTree>
      <p:nvGrpSpPr>
        <p:cNvPr id="1" name="Shape 406"/>
        <p:cNvGrpSpPr/>
        <p:nvPr/>
      </p:nvGrpSpPr>
      <p:grpSpPr>
        <a:xfrm>
          <a:off x="0" y="0"/>
          <a:ext cx="0" cy="0"/>
          <a:chOff x="0" y="0"/>
          <a:chExt cx="0" cy="0"/>
        </a:xfrm>
      </p:grpSpPr>
      <p:sp>
        <p:nvSpPr>
          <p:cNvPr id="407" name="Google Shape;407;p41"/>
          <p:cNvSpPr txBox="1">
            <a:spLocks noGrp="1"/>
          </p:cNvSpPr>
          <p:nvPr>
            <p:ph type="title"/>
          </p:nvPr>
        </p:nvSpPr>
        <p:spPr>
          <a:xfrm>
            <a:off x="440357" y="457200"/>
            <a:ext cx="8534400" cy="745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08" name="Google Shape;408;p41"/>
          <p:cNvSpPr txBox="1">
            <a:spLocks noGrp="1"/>
          </p:cNvSpPr>
          <p:nvPr>
            <p:ph type="subTitle" idx="1"/>
          </p:nvPr>
        </p:nvSpPr>
        <p:spPr>
          <a:xfrm>
            <a:off x="440357" y="1176112"/>
            <a:ext cx="8534400" cy="36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09" name="Google Shape;409;p41"/>
          <p:cNvSpPr txBox="1">
            <a:spLocks noGrp="1"/>
          </p:cNvSpPr>
          <p:nvPr>
            <p:ph type="body" idx="2"/>
          </p:nvPr>
        </p:nvSpPr>
        <p:spPr>
          <a:xfrm>
            <a:off x="440357" y="1873251"/>
            <a:ext cx="7315200" cy="3657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0ED10B7E-4268-71DD-047E-93AF7B76D53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AB4C079-61AE-5182-32B7-9D56FB2F300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02400128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07_Timeline2" preserve="1">
  <p:cSld name="07_Timeline2">
    <p:bg>
      <p:bgPr>
        <a:solidFill>
          <a:srgbClr val="00001E">
            <a:alpha val="0"/>
          </a:srgbClr>
        </a:solidFill>
        <a:effectLst/>
      </p:bgPr>
    </p:bg>
    <p:spTree>
      <p:nvGrpSpPr>
        <p:cNvPr id="1" name="Shape 412"/>
        <p:cNvGrpSpPr/>
        <p:nvPr/>
      </p:nvGrpSpPr>
      <p:grpSpPr>
        <a:xfrm>
          <a:off x="0" y="0"/>
          <a:ext cx="0" cy="0"/>
          <a:chOff x="0" y="0"/>
          <a:chExt cx="0" cy="0"/>
        </a:xfrm>
      </p:grpSpPr>
      <p:sp>
        <p:nvSpPr>
          <p:cNvPr id="413" name="Google Shape;413;p42"/>
          <p:cNvSpPr/>
          <p:nvPr/>
        </p:nvSpPr>
        <p:spPr>
          <a:xfrm>
            <a:off x="0" y="0"/>
            <a:ext cx="12192000" cy="6217600"/>
          </a:xfrm>
          <a:prstGeom prst="rect">
            <a:avLst/>
          </a:prstGeom>
          <a:solidFill>
            <a:schemeClr val="tx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414" name="Google Shape;414;p42"/>
          <p:cNvSpPr/>
          <p:nvPr/>
        </p:nvSpPr>
        <p:spPr>
          <a:xfrm>
            <a:off x="620333" y="2245633"/>
            <a:ext cx="11736400" cy="48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415" name="Google Shape;415;p42"/>
          <p:cNvSpPr txBox="1">
            <a:spLocks noGrp="1"/>
          </p:cNvSpPr>
          <p:nvPr>
            <p:ph type="title"/>
          </p:nvPr>
        </p:nvSpPr>
        <p:spPr>
          <a:xfrm>
            <a:off x="440357" y="457200"/>
            <a:ext cx="42412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16" name="Google Shape;416;p42"/>
          <p:cNvSpPr txBox="1">
            <a:spLocks noGrp="1"/>
          </p:cNvSpPr>
          <p:nvPr>
            <p:ph type="body" idx="1"/>
          </p:nvPr>
        </p:nvSpPr>
        <p:spPr>
          <a:xfrm>
            <a:off x="659549" y="2582529"/>
            <a:ext cx="2827200" cy="2993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38500D3-BD8E-273E-B023-676F9180A3B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3E1C01D-33B3-F819-ED15-1F8CB2FB661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87811080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07_Timeline1" preserve="1">
  <p:cSld name="07_Timeline1">
    <p:bg>
      <p:bgPr>
        <a:solidFill>
          <a:schemeClr val="bg1">
            <a:alpha val="0"/>
          </a:schemeClr>
        </a:solidFill>
        <a:effectLst/>
      </p:bgPr>
    </p:bg>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21" name="Google Shape;421;p43"/>
          <p:cNvSpPr txBox="1">
            <a:spLocks noGrp="1"/>
          </p:cNvSpPr>
          <p:nvPr>
            <p:ph type="body" idx="1"/>
          </p:nvPr>
        </p:nvSpPr>
        <p:spPr>
          <a:xfrm>
            <a:off x="439583" y="4049963"/>
            <a:ext cx="2827200" cy="203757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22" name="Google Shape;422;p43"/>
          <p:cNvSpPr/>
          <p:nvPr/>
        </p:nvSpPr>
        <p:spPr>
          <a:xfrm>
            <a:off x="440357" y="3476563"/>
            <a:ext cx="11751600" cy="178000"/>
          </a:xfrm>
          <a:prstGeom prst="rect">
            <a:avLst/>
          </a:prstGeom>
          <a:gradFill flip="none" rotWithShape="1">
            <a:gsLst>
              <a:gs pos="0">
                <a:schemeClr val="bg2"/>
              </a:gs>
              <a:gs pos="100000">
                <a:schemeClr val="accent1"/>
              </a:gs>
            </a:gsLst>
            <a:lin ang="10800000" scaled="1"/>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3" name="Footer Placeholder 3">
            <a:extLst>
              <a:ext uri="{FF2B5EF4-FFF2-40B4-BE49-F238E27FC236}">
                <a16:creationId xmlns:a16="http://schemas.microsoft.com/office/drawing/2014/main" id="{C0DCED3D-5B9E-8E54-7DEE-15105E30DD0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7397FFA8-7745-E0B2-F758-8C40B94ECC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2925478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07_Timeline1" preserve="1">
  <p:cSld name="8_Timeline1">
    <p:bg>
      <p:bgPr>
        <a:solidFill>
          <a:schemeClr val="tx1"/>
        </a:solidFill>
        <a:effectLst/>
      </p:bgPr>
    </p:bg>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21" name="Google Shape;421;p43"/>
          <p:cNvSpPr txBox="1">
            <a:spLocks noGrp="1"/>
          </p:cNvSpPr>
          <p:nvPr>
            <p:ph type="body" idx="1"/>
          </p:nvPr>
        </p:nvSpPr>
        <p:spPr>
          <a:xfrm>
            <a:off x="439583" y="4049963"/>
            <a:ext cx="2827200" cy="2054504"/>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22" name="Google Shape;422;p43"/>
          <p:cNvSpPr/>
          <p:nvPr/>
        </p:nvSpPr>
        <p:spPr>
          <a:xfrm>
            <a:off x="440357" y="3476563"/>
            <a:ext cx="11751600" cy="178000"/>
          </a:xfrm>
          <a:prstGeom prst="rect">
            <a:avLst/>
          </a:prstGeom>
          <a:gradFill flip="none" rotWithShape="1">
            <a:gsLst>
              <a:gs pos="0">
                <a:schemeClr val="bg2"/>
              </a:gs>
              <a:gs pos="100000">
                <a:schemeClr val="accent1"/>
              </a:gs>
            </a:gsLst>
            <a:lin ang="10800000" scaled="1"/>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3" name="Footer Placeholder 3">
            <a:extLst>
              <a:ext uri="{FF2B5EF4-FFF2-40B4-BE49-F238E27FC236}">
                <a16:creationId xmlns:a16="http://schemas.microsoft.com/office/drawing/2014/main" id="{74B74730-4B78-DB3A-97CD-E104EC35598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26248A50-C64D-223E-48D8-A5107C42AA3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965523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07_Timeline3" preserve="1">
  <p:cSld name="07_Timeline3">
    <p:bg>
      <p:bgPr>
        <a:solidFill>
          <a:schemeClr val="bg1"/>
        </a:solidFill>
        <a:effectLst/>
      </p:bgPr>
    </p:bg>
    <p:spTree>
      <p:nvGrpSpPr>
        <p:cNvPr id="1" name="Shape 425"/>
        <p:cNvGrpSpPr/>
        <p:nvPr/>
      </p:nvGrpSpPr>
      <p:grpSpPr>
        <a:xfrm>
          <a:off x="0" y="0"/>
          <a:ext cx="0" cy="0"/>
          <a:chOff x="0" y="0"/>
          <a:chExt cx="0" cy="0"/>
        </a:xfrm>
      </p:grpSpPr>
      <p:sp>
        <p:nvSpPr>
          <p:cNvPr id="426" name="Google Shape;426;p44"/>
          <p:cNvSpPr txBox="1">
            <a:spLocks noGrp="1"/>
          </p:cNvSpPr>
          <p:nvPr>
            <p:ph type="title"/>
          </p:nvPr>
        </p:nvSpPr>
        <p:spPr>
          <a:xfrm>
            <a:off x="3290367" y="298933"/>
            <a:ext cx="3758800" cy="375600"/>
          </a:xfrm>
          <a:prstGeom prst="rect">
            <a:avLst/>
          </a:prstGeom>
          <a:noFill/>
          <a:ln>
            <a:noFill/>
          </a:ln>
        </p:spPr>
        <p:txBody>
          <a:bodyPr spcFirstLastPara="1" wrap="square" lIns="91425" tIns="91425" rIns="91425" bIns="91425" anchor="t" anchorCtr="0">
            <a:noAutofit/>
          </a:bodyPr>
          <a:lstStyle>
            <a:lvl1pPr lvl="0" algn="r">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7" name="Google Shape;427;p44"/>
          <p:cNvSpPr txBox="1">
            <a:spLocks noGrp="1"/>
          </p:cNvSpPr>
          <p:nvPr>
            <p:ph type="title" idx="2"/>
          </p:nvPr>
        </p:nvSpPr>
        <p:spPr>
          <a:xfrm>
            <a:off x="3290367" y="73596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8" name="Google Shape;428;p44"/>
          <p:cNvSpPr txBox="1">
            <a:spLocks noGrp="1"/>
          </p:cNvSpPr>
          <p:nvPr>
            <p:ph type="title" idx="3"/>
          </p:nvPr>
        </p:nvSpPr>
        <p:spPr>
          <a:xfrm>
            <a:off x="3290367" y="1172984"/>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9" name="Google Shape;429;p44"/>
          <p:cNvSpPr txBox="1">
            <a:spLocks noGrp="1"/>
          </p:cNvSpPr>
          <p:nvPr>
            <p:ph type="title" idx="4"/>
          </p:nvPr>
        </p:nvSpPr>
        <p:spPr>
          <a:xfrm>
            <a:off x="3290367" y="16100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0" name="Google Shape;430;p44"/>
          <p:cNvSpPr txBox="1">
            <a:spLocks noGrp="1"/>
          </p:cNvSpPr>
          <p:nvPr>
            <p:ph type="title" idx="5"/>
          </p:nvPr>
        </p:nvSpPr>
        <p:spPr>
          <a:xfrm>
            <a:off x="3290367" y="2047033"/>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1" name="Google Shape;431;p44"/>
          <p:cNvSpPr txBox="1">
            <a:spLocks noGrp="1"/>
          </p:cNvSpPr>
          <p:nvPr>
            <p:ph type="title" idx="6"/>
          </p:nvPr>
        </p:nvSpPr>
        <p:spPr>
          <a:xfrm>
            <a:off x="3290367" y="2484051"/>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2" name="Google Shape;432;p44"/>
          <p:cNvSpPr txBox="1">
            <a:spLocks noGrp="1"/>
          </p:cNvSpPr>
          <p:nvPr>
            <p:ph type="title" idx="7"/>
          </p:nvPr>
        </p:nvSpPr>
        <p:spPr>
          <a:xfrm>
            <a:off x="3290367" y="292106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3" name="Google Shape;433;p44"/>
          <p:cNvSpPr txBox="1">
            <a:spLocks noGrp="1"/>
          </p:cNvSpPr>
          <p:nvPr>
            <p:ph type="title" idx="8"/>
          </p:nvPr>
        </p:nvSpPr>
        <p:spPr>
          <a:xfrm>
            <a:off x="3290367" y="33581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4" name="Google Shape;434;p44"/>
          <p:cNvSpPr txBox="1">
            <a:spLocks noGrp="1"/>
          </p:cNvSpPr>
          <p:nvPr>
            <p:ph type="title" idx="9"/>
          </p:nvPr>
        </p:nvSpPr>
        <p:spPr>
          <a:xfrm>
            <a:off x="3290367" y="379511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5" name="Google Shape;435;p44"/>
          <p:cNvSpPr txBox="1">
            <a:spLocks noGrp="1"/>
          </p:cNvSpPr>
          <p:nvPr>
            <p:ph type="title" idx="13"/>
          </p:nvPr>
        </p:nvSpPr>
        <p:spPr>
          <a:xfrm>
            <a:off x="3290367" y="4243351"/>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6" name="Google Shape;436;p44"/>
          <p:cNvSpPr txBox="1">
            <a:spLocks noGrp="1"/>
          </p:cNvSpPr>
          <p:nvPr>
            <p:ph type="title" idx="14"/>
          </p:nvPr>
        </p:nvSpPr>
        <p:spPr>
          <a:xfrm>
            <a:off x="3290367" y="4680384"/>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7" name="Google Shape;437;p44"/>
          <p:cNvSpPr txBox="1">
            <a:spLocks noGrp="1"/>
          </p:cNvSpPr>
          <p:nvPr>
            <p:ph type="title" idx="15"/>
          </p:nvPr>
        </p:nvSpPr>
        <p:spPr>
          <a:xfrm>
            <a:off x="3290367" y="51174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8" name="Google Shape;438;p44"/>
          <p:cNvSpPr txBox="1">
            <a:spLocks noGrp="1"/>
          </p:cNvSpPr>
          <p:nvPr>
            <p:ph type="title" idx="16"/>
          </p:nvPr>
        </p:nvSpPr>
        <p:spPr>
          <a:xfrm>
            <a:off x="3290367" y="55544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cxnSp>
        <p:nvCxnSpPr>
          <p:cNvPr id="439" name="Google Shape;439;p44"/>
          <p:cNvCxnSpPr/>
          <p:nvPr/>
        </p:nvCxnSpPr>
        <p:spPr>
          <a:xfrm>
            <a:off x="7187800" y="350992"/>
            <a:ext cx="0" cy="6526800"/>
          </a:xfrm>
          <a:prstGeom prst="straightConnector1">
            <a:avLst/>
          </a:prstGeom>
          <a:noFill/>
          <a:ln w="9525" cap="flat" cmpd="sng">
            <a:solidFill>
              <a:schemeClr val="accent2"/>
            </a:solidFill>
            <a:prstDash val="solid"/>
            <a:round/>
            <a:headEnd type="oval" w="med" len="med"/>
            <a:tailEnd type="none" w="med" len="med"/>
          </a:ln>
        </p:spPr>
      </p:cxnSp>
      <p:sp>
        <p:nvSpPr>
          <p:cNvPr id="440" name="Google Shape;440;p44"/>
          <p:cNvSpPr txBox="1">
            <a:spLocks noGrp="1"/>
          </p:cNvSpPr>
          <p:nvPr>
            <p:ph type="title" idx="17"/>
          </p:nvPr>
        </p:nvSpPr>
        <p:spPr>
          <a:xfrm>
            <a:off x="7326433" y="298933"/>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1" name="Google Shape;441;p44"/>
          <p:cNvSpPr txBox="1">
            <a:spLocks noGrp="1"/>
          </p:cNvSpPr>
          <p:nvPr>
            <p:ph type="title" idx="18"/>
          </p:nvPr>
        </p:nvSpPr>
        <p:spPr>
          <a:xfrm>
            <a:off x="7326433" y="73596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2" name="Google Shape;442;p44"/>
          <p:cNvSpPr txBox="1">
            <a:spLocks noGrp="1"/>
          </p:cNvSpPr>
          <p:nvPr>
            <p:ph type="title" idx="19"/>
          </p:nvPr>
        </p:nvSpPr>
        <p:spPr>
          <a:xfrm>
            <a:off x="7326433" y="1172984"/>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3" name="Google Shape;443;p44"/>
          <p:cNvSpPr txBox="1">
            <a:spLocks noGrp="1"/>
          </p:cNvSpPr>
          <p:nvPr>
            <p:ph type="title" idx="20"/>
          </p:nvPr>
        </p:nvSpPr>
        <p:spPr>
          <a:xfrm>
            <a:off x="7326433" y="16100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4" name="Google Shape;444;p44"/>
          <p:cNvSpPr txBox="1">
            <a:spLocks noGrp="1"/>
          </p:cNvSpPr>
          <p:nvPr>
            <p:ph type="title" idx="21"/>
          </p:nvPr>
        </p:nvSpPr>
        <p:spPr>
          <a:xfrm>
            <a:off x="7326433" y="2047033"/>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5" name="Google Shape;445;p44"/>
          <p:cNvSpPr txBox="1">
            <a:spLocks noGrp="1"/>
          </p:cNvSpPr>
          <p:nvPr>
            <p:ph type="title" idx="22"/>
          </p:nvPr>
        </p:nvSpPr>
        <p:spPr>
          <a:xfrm>
            <a:off x="7326433" y="2484051"/>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6" name="Google Shape;446;p44"/>
          <p:cNvSpPr txBox="1">
            <a:spLocks noGrp="1"/>
          </p:cNvSpPr>
          <p:nvPr>
            <p:ph type="title" idx="23"/>
          </p:nvPr>
        </p:nvSpPr>
        <p:spPr>
          <a:xfrm>
            <a:off x="7326433" y="292106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7" name="Google Shape;447;p44"/>
          <p:cNvSpPr txBox="1">
            <a:spLocks noGrp="1"/>
          </p:cNvSpPr>
          <p:nvPr>
            <p:ph type="title" idx="24"/>
          </p:nvPr>
        </p:nvSpPr>
        <p:spPr>
          <a:xfrm>
            <a:off x="7326433" y="33581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8" name="Google Shape;448;p44"/>
          <p:cNvSpPr txBox="1">
            <a:spLocks noGrp="1"/>
          </p:cNvSpPr>
          <p:nvPr>
            <p:ph type="title" idx="25"/>
          </p:nvPr>
        </p:nvSpPr>
        <p:spPr>
          <a:xfrm>
            <a:off x="7326433" y="379511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9" name="Google Shape;449;p44"/>
          <p:cNvSpPr txBox="1">
            <a:spLocks noGrp="1"/>
          </p:cNvSpPr>
          <p:nvPr>
            <p:ph type="title" idx="26"/>
          </p:nvPr>
        </p:nvSpPr>
        <p:spPr>
          <a:xfrm>
            <a:off x="7326433" y="4243351"/>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0" name="Google Shape;450;p44"/>
          <p:cNvSpPr txBox="1">
            <a:spLocks noGrp="1"/>
          </p:cNvSpPr>
          <p:nvPr>
            <p:ph type="title" idx="27"/>
          </p:nvPr>
        </p:nvSpPr>
        <p:spPr>
          <a:xfrm>
            <a:off x="7326433" y="4680384"/>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1" name="Google Shape;451;p44"/>
          <p:cNvSpPr txBox="1">
            <a:spLocks noGrp="1"/>
          </p:cNvSpPr>
          <p:nvPr>
            <p:ph type="title" idx="28"/>
          </p:nvPr>
        </p:nvSpPr>
        <p:spPr>
          <a:xfrm>
            <a:off x="7326433" y="51174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2" name="Google Shape;452;p44"/>
          <p:cNvSpPr txBox="1">
            <a:spLocks noGrp="1"/>
          </p:cNvSpPr>
          <p:nvPr>
            <p:ph type="title" idx="29"/>
          </p:nvPr>
        </p:nvSpPr>
        <p:spPr>
          <a:xfrm>
            <a:off x="7326433" y="55544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3" name="Footer Placeholder 3">
            <a:extLst>
              <a:ext uri="{FF2B5EF4-FFF2-40B4-BE49-F238E27FC236}">
                <a16:creationId xmlns:a16="http://schemas.microsoft.com/office/drawing/2014/main" id="{4E7626DD-CA14-F5F7-B8BD-86207D1CB73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0F43E09E-28E9-7501-3BD2-8280FE32FE5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47997681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03_Text-heavy 3 columns" preserve="1">
  <p:cSld name="03_Text-heavy 3 columns">
    <p:spTree>
      <p:nvGrpSpPr>
        <p:cNvPr id="1" name="Shape 455"/>
        <p:cNvGrpSpPr/>
        <p:nvPr/>
      </p:nvGrpSpPr>
      <p:grpSpPr>
        <a:xfrm>
          <a:off x="0" y="0"/>
          <a:ext cx="0" cy="0"/>
          <a:chOff x="0" y="0"/>
          <a:chExt cx="0" cy="0"/>
        </a:xfrm>
      </p:grpSpPr>
      <p:sp>
        <p:nvSpPr>
          <p:cNvPr id="456" name="Google Shape;456;p45"/>
          <p:cNvSpPr/>
          <p:nvPr/>
        </p:nvSpPr>
        <p:spPr>
          <a:xfrm>
            <a:off x="440367"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457" name="Google Shape;457;p45"/>
          <p:cNvSpPr/>
          <p:nvPr/>
        </p:nvSpPr>
        <p:spPr>
          <a:xfrm>
            <a:off x="4276333"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458" name="Google Shape;458;p45"/>
          <p:cNvSpPr/>
          <p:nvPr/>
        </p:nvSpPr>
        <p:spPr>
          <a:xfrm>
            <a:off x="8112300"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p>
        </p:txBody>
      </p:sp>
      <p:sp>
        <p:nvSpPr>
          <p:cNvPr id="459" name="Google Shape;459;p45"/>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60" name="Google Shape;460;p45"/>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61" name="Google Shape;461;p45"/>
          <p:cNvSpPr txBox="1">
            <a:spLocks noGrp="1"/>
          </p:cNvSpPr>
          <p:nvPr>
            <p:ph type="body" idx="2"/>
          </p:nvPr>
        </p:nvSpPr>
        <p:spPr>
          <a:xfrm>
            <a:off x="660767"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2" name="Google Shape;462;p45"/>
          <p:cNvSpPr txBox="1">
            <a:spLocks noGrp="1"/>
          </p:cNvSpPr>
          <p:nvPr>
            <p:ph type="body" idx="3"/>
          </p:nvPr>
        </p:nvSpPr>
        <p:spPr>
          <a:xfrm>
            <a:off x="660767"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3" name="Google Shape;463;p45"/>
          <p:cNvSpPr txBox="1">
            <a:spLocks noGrp="1"/>
          </p:cNvSpPr>
          <p:nvPr>
            <p:ph type="body" idx="4"/>
          </p:nvPr>
        </p:nvSpPr>
        <p:spPr>
          <a:xfrm>
            <a:off x="44967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4" name="Google Shape;464;p45"/>
          <p:cNvSpPr txBox="1">
            <a:spLocks noGrp="1"/>
          </p:cNvSpPr>
          <p:nvPr>
            <p:ph type="body" idx="5"/>
          </p:nvPr>
        </p:nvSpPr>
        <p:spPr>
          <a:xfrm>
            <a:off x="44967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5" name="Google Shape;465;p45"/>
          <p:cNvSpPr txBox="1">
            <a:spLocks noGrp="1"/>
          </p:cNvSpPr>
          <p:nvPr>
            <p:ph type="body" idx="6"/>
          </p:nvPr>
        </p:nvSpPr>
        <p:spPr>
          <a:xfrm>
            <a:off x="83339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6" name="Google Shape;466;p45"/>
          <p:cNvSpPr txBox="1">
            <a:spLocks noGrp="1"/>
          </p:cNvSpPr>
          <p:nvPr>
            <p:ph type="body" idx="7"/>
          </p:nvPr>
        </p:nvSpPr>
        <p:spPr>
          <a:xfrm>
            <a:off x="83339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AE4C2EF-7426-892A-30B1-852FB52FE0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7080729B-5AEF-3682-7844-FA0AC6EF18D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19733418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03_Text-heavy 3 columns" preserve="1">
  <p:cSld name="4_Text-heavy 3 columns">
    <p:bg>
      <p:bgPr>
        <a:solidFill>
          <a:schemeClr val="tx1"/>
        </a:solidFill>
        <a:effectLst/>
      </p:bgPr>
    </p:bg>
    <p:spTree>
      <p:nvGrpSpPr>
        <p:cNvPr id="1" name="Shape 455"/>
        <p:cNvGrpSpPr/>
        <p:nvPr/>
      </p:nvGrpSpPr>
      <p:grpSpPr>
        <a:xfrm>
          <a:off x="0" y="0"/>
          <a:ext cx="0" cy="0"/>
          <a:chOff x="0" y="0"/>
          <a:chExt cx="0" cy="0"/>
        </a:xfrm>
      </p:grpSpPr>
      <p:sp>
        <p:nvSpPr>
          <p:cNvPr id="456" name="Google Shape;456;p45"/>
          <p:cNvSpPr/>
          <p:nvPr/>
        </p:nvSpPr>
        <p:spPr>
          <a:xfrm>
            <a:off x="440367"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7" name="Google Shape;457;p45"/>
          <p:cNvSpPr/>
          <p:nvPr/>
        </p:nvSpPr>
        <p:spPr>
          <a:xfrm>
            <a:off x="4276333"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8" name="Google Shape;458;p45"/>
          <p:cNvSpPr/>
          <p:nvPr/>
        </p:nvSpPr>
        <p:spPr>
          <a:xfrm>
            <a:off x="8112300"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endParaRPr>
          </a:p>
        </p:txBody>
      </p:sp>
      <p:sp>
        <p:nvSpPr>
          <p:cNvPr id="459" name="Google Shape;459;p45"/>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60" name="Google Shape;460;p45"/>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61" name="Google Shape;461;p45"/>
          <p:cNvSpPr txBox="1">
            <a:spLocks noGrp="1"/>
          </p:cNvSpPr>
          <p:nvPr>
            <p:ph type="body" idx="2"/>
          </p:nvPr>
        </p:nvSpPr>
        <p:spPr>
          <a:xfrm>
            <a:off x="660767"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2" name="Google Shape;462;p45"/>
          <p:cNvSpPr txBox="1">
            <a:spLocks noGrp="1"/>
          </p:cNvSpPr>
          <p:nvPr>
            <p:ph type="body" idx="3"/>
          </p:nvPr>
        </p:nvSpPr>
        <p:spPr>
          <a:xfrm>
            <a:off x="660767"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3" name="Google Shape;463;p45"/>
          <p:cNvSpPr txBox="1">
            <a:spLocks noGrp="1"/>
          </p:cNvSpPr>
          <p:nvPr>
            <p:ph type="body" idx="4"/>
          </p:nvPr>
        </p:nvSpPr>
        <p:spPr>
          <a:xfrm>
            <a:off x="44967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4" name="Google Shape;464;p45"/>
          <p:cNvSpPr txBox="1">
            <a:spLocks noGrp="1"/>
          </p:cNvSpPr>
          <p:nvPr>
            <p:ph type="body" idx="5"/>
          </p:nvPr>
        </p:nvSpPr>
        <p:spPr>
          <a:xfrm>
            <a:off x="44967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5" name="Google Shape;465;p45"/>
          <p:cNvSpPr txBox="1">
            <a:spLocks noGrp="1"/>
          </p:cNvSpPr>
          <p:nvPr>
            <p:ph type="body" idx="6"/>
          </p:nvPr>
        </p:nvSpPr>
        <p:spPr>
          <a:xfrm>
            <a:off x="83339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6" name="Google Shape;466;p45"/>
          <p:cNvSpPr txBox="1">
            <a:spLocks noGrp="1"/>
          </p:cNvSpPr>
          <p:nvPr>
            <p:ph type="body" idx="7"/>
          </p:nvPr>
        </p:nvSpPr>
        <p:spPr>
          <a:xfrm>
            <a:off x="83339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3181E9BA-4B9E-435D-CC52-F624DF9F19D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7CF62B0-2FE0-1997-42C2-6C20BF126CA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83165937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03_Text-heavy 4 columns " preserve="1">
  <p:cSld name="03_Text-heavy 4 columns ">
    <p:spTree>
      <p:nvGrpSpPr>
        <p:cNvPr id="1" name="Shape 469"/>
        <p:cNvGrpSpPr/>
        <p:nvPr/>
      </p:nvGrpSpPr>
      <p:grpSpPr>
        <a:xfrm>
          <a:off x="0" y="0"/>
          <a:ext cx="0" cy="0"/>
          <a:chOff x="0" y="0"/>
          <a:chExt cx="0" cy="0"/>
        </a:xfrm>
      </p:grpSpPr>
      <p:sp>
        <p:nvSpPr>
          <p:cNvPr id="470" name="Google Shape;470;p46"/>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71" name="Google Shape;471;p46"/>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Inter"/>
                <a:cs typeface="DM Sans 14pt" pitchFamily="2" charset="77"/>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72" name="Google Shape;472;p46"/>
          <p:cNvSpPr/>
          <p:nvPr/>
        </p:nvSpPr>
        <p:spPr>
          <a:xfrm>
            <a:off x="44036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3" name="Google Shape;473;p46"/>
          <p:cNvSpPr/>
          <p:nvPr/>
        </p:nvSpPr>
        <p:spPr>
          <a:xfrm>
            <a:off x="336542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4" name="Google Shape;474;p46"/>
          <p:cNvSpPr/>
          <p:nvPr/>
        </p:nvSpPr>
        <p:spPr>
          <a:xfrm>
            <a:off x="629047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5" name="Google Shape;475;p46"/>
          <p:cNvSpPr/>
          <p:nvPr/>
        </p:nvSpPr>
        <p:spPr>
          <a:xfrm>
            <a:off x="921553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6" name="Google Shape;476;p46"/>
          <p:cNvSpPr txBox="1">
            <a:spLocks noGrp="1"/>
          </p:cNvSpPr>
          <p:nvPr>
            <p:ph type="body" idx="2"/>
          </p:nvPr>
        </p:nvSpPr>
        <p:spPr>
          <a:xfrm>
            <a:off x="608933"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7" name="Google Shape;477;p46"/>
          <p:cNvSpPr txBox="1">
            <a:spLocks noGrp="1"/>
          </p:cNvSpPr>
          <p:nvPr>
            <p:ph type="body" idx="3"/>
          </p:nvPr>
        </p:nvSpPr>
        <p:spPr>
          <a:xfrm>
            <a:off x="608933"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78" name="Google Shape;478;p46"/>
          <p:cNvSpPr txBox="1">
            <a:spLocks noGrp="1"/>
          </p:cNvSpPr>
          <p:nvPr>
            <p:ph type="body" idx="4"/>
          </p:nvPr>
        </p:nvSpPr>
        <p:spPr>
          <a:xfrm>
            <a:off x="353101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9" name="Google Shape;479;p46"/>
          <p:cNvSpPr txBox="1">
            <a:spLocks noGrp="1"/>
          </p:cNvSpPr>
          <p:nvPr>
            <p:ph type="body" idx="5"/>
          </p:nvPr>
        </p:nvSpPr>
        <p:spPr>
          <a:xfrm>
            <a:off x="353101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0" name="Google Shape;480;p46"/>
          <p:cNvSpPr txBox="1">
            <a:spLocks noGrp="1"/>
          </p:cNvSpPr>
          <p:nvPr>
            <p:ph type="body" idx="6"/>
          </p:nvPr>
        </p:nvSpPr>
        <p:spPr>
          <a:xfrm>
            <a:off x="645606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1" name="Google Shape;481;p46"/>
          <p:cNvSpPr txBox="1">
            <a:spLocks noGrp="1"/>
          </p:cNvSpPr>
          <p:nvPr>
            <p:ph type="body" idx="7"/>
          </p:nvPr>
        </p:nvSpPr>
        <p:spPr>
          <a:xfrm>
            <a:off x="645606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2" name="Google Shape;482;p46"/>
          <p:cNvSpPr txBox="1">
            <a:spLocks noGrp="1"/>
          </p:cNvSpPr>
          <p:nvPr>
            <p:ph type="body" idx="8"/>
          </p:nvPr>
        </p:nvSpPr>
        <p:spPr>
          <a:xfrm>
            <a:off x="9381100"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3" name="Google Shape;483;p46"/>
          <p:cNvSpPr txBox="1">
            <a:spLocks noGrp="1"/>
          </p:cNvSpPr>
          <p:nvPr>
            <p:ph type="body" idx="9"/>
          </p:nvPr>
        </p:nvSpPr>
        <p:spPr>
          <a:xfrm>
            <a:off x="9381100"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693655A-9FE5-1E6B-E892-DFF645BB6F9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639FBC1-36EA-7FFF-39C5-C3A345E92A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94453858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03_Text-heavy 4 columns " preserve="1">
  <p:cSld name="4_Text-heavy 4 columns ">
    <p:bg>
      <p:bgPr>
        <a:solidFill>
          <a:schemeClr val="tx1"/>
        </a:solidFill>
        <a:effectLst/>
      </p:bgPr>
    </p:bg>
    <p:spTree>
      <p:nvGrpSpPr>
        <p:cNvPr id="1" name="Shape 469"/>
        <p:cNvGrpSpPr/>
        <p:nvPr/>
      </p:nvGrpSpPr>
      <p:grpSpPr>
        <a:xfrm>
          <a:off x="0" y="0"/>
          <a:ext cx="0" cy="0"/>
          <a:chOff x="0" y="0"/>
          <a:chExt cx="0" cy="0"/>
        </a:xfrm>
      </p:grpSpPr>
      <p:sp>
        <p:nvSpPr>
          <p:cNvPr id="470" name="Google Shape;470;p46"/>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71" name="Google Shape;471;p46"/>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Inter"/>
                <a:cs typeface="DM Sans 14pt" pitchFamily="2" charset="77"/>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72" name="Google Shape;472;p46"/>
          <p:cNvSpPr/>
          <p:nvPr/>
        </p:nvSpPr>
        <p:spPr>
          <a:xfrm>
            <a:off x="44036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3" name="Google Shape;473;p46"/>
          <p:cNvSpPr/>
          <p:nvPr/>
        </p:nvSpPr>
        <p:spPr>
          <a:xfrm>
            <a:off x="336542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4" name="Google Shape;474;p46"/>
          <p:cNvSpPr/>
          <p:nvPr/>
        </p:nvSpPr>
        <p:spPr>
          <a:xfrm>
            <a:off x="629047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5" name="Google Shape;475;p46"/>
          <p:cNvSpPr/>
          <p:nvPr/>
        </p:nvSpPr>
        <p:spPr>
          <a:xfrm>
            <a:off x="921553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6" name="Google Shape;476;p46"/>
          <p:cNvSpPr txBox="1">
            <a:spLocks noGrp="1"/>
          </p:cNvSpPr>
          <p:nvPr>
            <p:ph type="body" idx="2"/>
          </p:nvPr>
        </p:nvSpPr>
        <p:spPr>
          <a:xfrm>
            <a:off x="608933" y="2698000"/>
            <a:ext cx="2206400" cy="2665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7" name="Google Shape;477;p46"/>
          <p:cNvSpPr txBox="1">
            <a:spLocks noGrp="1"/>
          </p:cNvSpPr>
          <p:nvPr>
            <p:ph type="body" idx="3"/>
          </p:nvPr>
        </p:nvSpPr>
        <p:spPr>
          <a:xfrm>
            <a:off x="608933" y="2328467"/>
            <a:ext cx="22064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78" name="Google Shape;478;p46"/>
          <p:cNvSpPr txBox="1">
            <a:spLocks noGrp="1"/>
          </p:cNvSpPr>
          <p:nvPr>
            <p:ph type="body" idx="4"/>
          </p:nvPr>
        </p:nvSpPr>
        <p:spPr>
          <a:xfrm>
            <a:off x="353101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9" name="Google Shape;479;p46"/>
          <p:cNvSpPr txBox="1">
            <a:spLocks noGrp="1"/>
          </p:cNvSpPr>
          <p:nvPr>
            <p:ph type="body" idx="5"/>
          </p:nvPr>
        </p:nvSpPr>
        <p:spPr>
          <a:xfrm>
            <a:off x="353101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0" name="Google Shape;480;p46"/>
          <p:cNvSpPr txBox="1">
            <a:spLocks noGrp="1"/>
          </p:cNvSpPr>
          <p:nvPr>
            <p:ph type="body" idx="6"/>
          </p:nvPr>
        </p:nvSpPr>
        <p:spPr>
          <a:xfrm>
            <a:off x="645606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1" name="Google Shape;481;p46"/>
          <p:cNvSpPr txBox="1">
            <a:spLocks noGrp="1"/>
          </p:cNvSpPr>
          <p:nvPr>
            <p:ph type="body" idx="7"/>
          </p:nvPr>
        </p:nvSpPr>
        <p:spPr>
          <a:xfrm>
            <a:off x="645606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2" name="Google Shape;482;p46"/>
          <p:cNvSpPr txBox="1">
            <a:spLocks noGrp="1"/>
          </p:cNvSpPr>
          <p:nvPr>
            <p:ph type="body" idx="8"/>
          </p:nvPr>
        </p:nvSpPr>
        <p:spPr>
          <a:xfrm>
            <a:off x="9381100"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3" name="Google Shape;483;p46"/>
          <p:cNvSpPr txBox="1">
            <a:spLocks noGrp="1"/>
          </p:cNvSpPr>
          <p:nvPr>
            <p:ph type="body" idx="9"/>
          </p:nvPr>
        </p:nvSpPr>
        <p:spPr>
          <a:xfrm>
            <a:off x="9381100"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98D5008-59A9-F0B7-1141-F8EBFD37643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D0EAC44-1D05-4D28-4CC1-046AA907928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32352899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03_Text-heavy 4 columns  2" preserve="1">
  <p:cSld name="03_Text-heavy 4 columns  2">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88" name="Google Shape;488;p4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89" name="Google Shape;489;p47"/>
          <p:cNvSpPr/>
          <p:nvPr/>
        </p:nvSpPr>
        <p:spPr>
          <a:xfrm>
            <a:off x="488468"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0" name="Google Shape;490;p47"/>
          <p:cNvSpPr/>
          <p:nvPr/>
        </p:nvSpPr>
        <p:spPr>
          <a:xfrm>
            <a:off x="6118979"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1" name="Google Shape;491;p47"/>
          <p:cNvSpPr/>
          <p:nvPr/>
        </p:nvSpPr>
        <p:spPr>
          <a:xfrm>
            <a:off x="488468"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2" name="Google Shape;492;p47"/>
          <p:cNvSpPr/>
          <p:nvPr/>
        </p:nvSpPr>
        <p:spPr>
          <a:xfrm>
            <a:off x="6118979"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3" name="Google Shape;493;p47"/>
          <p:cNvSpPr txBox="1">
            <a:spLocks noGrp="1"/>
          </p:cNvSpPr>
          <p:nvPr>
            <p:ph type="body" idx="2"/>
          </p:nvPr>
        </p:nvSpPr>
        <p:spPr>
          <a:xfrm>
            <a:off x="691667"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4" name="Google Shape;494;p47"/>
          <p:cNvSpPr txBox="1">
            <a:spLocks noGrp="1"/>
          </p:cNvSpPr>
          <p:nvPr>
            <p:ph type="body" idx="3"/>
          </p:nvPr>
        </p:nvSpPr>
        <p:spPr>
          <a:xfrm>
            <a:off x="691667"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5" name="Google Shape;495;p47"/>
          <p:cNvSpPr txBox="1">
            <a:spLocks noGrp="1"/>
          </p:cNvSpPr>
          <p:nvPr>
            <p:ph type="body" idx="4"/>
          </p:nvPr>
        </p:nvSpPr>
        <p:spPr>
          <a:xfrm>
            <a:off x="6290651"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6" name="Google Shape;496;p47"/>
          <p:cNvSpPr txBox="1">
            <a:spLocks noGrp="1"/>
          </p:cNvSpPr>
          <p:nvPr>
            <p:ph type="body" idx="5"/>
          </p:nvPr>
        </p:nvSpPr>
        <p:spPr>
          <a:xfrm>
            <a:off x="6290651"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7" name="Google Shape;497;p47"/>
          <p:cNvSpPr txBox="1">
            <a:spLocks noGrp="1"/>
          </p:cNvSpPr>
          <p:nvPr>
            <p:ph type="body" idx="6"/>
          </p:nvPr>
        </p:nvSpPr>
        <p:spPr>
          <a:xfrm>
            <a:off x="6290651"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8" name="Google Shape;498;p47"/>
          <p:cNvSpPr txBox="1">
            <a:spLocks noGrp="1"/>
          </p:cNvSpPr>
          <p:nvPr>
            <p:ph type="body" idx="7"/>
          </p:nvPr>
        </p:nvSpPr>
        <p:spPr>
          <a:xfrm>
            <a:off x="6290651"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9" name="Google Shape;499;p47"/>
          <p:cNvSpPr txBox="1">
            <a:spLocks noGrp="1"/>
          </p:cNvSpPr>
          <p:nvPr>
            <p:ph type="body" idx="8"/>
          </p:nvPr>
        </p:nvSpPr>
        <p:spPr>
          <a:xfrm>
            <a:off x="691667" y="4626117"/>
            <a:ext cx="4648800" cy="7656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0" name="Google Shape;500;p47"/>
          <p:cNvSpPr txBox="1">
            <a:spLocks noGrp="1"/>
          </p:cNvSpPr>
          <p:nvPr>
            <p:ph type="body" idx="9"/>
          </p:nvPr>
        </p:nvSpPr>
        <p:spPr>
          <a:xfrm>
            <a:off x="691667"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9235989-249A-188D-2C64-2D7A9E46E90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15D0B72-885D-7DF2-C77A-873C3244B44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58315358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03_Text-heavy 4 columns  2" preserve="1">
  <p:cSld name="4_Text-heavy 4 columns  2">
    <p:bg>
      <p:bgPr>
        <a:solidFill>
          <a:schemeClr val="tx1"/>
        </a:solidFill>
        <a:effectLst/>
      </p:bgPr>
    </p:bg>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88" name="Google Shape;488;p4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89" name="Google Shape;489;p47"/>
          <p:cNvSpPr/>
          <p:nvPr/>
        </p:nvSpPr>
        <p:spPr>
          <a:xfrm>
            <a:off x="488468"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0" name="Google Shape;490;p47"/>
          <p:cNvSpPr/>
          <p:nvPr/>
        </p:nvSpPr>
        <p:spPr>
          <a:xfrm>
            <a:off x="6118979"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1" name="Google Shape;491;p47"/>
          <p:cNvSpPr/>
          <p:nvPr/>
        </p:nvSpPr>
        <p:spPr>
          <a:xfrm>
            <a:off x="488468"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2" name="Google Shape;492;p47"/>
          <p:cNvSpPr/>
          <p:nvPr/>
        </p:nvSpPr>
        <p:spPr>
          <a:xfrm>
            <a:off x="6118979"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3" name="Google Shape;493;p47"/>
          <p:cNvSpPr txBox="1">
            <a:spLocks noGrp="1"/>
          </p:cNvSpPr>
          <p:nvPr>
            <p:ph type="body" idx="2"/>
          </p:nvPr>
        </p:nvSpPr>
        <p:spPr>
          <a:xfrm>
            <a:off x="691667"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4" name="Google Shape;494;p47"/>
          <p:cNvSpPr txBox="1">
            <a:spLocks noGrp="1"/>
          </p:cNvSpPr>
          <p:nvPr>
            <p:ph type="body" idx="3"/>
          </p:nvPr>
        </p:nvSpPr>
        <p:spPr>
          <a:xfrm>
            <a:off x="691667"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5" name="Google Shape;495;p47"/>
          <p:cNvSpPr txBox="1">
            <a:spLocks noGrp="1"/>
          </p:cNvSpPr>
          <p:nvPr>
            <p:ph type="body" idx="4"/>
          </p:nvPr>
        </p:nvSpPr>
        <p:spPr>
          <a:xfrm>
            <a:off x="6290651"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6" name="Google Shape;496;p47"/>
          <p:cNvSpPr txBox="1">
            <a:spLocks noGrp="1"/>
          </p:cNvSpPr>
          <p:nvPr>
            <p:ph type="body" idx="5"/>
          </p:nvPr>
        </p:nvSpPr>
        <p:spPr>
          <a:xfrm>
            <a:off x="6290651"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7" name="Google Shape;497;p47"/>
          <p:cNvSpPr txBox="1">
            <a:spLocks noGrp="1"/>
          </p:cNvSpPr>
          <p:nvPr>
            <p:ph type="body" idx="6"/>
          </p:nvPr>
        </p:nvSpPr>
        <p:spPr>
          <a:xfrm>
            <a:off x="6290651"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8" name="Google Shape;498;p47"/>
          <p:cNvSpPr txBox="1">
            <a:spLocks noGrp="1"/>
          </p:cNvSpPr>
          <p:nvPr>
            <p:ph type="body" idx="7"/>
          </p:nvPr>
        </p:nvSpPr>
        <p:spPr>
          <a:xfrm>
            <a:off x="6290651"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9" name="Google Shape;499;p47"/>
          <p:cNvSpPr txBox="1">
            <a:spLocks noGrp="1"/>
          </p:cNvSpPr>
          <p:nvPr>
            <p:ph type="body" idx="8"/>
          </p:nvPr>
        </p:nvSpPr>
        <p:spPr>
          <a:xfrm>
            <a:off x="691667"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0" name="Google Shape;500;p47"/>
          <p:cNvSpPr txBox="1">
            <a:spLocks noGrp="1"/>
          </p:cNvSpPr>
          <p:nvPr>
            <p:ph type="body" idx="9"/>
          </p:nvPr>
        </p:nvSpPr>
        <p:spPr>
          <a:xfrm>
            <a:off x="691667"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08F6ACA-1A3A-C30D-6F76-17DF4D088D8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2D860E33-1B90-889A-6A23-4D220156FE0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92153270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Custom Layout 7" preserve="1">
  <p:cSld name="Custom Layout 7">
    <p:bg>
      <p:bgRef idx="1001">
        <a:schemeClr val="bg1"/>
      </p:bgRef>
    </p:bg>
    <p:spTree>
      <p:nvGrpSpPr>
        <p:cNvPr id="1" name="Shape 522"/>
        <p:cNvGrpSpPr/>
        <p:nvPr/>
      </p:nvGrpSpPr>
      <p:grpSpPr>
        <a:xfrm>
          <a:off x="0" y="0"/>
          <a:ext cx="0" cy="0"/>
          <a:chOff x="0" y="0"/>
          <a:chExt cx="0" cy="0"/>
        </a:xfrm>
      </p:grpSpPr>
      <p:sp>
        <p:nvSpPr>
          <p:cNvPr id="526" name="Google Shape;526;p51"/>
          <p:cNvSpPr txBox="1">
            <a:spLocks noGrp="1"/>
          </p:cNvSpPr>
          <p:nvPr>
            <p:ph type="title"/>
          </p:nvPr>
        </p:nvSpPr>
        <p:spPr>
          <a:xfrm>
            <a:off x="1468433" y="457200"/>
            <a:ext cx="9058800" cy="17952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2pPr>
            <a:lvl3pPr lvl="2"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3pPr>
            <a:lvl4pPr lvl="3"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4pPr>
            <a:lvl5pPr lvl="4"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5pPr>
            <a:lvl6pPr lvl="5"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6pPr>
            <a:lvl7pPr lvl="6"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7pPr>
            <a:lvl8pPr lvl="7"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8pPr>
            <a:lvl9pPr lvl="8"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9pPr>
          </a:lstStyle>
          <a:p>
            <a:endParaRPr/>
          </a:p>
        </p:txBody>
      </p:sp>
      <p:pic>
        <p:nvPicPr>
          <p:cNvPr id="2" name="Picture 1" descr="A black grid with blue and pink squares&#10;&#10;AI-generated content may be incorrect.">
            <a:extLst>
              <a:ext uri="{FF2B5EF4-FFF2-40B4-BE49-F238E27FC236}">
                <a16:creationId xmlns:a16="http://schemas.microsoft.com/office/drawing/2014/main" id="{903D56E2-676C-13FA-92ED-B18D21E7C0AA}"/>
              </a:ext>
            </a:extLst>
          </p:cNvPr>
          <p:cNvPicPr>
            <a:picLocks noChangeAspect="1"/>
          </p:cNvPicPr>
          <p:nvPr userDrawn="1"/>
        </p:nvPicPr>
        <p:blipFill>
          <a:blip r:embed="rId2">
            <a:alphaModFix amt="42000"/>
          </a:blip>
          <a:srcRect l="4472" t="22714" r="5059" b="43998"/>
          <a:stretch>
            <a:fillRect/>
          </a:stretch>
        </p:blipFill>
        <p:spPr>
          <a:xfrm>
            <a:off x="-1" y="2252400"/>
            <a:ext cx="12192001" cy="3823099"/>
          </a:xfrm>
          <a:prstGeom prst="rect">
            <a:avLst/>
          </a:prstGeom>
        </p:spPr>
      </p:pic>
      <p:sp>
        <p:nvSpPr>
          <p:cNvPr id="5" name="Footer Placeholder 3">
            <a:extLst>
              <a:ext uri="{FF2B5EF4-FFF2-40B4-BE49-F238E27FC236}">
                <a16:creationId xmlns:a16="http://schemas.microsoft.com/office/drawing/2014/main" id="{6BEECE37-6C5B-C110-2058-AE95F1C10F1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871AFF67-E9A5-BBE6-D006-E8D89E226CB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70" y="6348550"/>
            <a:ext cx="1190294" cy="355591"/>
          </a:xfrm>
          <a:prstGeom prst="rect">
            <a:avLst/>
          </a:prstGeom>
        </p:spPr>
      </p:pic>
    </p:spTree>
    <p:extLst>
      <p:ext uri="{BB962C8B-B14F-4D97-AF65-F5344CB8AC3E}">
        <p14:creationId xmlns:p14="http://schemas.microsoft.com/office/powerpoint/2010/main" val="2272400242"/>
      </p:ext>
    </p:extLst>
  </p:cSld>
  <p:clrMapOvr>
    <a:overrideClrMapping bg1="lt1" tx1="dk1" bg2="lt2" tx2="dk2" accent1="accent1" accent2="accent2" accent3="accent3" accent4="accent4" accent5="accent5" accent6="accent6" hlink="hlink" folHlink="folHlink"/>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Custom Layout 7" preserve="1">
  <p:cSld name="1_Custom Layout 7">
    <p:bg>
      <p:bgPr>
        <a:solidFill>
          <a:schemeClr val="tx1"/>
        </a:solidFill>
        <a:effectLst/>
      </p:bgPr>
    </p:bg>
    <p:spTree>
      <p:nvGrpSpPr>
        <p:cNvPr id="1" name="Shape 522"/>
        <p:cNvGrpSpPr/>
        <p:nvPr/>
      </p:nvGrpSpPr>
      <p:grpSpPr>
        <a:xfrm>
          <a:off x="0" y="0"/>
          <a:ext cx="0" cy="0"/>
          <a:chOff x="0" y="0"/>
          <a:chExt cx="0" cy="0"/>
        </a:xfrm>
      </p:grpSpPr>
      <p:sp>
        <p:nvSpPr>
          <p:cNvPr id="526" name="Google Shape;526;p51"/>
          <p:cNvSpPr txBox="1">
            <a:spLocks noGrp="1"/>
          </p:cNvSpPr>
          <p:nvPr>
            <p:ph type="title"/>
          </p:nvPr>
        </p:nvSpPr>
        <p:spPr>
          <a:xfrm>
            <a:off x="1468433" y="457200"/>
            <a:ext cx="9058800" cy="17952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7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2pPr>
            <a:lvl3pPr lvl="2"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3pPr>
            <a:lvl4pPr lvl="3"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4pPr>
            <a:lvl5pPr lvl="4"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5pPr>
            <a:lvl6pPr lvl="5"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6pPr>
            <a:lvl7pPr lvl="6"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7pPr>
            <a:lvl8pPr lvl="7"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8pPr>
            <a:lvl9pPr lvl="8"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9pPr>
          </a:lstStyle>
          <a:p>
            <a:endParaRPr/>
          </a:p>
        </p:txBody>
      </p:sp>
      <p:pic>
        <p:nvPicPr>
          <p:cNvPr id="2" name="Picture 1" descr="A black grid with blue and pink squares&#10;&#10;AI-generated content may be incorrect.">
            <a:extLst>
              <a:ext uri="{FF2B5EF4-FFF2-40B4-BE49-F238E27FC236}">
                <a16:creationId xmlns:a16="http://schemas.microsoft.com/office/drawing/2014/main" id="{903D56E2-676C-13FA-92ED-B18D21E7C0AA}"/>
              </a:ext>
            </a:extLst>
          </p:cNvPr>
          <p:cNvPicPr>
            <a:picLocks noChangeAspect="1"/>
          </p:cNvPicPr>
          <p:nvPr userDrawn="1"/>
        </p:nvPicPr>
        <p:blipFill>
          <a:blip r:embed="rId2">
            <a:alphaModFix amt="42000"/>
          </a:blip>
          <a:srcRect l="4472" t="22714" r="5059" b="43998"/>
          <a:stretch>
            <a:fillRect/>
          </a:stretch>
        </p:blipFill>
        <p:spPr>
          <a:xfrm>
            <a:off x="-1" y="2252400"/>
            <a:ext cx="12192001" cy="3823099"/>
          </a:xfrm>
          <a:prstGeom prst="rect">
            <a:avLst/>
          </a:prstGeom>
        </p:spPr>
      </p:pic>
      <p:sp>
        <p:nvSpPr>
          <p:cNvPr id="5" name="Footer Placeholder 3">
            <a:extLst>
              <a:ext uri="{FF2B5EF4-FFF2-40B4-BE49-F238E27FC236}">
                <a16:creationId xmlns:a16="http://schemas.microsoft.com/office/drawing/2014/main" id="{6BEECE37-6C5B-C110-2058-AE95F1C10F1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871AFF67-E9A5-BBE6-D006-E8D89E226CB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51971587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03_Text-heavy 2 columns" preserve="1">
  <p:cSld name="4_Text-heavy 2 columns">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505" name="Google Shape;505;p48"/>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06" name="Google Shape;506;p48"/>
          <p:cNvSpPr/>
          <p:nvPr/>
        </p:nvSpPr>
        <p:spPr>
          <a:xfrm>
            <a:off x="440367"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1467">
              <a:solidFill>
                <a:schemeClr val="lt2"/>
              </a:solidFill>
              <a:latin typeface="Inter"/>
              <a:ea typeface="Inter"/>
              <a:cs typeface="Inter"/>
              <a:sym typeface="Inter"/>
            </a:endParaRPr>
          </a:p>
        </p:txBody>
      </p:sp>
      <p:sp>
        <p:nvSpPr>
          <p:cNvPr id="507" name="Google Shape;507;p48"/>
          <p:cNvSpPr/>
          <p:nvPr/>
        </p:nvSpPr>
        <p:spPr>
          <a:xfrm>
            <a:off x="6254500"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1467">
              <a:solidFill>
                <a:schemeClr val="lt2"/>
              </a:solidFill>
              <a:latin typeface="Inter"/>
              <a:ea typeface="Inter"/>
              <a:cs typeface="Inter"/>
              <a:sym typeface="Inter"/>
            </a:endParaRPr>
          </a:p>
        </p:txBody>
      </p:sp>
      <p:sp>
        <p:nvSpPr>
          <p:cNvPr id="508" name="Google Shape;508;p48"/>
          <p:cNvSpPr txBox="1">
            <a:spLocks noGrp="1"/>
          </p:cNvSpPr>
          <p:nvPr>
            <p:ph type="body" idx="2"/>
          </p:nvPr>
        </p:nvSpPr>
        <p:spPr>
          <a:xfrm>
            <a:off x="659533"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9" name="Google Shape;509;p48"/>
          <p:cNvSpPr txBox="1">
            <a:spLocks noGrp="1"/>
          </p:cNvSpPr>
          <p:nvPr>
            <p:ph type="body" idx="3"/>
          </p:nvPr>
        </p:nvSpPr>
        <p:spPr>
          <a:xfrm>
            <a:off x="659533"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510" name="Google Shape;510;p48"/>
          <p:cNvSpPr txBox="1">
            <a:spLocks noGrp="1"/>
          </p:cNvSpPr>
          <p:nvPr>
            <p:ph type="body" idx="4"/>
          </p:nvPr>
        </p:nvSpPr>
        <p:spPr>
          <a:xfrm>
            <a:off x="6454100"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11" name="Google Shape;511;p48"/>
          <p:cNvSpPr txBox="1">
            <a:spLocks noGrp="1"/>
          </p:cNvSpPr>
          <p:nvPr>
            <p:ph type="body" idx="5"/>
          </p:nvPr>
        </p:nvSpPr>
        <p:spPr>
          <a:xfrm>
            <a:off x="6454100"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ECCA9D55-B4AB-9A17-09DE-25AE503BE99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17104D42-46EA-8201-57C5-D7B1099C87E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97166497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03_Text-heavy 2 columns" preserve="1">
  <p:cSld name="4_Text-heavy 2 columns">
    <p:bg>
      <p:bgPr>
        <a:solidFill>
          <a:schemeClr val="tx1"/>
        </a:solidFill>
        <a:effectLst/>
      </p:bgPr>
    </p:bg>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505" name="Google Shape;505;p48"/>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06" name="Google Shape;506;p48"/>
          <p:cNvSpPr/>
          <p:nvPr/>
        </p:nvSpPr>
        <p:spPr>
          <a:xfrm>
            <a:off x="440367"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1467">
              <a:solidFill>
                <a:schemeClr val="bg1"/>
              </a:solidFill>
              <a:latin typeface="Inter"/>
              <a:ea typeface="Inter"/>
              <a:cs typeface="Inter"/>
              <a:sym typeface="Inter"/>
            </a:endParaRPr>
          </a:p>
        </p:txBody>
      </p:sp>
      <p:sp>
        <p:nvSpPr>
          <p:cNvPr id="507" name="Google Shape;507;p48"/>
          <p:cNvSpPr/>
          <p:nvPr/>
        </p:nvSpPr>
        <p:spPr>
          <a:xfrm>
            <a:off x="6254500"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1467">
              <a:solidFill>
                <a:schemeClr val="bg1"/>
              </a:solidFill>
              <a:latin typeface="Inter"/>
              <a:ea typeface="Inter"/>
              <a:cs typeface="Inter"/>
              <a:sym typeface="Inter"/>
            </a:endParaRPr>
          </a:p>
        </p:txBody>
      </p:sp>
      <p:sp>
        <p:nvSpPr>
          <p:cNvPr id="508" name="Google Shape;508;p48"/>
          <p:cNvSpPr txBox="1">
            <a:spLocks noGrp="1"/>
          </p:cNvSpPr>
          <p:nvPr>
            <p:ph type="body" idx="2"/>
          </p:nvPr>
        </p:nvSpPr>
        <p:spPr>
          <a:xfrm>
            <a:off x="659533"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9" name="Google Shape;509;p48"/>
          <p:cNvSpPr txBox="1">
            <a:spLocks noGrp="1"/>
          </p:cNvSpPr>
          <p:nvPr>
            <p:ph type="body" idx="3"/>
          </p:nvPr>
        </p:nvSpPr>
        <p:spPr>
          <a:xfrm>
            <a:off x="659533"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510" name="Google Shape;510;p48"/>
          <p:cNvSpPr txBox="1">
            <a:spLocks noGrp="1"/>
          </p:cNvSpPr>
          <p:nvPr>
            <p:ph type="body" idx="4"/>
          </p:nvPr>
        </p:nvSpPr>
        <p:spPr>
          <a:xfrm>
            <a:off x="6454100"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11" name="Google Shape;511;p48"/>
          <p:cNvSpPr txBox="1">
            <a:spLocks noGrp="1"/>
          </p:cNvSpPr>
          <p:nvPr>
            <p:ph type="body" idx="5"/>
          </p:nvPr>
        </p:nvSpPr>
        <p:spPr>
          <a:xfrm>
            <a:off x="6454100"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76609F7-1B32-0AEB-6868-A697C76983C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7C3E98DB-9296-EA74-5FC7-7232223E282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71053542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Custom Layout 3" preserve="1">
  <p:cSld name="Custom Layout 3">
    <p:bg>
      <p:bgPr>
        <a:solidFill>
          <a:schemeClr val="tx1"/>
        </a:solidFill>
        <a:effectLst/>
      </p:bgPr>
    </p:bg>
    <p:spTree>
      <p:nvGrpSpPr>
        <p:cNvPr id="1" name="Shape 527"/>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4FFFE654-7A6B-5454-D10B-A7A0930A614C}"/>
              </a:ext>
            </a:extLst>
          </p:cNvPr>
          <p:cNvPicPr>
            <a:picLocks noChangeAspect="1"/>
          </p:cNvPicPr>
          <p:nvPr userDrawn="1"/>
        </p:nvPicPr>
        <p:blipFill>
          <a:blip r:embed="rId2">
            <a:alphaModFix amt="42000"/>
          </a:blip>
          <a:srcRect l="4472" t="3102" r="5059" b="43998"/>
          <a:stretch>
            <a:fillRect/>
          </a:stretch>
        </p:blipFill>
        <p:spPr>
          <a:xfrm>
            <a:off x="-1" y="0"/>
            <a:ext cx="12192001" cy="6075499"/>
          </a:xfrm>
          <a:prstGeom prst="rect">
            <a:avLst/>
          </a:prstGeom>
        </p:spPr>
      </p:pic>
      <p:sp>
        <p:nvSpPr>
          <p:cNvPr id="529" name="Google Shape;529;p52"/>
          <p:cNvSpPr/>
          <p:nvPr/>
        </p:nvSpPr>
        <p:spPr>
          <a:xfrm>
            <a:off x="885600"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0" name="Google Shape;530;p52"/>
          <p:cNvSpPr/>
          <p:nvPr/>
        </p:nvSpPr>
        <p:spPr>
          <a:xfrm>
            <a:off x="4493217"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1" name="Google Shape;531;p52"/>
          <p:cNvSpPr/>
          <p:nvPr/>
        </p:nvSpPr>
        <p:spPr>
          <a:xfrm>
            <a:off x="8100851"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2" name="Google Shape;532;p52"/>
          <p:cNvSpPr/>
          <p:nvPr/>
        </p:nvSpPr>
        <p:spPr>
          <a:xfrm>
            <a:off x="2627984" y="37580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3" name="Google Shape;533;p52"/>
          <p:cNvSpPr/>
          <p:nvPr/>
        </p:nvSpPr>
        <p:spPr>
          <a:xfrm>
            <a:off x="6235584" y="37580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4" name="Google Shape;534;p52"/>
          <p:cNvSpPr txBox="1">
            <a:spLocks noGrp="1"/>
          </p:cNvSpPr>
          <p:nvPr>
            <p:ph type="title"/>
          </p:nvPr>
        </p:nvSpPr>
        <p:spPr>
          <a:xfrm>
            <a:off x="2603357" y="457200"/>
            <a:ext cx="6990400" cy="74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27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535" name="Google Shape;535;p52"/>
          <p:cNvSpPr txBox="1">
            <a:spLocks noGrp="1"/>
          </p:cNvSpPr>
          <p:nvPr>
            <p:ph type="subTitle" idx="1"/>
          </p:nvPr>
        </p:nvSpPr>
        <p:spPr>
          <a:xfrm>
            <a:off x="10648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36" name="Google Shape;536;p52"/>
          <p:cNvSpPr txBox="1">
            <a:spLocks noGrp="1"/>
          </p:cNvSpPr>
          <p:nvPr>
            <p:ph type="title" idx="2"/>
          </p:nvPr>
        </p:nvSpPr>
        <p:spPr>
          <a:xfrm>
            <a:off x="10648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37" name="Google Shape;537;p52"/>
          <p:cNvSpPr txBox="1">
            <a:spLocks noGrp="1"/>
          </p:cNvSpPr>
          <p:nvPr>
            <p:ph type="subTitle" idx="3"/>
          </p:nvPr>
        </p:nvSpPr>
        <p:spPr>
          <a:xfrm>
            <a:off x="46764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38" name="Google Shape;538;p52"/>
          <p:cNvSpPr txBox="1">
            <a:spLocks noGrp="1"/>
          </p:cNvSpPr>
          <p:nvPr>
            <p:ph type="title" idx="4"/>
          </p:nvPr>
        </p:nvSpPr>
        <p:spPr>
          <a:xfrm>
            <a:off x="46764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39" name="Google Shape;539;p52"/>
          <p:cNvSpPr txBox="1">
            <a:spLocks noGrp="1"/>
          </p:cNvSpPr>
          <p:nvPr>
            <p:ph type="subTitle" idx="5"/>
          </p:nvPr>
        </p:nvSpPr>
        <p:spPr>
          <a:xfrm>
            <a:off x="82880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0" name="Google Shape;540;p52"/>
          <p:cNvSpPr txBox="1">
            <a:spLocks noGrp="1"/>
          </p:cNvSpPr>
          <p:nvPr>
            <p:ph type="title" idx="6"/>
          </p:nvPr>
        </p:nvSpPr>
        <p:spPr>
          <a:xfrm>
            <a:off x="82880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41" name="Google Shape;541;p52"/>
          <p:cNvSpPr txBox="1">
            <a:spLocks noGrp="1"/>
          </p:cNvSpPr>
          <p:nvPr>
            <p:ph type="subTitle" idx="7"/>
          </p:nvPr>
        </p:nvSpPr>
        <p:spPr>
          <a:xfrm>
            <a:off x="2811200" y="47285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2" name="Google Shape;542;p52"/>
          <p:cNvSpPr txBox="1">
            <a:spLocks noGrp="1"/>
          </p:cNvSpPr>
          <p:nvPr>
            <p:ph type="title" idx="8"/>
          </p:nvPr>
        </p:nvSpPr>
        <p:spPr>
          <a:xfrm>
            <a:off x="2811200" y="40103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43" name="Google Shape;543;p52"/>
          <p:cNvSpPr txBox="1">
            <a:spLocks noGrp="1"/>
          </p:cNvSpPr>
          <p:nvPr>
            <p:ph type="subTitle" idx="9"/>
          </p:nvPr>
        </p:nvSpPr>
        <p:spPr>
          <a:xfrm>
            <a:off x="6418800" y="47285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4" name="Google Shape;544;p52"/>
          <p:cNvSpPr txBox="1">
            <a:spLocks noGrp="1"/>
          </p:cNvSpPr>
          <p:nvPr>
            <p:ph type="title" idx="13"/>
          </p:nvPr>
        </p:nvSpPr>
        <p:spPr>
          <a:xfrm>
            <a:off x="6418800" y="40103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4" name="Footer Placeholder 3">
            <a:extLst>
              <a:ext uri="{FF2B5EF4-FFF2-40B4-BE49-F238E27FC236}">
                <a16:creationId xmlns:a16="http://schemas.microsoft.com/office/drawing/2014/main" id="{3CE34A92-5C8B-32FA-0F1A-3DE1D10319B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9971E8B7-8D77-A1DE-B7A7-4797B2308C3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48232402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Custom Layout 2" preserve="1">
  <p:cSld name="Custom Layout 2">
    <p:bg>
      <p:bgPr>
        <a:solidFill>
          <a:schemeClr val="tx1"/>
        </a:solidFill>
        <a:effectLst/>
      </p:bgPr>
    </p:bg>
    <p:spTree>
      <p:nvGrpSpPr>
        <p:cNvPr id="1" name="Shape 547"/>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7D67323F-89B9-7DC8-02C1-27170B69C8B2}"/>
              </a:ext>
            </a:extLst>
          </p:cNvPr>
          <p:cNvPicPr>
            <a:picLocks noChangeAspect="1"/>
          </p:cNvPicPr>
          <p:nvPr userDrawn="1"/>
        </p:nvPicPr>
        <p:blipFill>
          <a:blip r:embed="rId2">
            <a:alphaModFix amt="42000"/>
          </a:blip>
          <a:srcRect l="4472" t="3102" r="5059" b="43998"/>
          <a:stretch>
            <a:fillRect/>
          </a:stretch>
        </p:blipFill>
        <p:spPr>
          <a:xfrm>
            <a:off x="-1" y="0"/>
            <a:ext cx="12192001" cy="6075499"/>
          </a:xfrm>
          <a:prstGeom prst="rect">
            <a:avLst/>
          </a:prstGeom>
        </p:spPr>
      </p:pic>
      <p:sp>
        <p:nvSpPr>
          <p:cNvPr id="549" name="Google Shape;549;p53"/>
          <p:cNvSpPr/>
          <p:nvPr/>
        </p:nvSpPr>
        <p:spPr>
          <a:xfrm>
            <a:off x="590767" y="529467"/>
            <a:ext cx="5842000" cy="4969600"/>
          </a:xfrm>
          <a:prstGeom prst="rect">
            <a:avLst/>
          </a:prstGeom>
          <a:solidFill>
            <a:srgbClr val="00001E"/>
          </a:solidFill>
          <a:ln w="9525" cap="flat" cmpd="sng">
            <a:solidFill>
              <a:srgbClr val="00001E"/>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0" name="Google Shape;550;p53"/>
          <p:cNvSpPr/>
          <p:nvPr/>
        </p:nvSpPr>
        <p:spPr>
          <a:xfrm>
            <a:off x="7008793" y="542733"/>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1" name="Google Shape;551;p53"/>
          <p:cNvSpPr txBox="1">
            <a:spLocks noGrp="1"/>
          </p:cNvSpPr>
          <p:nvPr>
            <p:ph type="subTitle" idx="1"/>
          </p:nvPr>
        </p:nvSpPr>
        <p:spPr>
          <a:xfrm>
            <a:off x="7224067" y="1410300"/>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2" name="Google Shape;552;p53"/>
          <p:cNvSpPr txBox="1">
            <a:spLocks noGrp="1"/>
          </p:cNvSpPr>
          <p:nvPr>
            <p:ph type="title"/>
          </p:nvPr>
        </p:nvSpPr>
        <p:spPr>
          <a:xfrm>
            <a:off x="7224067" y="692100"/>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3" name="Google Shape;553;p53"/>
          <p:cNvSpPr/>
          <p:nvPr/>
        </p:nvSpPr>
        <p:spPr>
          <a:xfrm>
            <a:off x="7008793" y="2278667"/>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4" name="Google Shape;554;p53"/>
          <p:cNvSpPr txBox="1">
            <a:spLocks noGrp="1"/>
          </p:cNvSpPr>
          <p:nvPr>
            <p:ph type="subTitle" idx="2"/>
          </p:nvPr>
        </p:nvSpPr>
        <p:spPr>
          <a:xfrm>
            <a:off x="7224067" y="3146233"/>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5" name="Google Shape;555;p53"/>
          <p:cNvSpPr txBox="1">
            <a:spLocks noGrp="1"/>
          </p:cNvSpPr>
          <p:nvPr>
            <p:ph type="title" idx="3"/>
          </p:nvPr>
        </p:nvSpPr>
        <p:spPr>
          <a:xfrm>
            <a:off x="7224067" y="2428033"/>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6" name="Google Shape;556;p53"/>
          <p:cNvSpPr/>
          <p:nvPr/>
        </p:nvSpPr>
        <p:spPr>
          <a:xfrm>
            <a:off x="7008793" y="4027867"/>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7" name="Google Shape;557;p53"/>
          <p:cNvSpPr txBox="1">
            <a:spLocks noGrp="1"/>
          </p:cNvSpPr>
          <p:nvPr>
            <p:ph type="subTitle" idx="4"/>
          </p:nvPr>
        </p:nvSpPr>
        <p:spPr>
          <a:xfrm>
            <a:off x="7224067" y="4895433"/>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8" name="Google Shape;558;p53"/>
          <p:cNvSpPr txBox="1">
            <a:spLocks noGrp="1"/>
          </p:cNvSpPr>
          <p:nvPr>
            <p:ph type="title" idx="5"/>
          </p:nvPr>
        </p:nvSpPr>
        <p:spPr>
          <a:xfrm>
            <a:off x="7224067" y="4177233"/>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9" name="Google Shape;559;p53"/>
          <p:cNvSpPr txBox="1">
            <a:spLocks noGrp="1"/>
          </p:cNvSpPr>
          <p:nvPr>
            <p:ph type="title" idx="6"/>
          </p:nvPr>
        </p:nvSpPr>
        <p:spPr>
          <a:xfrm>
            <a:off x="1018233" y="988267"/>
            <a:ext cx="4881600" cy="4112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Inter"/>
              <a:buNone/>
              <a:defRPr sz="4000" b="0">
                <a:solidFill>
                  <a:schemeClr val="lt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 name="Footer Placeholder 3">
            <a:extLst>
              <a:ext uri="{FF2B5EF4-FFF2-40B4-BE49-F238E27FC236}">
                <a16:creationId xmlns:a16="http://schemas.microsoft.com/office/drawing/2014/main" id="{3515B911-327C-4DBC-06FD-8ACBBA7EE72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BA43F0AA-8727-1E91-6836-7B08DF4269F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18392349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Custom Layout 5" preserve="1">
  <p:cSld name="Custom Layout 5">
    <p:bg>
      <p:bgPr>
        <a:solidFill>
          <a:schemeClr val="tx1"/>
        </a:solidFill>
        <a:effectLst/>
      </p:bgPr>
    </p:bg>
    <p:spTree>
      <p:nvGrpSpPr>
        <p:cNvPr id="1" name="Shape 562"/>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1B526796-F870-845E-C806-9BF9F3C1673A}"/>
              </a:ext>
            </a:extLst>
          </p:cNvPr>
          <p:cNvPicPr>
            <a:picLocks noChangeAspect="1"/>
          </p:cNvPicPr>
          <p:nvPr userDrawn="1"/>
        </p:nvPicPr>
        <p:blipFill>
          <a:blip r:embed="rId2">
            <a:alphaModFix amt="42000"/>
          </a:blip>
          <a:srcRect l="4472" t="3102" r="5059" b="37185"/>
          <a:stretch>
            <a:fillRect/>
          </a:stretch>
        </p:blipFill>
        <p:spPr>
          <a:xfrm>
            <a:off x="-1" y="0"/>
            <a:ext cx="12192001" cy="6858000"/>
          </a:xfrm>
          <a:prstGeom prst="rect">
            <a:avLst/>
          </a:prstGeom>
        </p:spPr>
      </p:pic>
      <p:sp>
        <p:nvSpPr>
          <p:cNvPr id="564" name="Google Shape;564;p54"/>
          <p:cNvSpPr/>
          <p:nvPr/>
        </p:nvSpPr>
        <p:spPr>
          <a:xfrm>
            <a:off x="1749064" y="947340"/>
            <a:ext cx="8708000" cy="4966400"/>
          </a:xfrm>
          <a:prstGeom prst="rect">
            <a:avLst/>
          </a:prstGeom>
          <a:solidFill>
            <a:srgbClr val="00001E">
              <a:alpha val="72000"/>
            </a:srgbClr>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565" name="Google Shape;565;p54"/>
          <p:cNvSpPr txBox="1">
            <a:spLocks noGrp="1"/>
          </p:cNvSpPr>
          <p:nvPr>
            <p:ph type="title"/>
          </p:nvPr>
        </p:nvSpPr>
        <p:spPr>
          <a:xfrm>
            <a:off x="2036433" y="1200167"/>
            <a:ext cx="8195600" cy="4457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2800"/>
              <a:buFont typeface="Inter"/>
              <a:buNone/>
              <a:defRPr sz="480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SzPts val="2800"/>
              <a:buFont typeface="Inter"/>
              <a:buNone/>
              <a:defRPr sz="3733">
                <a:latin typeface="Inter"/>
                <a:ea typeface="Inter"/>
                <a:cs typeface="Inter"/>
                <a:sym typeface="Inter"/>
              </a:defRPr>
            </a:lvl2pPr>
            <a:lvl3pPr lvl="2" algn="ctr" rtl="0">
              <a:spcBef>
                <a:spcPts val="0"/>
              </a:spcBef>
              <a:spcAft>
                <a:spcPts val="0"/>
              </a:spcAft>
              <a:buSzPts val="2800"/>
              <a:buFont typeface="Inter"/>
              <a:buNone/>
              <a:defRPr sz="3733">
                <a:latin typeface="Inter"/>
                <a:ea typeface="Inter"/>
                <a:cs typeface="Inter"/>
                <a:sym typeface="Inter"/>
              </a:defRPr>
            </a:lvl3pPr>
            <a:lvl4pPr lvl="3" algn="ctr" rtl="0">
              <a:spcBef>
                <a:spcPts val="0"/>
              </a:spcBef>
              <a:spcAft>
                <a:spcPts val="0"/>
              </a:spcAft>
              <a:buSzPts val="2800"/>
              <a:buFont typeface="Inter"/>
              <a:buNone/>
              <a:defRPr sz="3733">
                <a:latin typeface="Inter"/>
                <a:ea typeface="Inter"/>
                <a:cs typeface="Inter"/>
                <a:sym typeface="Inter"/>
              </a:defRPr>
            </a:lvl4pPr>
            <a:lvl5pPr lvl="4" algn="ctr" rtl="0">
              <a:spcBef>
                <a:spcPts val="0"/>
              </a:spcBef>
              <a:spcAft>
                <a:spcPts val="0"/>
              </a:spcAft>
              <a:buSzPts val="2800"/>
              <a:buFont typeface="Inter"/>
              <a:buNone/>
              <a:defRPr sz="3733">
                <a:latin typeface="Inter"/>
                <a:ea typeface="Inter"/>
                <a:cs typeface="Inter"/>
                <a:sym typeface="Inter"/>
              </a:defRPr>
            </a:lvl5pPr>
            <a:lvl6pPr lvl="5" algn="ctr" rtl="0">
              <a:spcBef>
                <a:spcPts val="0"/>
              </a:spcBef>
              <a:spcAft>
                <a:spcPts val="0"/>
              </a:spcAft>
              <a:buSzPts val="2800"/>
              <a:buFont typeface="Inter"/>
              <a:buNone/>
              <a:defRPr sz="3733">
                <a:latin typeface="Inter"/>
                <a:ea typeface="Inter"/>
                <a:cs typeface="Inter"/>
                <a:sym typeface="Inter"/>
              </a:defRPr>
            </a:lvl6pPr>
            <a:lvl7pPr lvl="6" algn="ctr" rtl="0">
              <a:spcBef>
                <a:spcPts val="0"/>
              </a:spcBef>
              <a:spcAft>
                <a:spcPts val="0"/>
              </a:spcAft>
              <a:buSzPts val="2800"/>
              <a:buFont typeface="Inter"/>
              <a:buNone/>
              <a:defRPr sz="3733">
                <a:latin typeface="Inter"/>
                <a:ea typeface="Inter"/>
                <a:cs typeface="Inter"/>
                <a:sym typeface="Inter"/>
              </a:defRPr>
            </a:lvl7pPr>
            <a:lvl8pPr lvl="7" algn="ctr" rtl="0">
              <a:spcBef>
                <a:spcPts val="0"/>
              </a:spcBef>
              <a:spcAft>
                <a:spcPts val="0"/>
              </a:spcAft>
              <a:buSzPts val="2800"/>
              <a:buFont typeface="Inter"/>
              <a:buNone/>
              <a:defRPr sz="3733">
                <a:latin typeface="Inter"/>
                <a:ea typeface="Inter"/>
                <a:cs typeface="Inter"/>
                <a:sym typeface="Inter"/>
              </a:defRPr>
            </a:lvl8pPr>
            <a:lvl9pPr lvl="8" algn="ctr" rtl="0">
              <a:spcBef>
                <a:spcPts val="0"/>
              </a:spcBef>
              <a:spcAft>
                <a:spcPts val="0"/>
              </a:spcAft>
              <a:buSzPts val="2800"/>
              <a:buFont typeface="Inter"/>
              <a:buNone/>
              <a:defRPr sz="3733">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86FAD202-1D1B-F752-3B1A-B24650FF748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41C0DF48-F2AF-8104-89AE-BC6F4DBAA02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78826732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04_Quote_Black" preserve="1">
  <p:cSld name="04_Quote_Black">
    <p:bg>
      <p:bgPr>
        <a:solidFill>
          <a:schemeClr val="tx1"/>
        </a:solidFill>
        <a:effectLst/>
      </p:bgPr>
    </p:bg>
    <p:spTree>
      <p:nvGrpSpPr>
        <p:cNvPr id="1" name="Shape 566"/>
        <p:cNvGrpSpPr/>
        <p:nvPr/>
      </p:nvGrpSpPr>
      <p:grpSpPr>
        <a:xfrm>
          <a:off x="0" y="0"/>
          <a:ext cx="0" cy="0"/>
          <a:chOff x="0" y="0"/>
          <a:chExt cx="0" cy="0"/>
        </a:xfrm>
      </p:grpSpPr>
      <p:pic>
        <p:nvPicPr>
          <p:cNvPr id="3" name="Picture 2" descr="A blue and pink squares&#10;&#10;AI-generated content may be incorrect.">
            <a:extLst>
              <a:ext uri="{FF2B5EF4-FFF2-40B4-BE49-F238E27FC236}">
                <a16:creationId xmlns:a16="http://schemas.microsoft.com/office/drawing/2014/main" id="{102602C2-1AEA-AF12-A4A5-41A7731EE15E}"/>
              </a:ext>
            </a:extLst>
          </p:cNvPr>
          <p:cNvPicPr>
            <a:picLocks noChangeAspect="1"/>
          </p:cNvPicPr>
          <p:nvPr userDrawn="1"/>
        </p:nvPicPr>
        <p:blipFill>
          <a:blip r:embed="rId2">
            <a:alphaModFix amt="56000"/>
          </a:blip>
          <a:srcRect l="23741" t="17891" r="23635" b="22970"/>
          <a:stretch>
            <a:fillRect/>
          </a:stretch>
        </p:blipFill>
        <p:spPr>
          <a:xfrm>
            <a:off x="-1" y="0"/>
            <a:ext cx="12192001" cy="6858000"/>
          </a:xfrm>
          <a:prstGeom prst="rect">
            <a:avLst/>
          </a:prstGeom>
        </p:spPr>
      </p:pic>
      <p:sp>
        <p:nvSpPr>
          <p:cNvPr id="568" name="Google Shape;568;p55"/>
          <p:cNvSpPr txBox="1"/>
          <p:nvPr/>
        </p:nvSpPr>
        <p:spPr>
          <a:xfrm>
            <a:off x="5466267" y="379333"/>
            <a:ext cx="1218000" cy="15172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3333" b="1">
                <a:solidFill>
                  <a:schemeClr val="accent2"/>
                </a:solidFill>
              </a:rPr>
              <a:t>“</a:t>
            </a:r>
            <a:endParaRPr sz="13333" b="1">
              <a:solidFill>
                <a:schemeClr val="accent2"/>
              </a:solidFill>
            </a:endParaRPr>
          </a:p>
        </p:txBody>
      </p:sp>
      <p:sp>
        <p:nvSpPr>
          <p:cNvPr id="569" name="Google Shape;569;p55"/>
          <p:cNvSpPr txBox="1">
            <a:spLocks noGrp="1"/>
          </p:cNvSpPr>
          <p:nvPr>
            <p:ph type="title"/>
          </p:nvPr>
        </p:nvSpPr>
        <p:spPr>
          <a:xfrm>
            <a:off x="1984015" y="1425088"/>
            <a:ext cx="8228400" cy="3715200"/>
          </a:xfrm>
          <a:prstGeom prst="rect">
            <a:avLst/>
          </a:prstGeom>
          <a:solidFill>
            <a:schemeClr val="tx1">
              <a:alpha val="67000"/>
            </a:schemeClr>
          </a:solidFill>
          <a:ln>
            <a:gradFill>
              <a:gsLst>
                <a:gs pos="0">
                  <a:schemeClr val="bg2"/>
                </a:gs>
                <a:gs pos="100000">
                  <a:schemeClr val="accent2"/>
                </a:gs>
              </a:gsLst>
              <a:lin ang="5400000" scaled="1"/>
            </a:grad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60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2pPr>
            <a:lvl3pPr lvl="2"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3pPr>
            <a:lvl4pPr lvl="3"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4pPr>
            <a:lvl5pPr lvl="4"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5pPr>
            <a:lvl6pPr lvl="5"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6pPr>
            <a:lvl7pPr lvl="6"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7pPr>
            <a:lvl8pPr lvl="7"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8pPr>
            <a:lvl9pPr lvl="8"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9pPr>
          </a:lstStyle>
          <a:p>
            <a:endParaRPr/>
          </a:p>
        </p:txBody>
      </p:sp>
      <p:sp>
        <p:nvSpPr>
          <p:cNvPr id="570" name="Google Shape;570;p55"/>
          <p:cNvSpPr txBox="1">
            <a:spLocks noGrp="1"/>
          </p:cNvSpPr>
          <p:nvPr>
            <p:ph type="subTitle" idx="1"/>
          </p:nvPr>
        </p:nvSpPr>
        <p:spPr>
          <a:xfrm>
            <a:off x="4246869" y="5140363"/>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accent3"/>
              </a:buClr>
              <a:buSzPts val="1800"/>
              <a:buFont typeface="JetBrains Mono"/>
              <a:buNone/>
              <a:defRPr sz="2400">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2pPr>
            <a:lvl3pPr lvl="2"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3pPr>
            <a:lvl4pPr lvl="3"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4pPr>
            <a:lvl5pPr lvl="4"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5pPr>
            <a:lvl6pPr lvl="5"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6pPr>
            <a:lvl7pPr lvl="6"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7pPr>
            <a:lvl8pPr lvl="7"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8pPr>
            <a:lvl9pPr lvl="8"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9pPr>
          </a:lstStyle>
          <a:p>
            <a:endParaRPr/>
          </a:p>
        </p:txBody>
      </p:sp>
    </p:spTree>
    <p:extLst>
      <p:ext uri="{BB962C8B-B14F-4D97-AF65-F5344CB8AC3E}">
        <p14:creationId xmlns:p14="http://schemas.microsoft.com/office/powerpoint/2010/main" val="253065626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04_Quote_Blue" preserve="1">
  <p:cSld name="04_Quote_Blue">
    <p:bg>
      <p:bgPr>
        <a:solidFill>
          <a:schemeClr val="lt1"/>
        </a:solidFill>
        <a:effectLst/>
      </p:bgPr>
    </p:bg>
    <p:spTree>
      <p:nvGrpSpPr>
        <p:cNvPr id="1" name="Shape 571"/>
        <p:cNvGrpSpPr/>
        <p:nvPr/>
      </p:nvGrpSpPr>
      <p:grpSpPr>
        <a:xfrm>
          <a:off x="0" y="0"/>
          <a:ext cx="0" cy="0"/>
          <a:chOff x="0" y="0"/>
          <a:chExt cx="0" cy="0"/>
        </a:xfrm>
      </p:grpSpPr>
      <p:pic>
        <p:nvPicPr>
          <p:cNvPr id="2" name="Picture 1" descr="A blue and pink squares&#10;&#10;AI-generated content may be incorrect.">
            <a:extLst>
              <a:ext uri="{FF2B5EF4-FFF2-40B4-BE49-F238E27FC236}">
                <a16:creationId xmlns:a16="http://schemas.microsoft.com/office/drawing/2014/main" id="{00DEF2D5-DA02-3DF3-AE4F-6D62FFF1308A}"/>
              </a:ext>
            </a:extLst>
          </p:cNvPr>
          <p:cNvPicPr>
            <a:picLocks noChangeAspect="1"/>
          </p:cNvPicPr>
          <p:nvPr userDrawn="1"/>
        </p:nvPicPr>
        <p:blipFill>
          <a:blip r:embed="rId2">
            <a:alphaModFix amt="56000"/>
          </a:blip>
          <a:srcRect l="23741" t="17891" r="23635" b="22970"/>
          <a:stretch>
            <a:fillRect/>
          </a:stretch>
        </p:blipFill>
        <p:spPr>
          <a:xfrm>
            <a:off x="-1" y="0"/>
            <a:ext cx="12192001" cy="6858000"/>
          </a:xfrm>
          <a:prstGeom prst="rect">
            <a:avLst/>
          </a:prstGeom>
        </p:spPr>
      </p:pic>
      <p:sp>
        <p:nvSpPr>
          <p:cNvPr id="573" name="Google Shape;573;p56"/>
          <p:cNvSpPr txBox="1">
            <a:spLocks noGrp="1"/>
          </p:cNvSpPr>
          <p:nvPr>
            <p:ph type="title"/>
          </p:nvPr>
        </p:nvSpPr>
        <p:spPr>
          <a:xfrm>
            <a:off x="1984015" y="1425088"/>
            <a:ext cx="8228400" cy="3715200"/>
          </a:xfrm>
          <a:prstGeom prst="rect">
            <a:avLst/>
          </a:prstGeom>
          <a:solidFill>
            <a:schemeClr val="lt1">
              <a:alpha val="71923"/>
            </a:schemeClr>
          </a:solidFill>
          <a:ln w="19050">
            <a:gradFill>
              <a:gsLst>
                <a:gs pos="0">
                  <a:schemeClr val="accent1">
                    <a:lumMod val="5000"/>
                    <a:lumOff val="95000"/>
                  </a:schemeClr>
                </a:gs>
                <a:gs pos="100000">
                  <a:schemeClr val="accent1">
                    <a:lumMod val="30000"/>
                    <a:lumOff val="70000"/>
                  </a:schemeClr>
                </a:gs>
              </a:gsLst>
              <a:lin ang="5400000" scaled="1"/>
            </a:gradFill>
          </a:ln>
        </p:spPr>
        <p:txBody>
          <a:bodyPr spcFirstLastPara="1" wrap="square" lIns="0" tIns="0" rIns="0" bIns="0" anchor="ctr" anchorCtr="0">
            <a:noAutofit/>
          </a:bodyPr>
          <a:lstStyle>
            <a:lvl1pPr lvl="0" algn="ctr" rtl="0">
              <a:spcBef>
                <a:spcPts val="0"/>
              </a:spcBef>
              <a:spcAft>
                <a:spcPts val="0"/>
              </a:spcAft>
              <a:buClr>
                <a:schemeClr val="accent1"/>
              </a:buClr>
              <a:buSzPts val="4500"/>
              <a:buFont typeface="Inter"/>
              <a:buNone/>
              <a:defRPr sz="54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2pPr>
            <a:lvl3pPr lvl="2"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3pPr>
            <a:lvl4pPr lvl="3"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4pPr>
            <a:lvl5pPr lvl="4"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5pPr>
            <a:lvl6pPr lvl="5"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6pPr>
            <a:lvl7pPr lvl="6"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7pPr>
            <a:lvl8pPr lvl="7"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8pPr>
            <a:lvl9pPr lvl="8"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9pPr>
          </a:lstStyle>
          <a:p>
            <a:endParaRPr/>
          </a:p>
        </p:txBody>
      </p:sp>
      <p:sp>
        <p:nvSpPr>
          <p:cNvPr id="574" name="Google Shape;574;p56"/>
          <p:cNvSpPr txBox="1">
            <a:spLocks noGrp="1"/>
          </p:cNvSpPr>
          <p:nvPr>
            <p:ph type="subTitle" idx="1"/>
          </p:nvPr>
        </p:nvSpPr>
        <p:spPr>
          <a:xfrm>
            <a:off x="4267603" y="5220196"/>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accent2"/>
              </a:buClr>
              <a:buSzPts val="1400"/>
              <a:buFont typeface="JetBrains Mono"/>
              <a:buNone/>
              <a:defRPr b="1">
                <a:solidFill>
                  <a:schemeClr val="accent2"/>
                </a:solidFill>
                <a:latin typeface="Open Sans Extrabold" panose="020B0606030504020204" pitchFamily="34" charset="0"/>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2pPr>
            <a:lvl3pPr lvl="2"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3pPr>
            <a:lvl4pPr lvl="3"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4pPr>
            <a:lvl5pPr lvl="4"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5pPr>
            <a:lvl6pPr lvl="5"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6pPr>
            <a:lvl7pPr lvl="6"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7pPr>
            <a:lvl8pPr lvl="7"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8pPr>
            <a:lvl9pPr lvl="8"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9pPr>
          </a:lstStyle>
          <a:p>
            <a:endParaRPr/>
          </a:p>
        </p:txBody>
      </p:sp>
      <p:sp>
        <p:nvSpPr>
          <p:cNvPr id="575" name="Google Shape;575;p56"/>
          <p:cNvSpPr txBox="1"/>
          <p:nvPr/>
        </p:nvSpPr>
        <p:spPr>
          <a:xfrm>
            <a:off x="5276600" y="581900"/>
            <a:ext cx="1638800" cy="91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666" b="1">
                <a:solidFill>
                  <a:schemeClr val="accent2"/>
                </a:solidFill>
              </a:rPr>
              <a:t>“</a:t>
            </a:r>
            <a:endParaRPr sz="10666" b="1">
              <a:solidFill>
                <a:schemeClr val="accent2"/>
              </a:solidFill>
            </a:endParaRPr>
          </a:p>
        </p:txBody>
      </p:sp>
    </p:spTree>
    <p:extLst>
      <p:ext uri="{BB962C8B-B14F-4D97-AF65-F5344CB8AC3E}">
        <p14:creationId xmlns:p14="http://schemas.microsoft.com/office/powerpoint/2010/main" val="265343255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04_Quote_LeftAlign + Photo" preserve="1">
  <p:cSld name="04_Quote_LeftAlign + Photo">
    <p:bg>
      <p:bgPr>
        <a:solidFill>
          <a:schemeClr val="bg1"/>
        </a:solidFill>
        <a:effectLst/>
      </p:bgPr>
    </p:bg>
    <p:spTree>
      <p:nvGrpSpPr>
        <p:cNvPr id="1" name="Shape 576"/>
        <p:cNvGrpSpPr/>
        <p:nvPr/>
      </p:nvGrpSpPr>
      <p:grpSpPr>
        <a:xfrm>
          <a:off x="0" y="0"/>
          <a:ext cx="0" cy="0"/>
          <a:chOff x="0" y="0"/>
          <a:chExt cx="0" cy="0"/>
        </a:xfrm>
      </p:grpSpPr>
      <p:pic>
        <p:nvPicPr>
          <p:cNvPr id="2" name="Picture 1" descr="A blue and pink squares&#10;&#10;AI-generated content may be incorrect.">
            <a:extLst>
              <a:ext uri="{FF2B5EF4-FFF2-40B4-BE49-F238E27FC236}">
                <a16:creationId xmlns:a16="http://schemas.microsoft.com/office/drawing/2014/main" id="{27CD4253-A65F-B07C-8691-CECFB63193A2}"/>
              </a:ext>
            </a:extLst>
          </p:cNvPr>
          <p:cNvPicPr>
            <a:picLocks noChangeAspect="1"/>
          </p:cNvPicPr>
          <p:nvPr userDrawn="1"/>
        </p:nvPicPr>
        <p:blipFill>
          <a:blip r:embed="rId2">
            <a:alphaModFix amt="25000"/>
          </a:blip>
          <a:srcRect l="23741" t="17891" r="23635" b="22970"/>
          <a:stretch>
            <a:fillRect/>
          </a:stretch>
        </p:blipFill>
        <p:spPr>
          <a:xfrm>
            <a:off x="-1" y="0"/>
            <a:ext cx="12192001" cy="6858000"/>
          </a:xfrm>
          <a:prstGeom prst="rect">
            <a:avLst/>
          </a:prstGeom>
        </p:spPr>
      </p:pic>
      <p:sp>
        <p:nvSpPr>
          <p:cNvPr id="578" name="Google Shape;578;p57"/>
          <p:cNvSpPr txBox="1">
            <a:spLocks noGrp="1"/>
          </p:cNvSpPr>
          <p:nvPr>
            <p:ph type="title"/>
          </p:nvPr>
        </p:nvSpPr>
        <p:spPr>
          <a:xfrm>
            <a:off x="1879161" y="1653688"/>
            <a:ext cx="8228400" cy="26888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2"/>
              </a:buClr>
              <a:buSzPts val="2000"/>
              <a:buFont typeface="Inter SemiBold"/>
              <a:buNone/>
              <a:defRPr sz="2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9pPr>
          </a:lstStyle>
          <a:p>
            <a:endParaRPr/>
          </a:p>
        </p:txBody>
      </p:sp>
      <p:sp>
        <p:nvSpPr>
          <p:cNvPr id="579" name="Google Shape;579;p57"/>
          <p:cNvSpPr txBox="1">
            <a:spLocks noGrp="1"/>
          </p:cNvSpPr>
          <p:nvPr>
            <p:ph type="subTitle" idx="1"/>
          </p:nvPr>
        </p:nvSpPr>
        <p:spPr>
          <a:xfrm>
            <a:off x="3333733" y="4896163"/>
            <a:ext cx="3656800" cy="7460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2"/>
              </a:buClr>
              <a:buSzPts val="1300"/>
              <a:buFont typeface="JetBrains Mono"/>
              <a:buNone/>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2pPr>
            <a:lvl3pPr lvl="2"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3pPr>
            <a:lvl4pPr lvl="3"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4pPr>
            <a:lvl5pPr lvl="4"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5pPr>
            <a:lvl6pPr lvl="5"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6pPr>
            <a:lvl7pPr lvl="6"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7pPr>
            <a:lvl8pPr lvl="7"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8pPr>
            <a:lvl9pPr lvl="8"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9pPr>
          </a:lstStyle>
          <a:p>
            <a:endParaRPr/>
          </a:p>
        </p:txBody>
      </p:sp>
      <p:sp>
        <p:nvSpPr>
          <p:cNvPr id="580" name="Google Shape;580;p57"/>
          <p:cNvSpPr>
            <a:spLocks noGrp="1"/>
          </p:cNvSpPr>
          <p:nvPr>
            <p:ph type="pic" idx="2"/>
          </p:nvPr>
        </p:nvSpPr>
        <p:spPr>
          <a:xfrm>
            <a:off x="1879167" y="4681000"/>
            <a:ext cx="1255200" cy="1255200"/>
          </a:xfrm>
          <a:prstGeom prst="rect">
            <a:avLst/>
          </a:prstGeom>
          <a:noFill/>
          <a:ln>
            <a:noFill/>
          </a:ln>
        </p:spPr>
        <p:txBody>
          <a:bodyPr/>
          <a:lstStyle/>
          <a:p>
            <a:endParaRPr lang="en-US"/>
          </a:p>
        </p:txBody>
      </p:sp>
      <p:sp>
        <p:nvSpPr>
          <p:cNvPr id="581" name="Google Shape;581;p57"/>
          <p:cNvSpPr txBox="1"/>
          <p:nvPr/>
        </p:nvSpPr>
        <p:spPr>
          <a:xfrm>
            <a:off x="1303533" y="631767"/>
            <a:ext cx="1638800" cy="91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666" b="1">
                <a:solidFill>
                  <a:schemeClr val="accent1"/>
                </a:solidFill>
              </a:rPr>
              <a:t>“</a:t>
            </a:r>
            <a:endParaRPr sz="10666" b="1">
              <a:solidFill>
                <a:schemeClr val="accent1"/>
              </a:solidFill>
            </a:endParaRPr>
          </a:p>
        </p:txBody>
      </p:sp>
    </p:spTree>
    <p:extLst>
      <p:ext uri="{BB962C8B-B14F-4D97-AF65-F5344CB8AC3E}">
        <p14:creationId xmlns:p14="http://schemas.microsoft.com/office/powerpoint/2010/main" val="2137784937"/>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04_Quote_Blue + Title" preserve="1">
  <p:cSld name="04_Quote_Blue + Title">
    <p:bg>
      <p:bgPr>
        <a:solidFill>
          <a:schemeClr val="accent1"/>
        </a:solidFill>
        <a:effectLst/>
      </p:bgPr>
    </p:bg>
    <p:spTree>
      <p:nvGrpSpPr>
        <p:cNvPr id="1" name="Shape 590"/>
        <p:cNvGrpSpPr/>
        <p:nvPr/>
      </p:nvGrpSpPr>
      <p:grpSpPr>
        <a:xfrm>
          <a:off x="0" y="0"/>
          <a:ext cx="0" cy="0"/>
          <a:chOff x="0" y="0"/>
          <a:chExt cx="0" cy="0"/>
        </a:xfrm>
      </p:grpSpPr>
      <p:sp>
        <p:nvSpPr>
          <p:cNvPr id="591" name="Google Shape;591;p59"/>
          <p:cNvSpPr txBox="1">
            <a:spLocks noGrp="1"/>
          </p:cNvSpPr>
          <p:nvPr>
            <p:ph type="title"/>
          </p:nvPr>
        </p:nvSpPr>
        <p:spPr>
          <a:xfrm>
            <a:off x="1526872" y="971625"/>
            <a:ext cx="9142800" cy="49148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8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4500"/>
              <a:buNone/>
              <a:defRPr sz="6000">
                <a:solidFill>
                  <a:schemeClr val="lt1"/>
                </a:solidFill>
              </a:defRPr>
            </a:lvl2pPr>
            <a:lvl3pPr lvl="2" rtl="0">
              <a:spcBef>
                <a:spcPts val="0"/>
              </a:spcBef>
              <a:spcAft>
                <a:spcPts val="0"/>
              </a:spcAft>
              <a:buClr>
                <a:schemeClr val="lt1"/>
              </a:buClr>
              <a:buSzPts val="4500"/>
              <a:buNone/>
              <a:defRPr sz="6000">
                <a:solidFill>
                  <a:schemeClr val="lt1"/>
                </a:solidFill>
              </a:defRPr>
            </a:lvl3pPr>
            <a:lvl4pPr lvl="3" rtl="0">
              <a:spcBef>
                <a:spcPts val="0"/>
              </a:spcBef>
              <a:spcAft>
                <a:spcPts val="0"/>
              </a:spcAft>
              <a:buClr>
                <a:schemeClr val="lt1"/>
              </a:buClr>
              <a:buSzPts val="4500"/>
              <a:buNone/>
              <a:defRPr sz="6000">
                <a:solidFill>
                  <a:schemeClr val="lt1"/>
                </a:solidFill>
              </a:defRPr>
            </a:lvl4pPr>
            <a:lvl5pPr lvl="4" rtl="0">
              <a:spcBef>
                <a:spcPts val="0"/>
              </a:spcBef>
              <a:spcAft>
                <a:spcPts val="0"/>
              </a:spcAft>
              <a:buClr>
                <a:schemeClr val="lt1"/>
              </a:buClr>
              <a:buSzPts val="4500"/>
              <a:buNone/>
              <a:defRPr sz="6000">
                <a:solidFill>
                  <a:schemeClr val="lt1"/>
                </a:solidFill>
              </a:defRPr>
            </a:lvl5pPr>
            <a:lvl6pPr lvl="5" rtl="0">
              <a:spcBef>
                <a:spcPts val="0"/>
              </a:spcBef>
              <a:spcAft>
                <a:spcPts val="0"/>
              </a:spcAft>
              <a:buClr>
                <a:schemeClr val="lt1"/>
              </a:buClr>
              <a:buSzPts val="4500"/>
              <a:buNone/>
              <a:defRPr sz="6000">
                <a:solidFill>
                  <a:schemeClr val="lt1"/>
                </a:solidFill>
              </a:defRPr>
            </a:lvl6pPr>
            <a:lvl7pPr lvl="6" rtl="0">
              <a:spcBef>
                <a:spcPts val="0"/>
              </a:spcBef>
              <a:spcAft>
                <a:spcPts val="0"/>
              </a:spcAft>
              <a:buClr>
                <a:schemeClr val="lt1"/>
              </a:buClr>
              <a:buSzPts val="4500"/>
              <a:buNone/>
              <a:defRPr sz="6000">
                <a:solidFill>
                  <a:schemeClr val="lt1"/>
                </a:solidFill>
              </a:defRPr>
            </a:lvl7pPr>
            <a:lvl8pPr lvl="7" rtl="0">
              <a:spcBef>
                <a:spcPts val="0"/>
              </a:spcBef>
              <a:spcAft>
                <a:spcPts val="0"/>
              </a:spcAft>
              <a:buClr>
                <a:schemeClr val="lt1"/>
              </a:buClr>
              <a:buSzPts val="4500"/>
              <a:buNone/>
              <a:defRPr sz="6000">
                <a:solidFill>
                  <a:schemeClr val="lt1"/>
                </a:solidFill>
              </a:defRPr>
            </a:lvl8pPr>
            <a:lvl9pPr lvl="8" rtl="0">
              <a:spcBef>
                <a:spcPts val="0"/>
              </a:spcBef>
              <a:spcAft>
                <a:spcPts val="0"/>
              </a:spcAft>
              <a:buClr>
                <a:schemeClr val="lt1"/>
              </a:buClr>
              <a:buSzPts val="4500"/>
              <a:buNone/>
              <a:defRPr sz="6000">
                <a:solidFill>
                  <a:schemeClr val="lt1"/>
                </a:solidFill>
              </a:defRPr>
            </a:lvl9pPr>
          </a:lstStyle>
          <a:p>
            <a:endParaRPr/>
          </a:p>
        </p:txBody>
      </p:sp>
      <p:sp>
        <p:nvSpPr>
          <p:cNvPr id="592" name="Google Shape;592;p59"/>
          <p:cNvSpPr txBox="1">
            <a:spLocks noGrp="1"/>
          </p:cNvSpPr>
          <p:nvPr>
            <p:ph type="subTitle" idx="1"/>
          </p:nvPr>
        </p:nvSpPr>
        <p:spPr>
          <a:xfrm>
            <a:off x="4246869" y="763537"/>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1800"/>
              <a:buFont typeface="JetBrains Mono"/>
              <a:buNone/>
              <a:defRPr sz="2400">
                <a:solidFill>
                  <a:schemeClr val="lt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2pPr>
            <a:lvl3pPr lvl="2"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3pPr>
            <a:lvl4pPr lvl="3"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4pPr>
            <a:lvl5pPr lvl="4"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5pPr>
            <a:lvl6pPr lvl="5"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6pPr>
            <a:lvl7pPr lvl="6"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7pPr>
            <a:lvl8pPr lvl="7"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8pPr>
            <a:lvl9pPr lvl="8"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A987C9BC-66EE-334E-7F5B-0384CAFFAF9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9E56DD56-6E33-9BD1-6937-08642FEB1E4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387446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04_Quote_Black + Title" preserve="1">
  <p:cSld name="04_Quote_Black + Title">
    <p:bg>
      <p:bgPr>
        <a:solidFill>
          <a:schemeClr val="dk1"/>
        </a:solidFill>
        <a:effectLst/>
      </p:bgPr>
    </p:bg>
    <p:spTree>
      <p:nvGrpSpPr>
        <p:cNvPr id="1" name="Shape 593"/>
        <p:cNvGrpSpPr/>
        <p:nvPr/>
      </p:nvGrpSpPr>
      <p:grpSpPr>
        <a:xfrm>
          <a:off x="0" y="0"/>
          <a:ext cx="0" cy="0"/>
          <a:chOff x="0" y="0"/>
          <a:chExt cx="0" cy="0"/>
        </a:xfrm>
      </p:grpSpPr>
      <p:sp>
        <p:nvSpPr>
          <p:cNvPr id="594" name="Google Shape;594;p60"/>
          <p:cNvSpPr txBox="1">
            <a:spLocks noGrp="1"/>
          </p:cNvSpPr>
          <p:nvPr>
            <p:ph type="title"/>
          </p:nvPr>
        </p:nvSpPr>
        <p:spPr>
          <a:xfrm>
            <a:off x="1526872" y="971625"/>
            <a:ext cx="9142800" cy="49148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8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4500"/>
              <a:buNone/>
              <a:defRPr sz="6000">
                <a:solidFill>
                  <a:schemeClr val="lt1"/>
                </a:solidFill>
              </a:defRPr>
            </a:lvl2pPr>
            <a:lvl3pPr lvl="2" rtl="0">
              <a:spcBef>
                <a:spcPts val="0"/>
              </a:spcBef>
              <a:spcAft>
                <a:spcPts val="0"/>
              </a:spcAft>
              <a:buClr>
                <a:schemeClr val="lt1"/>
              </a:buClr>
              <a:buSzPts val="4500"/>
              <a:buNone/>
              <a:defRPr sz="6000">
                <a:solidFill>
                  <a:schemeClr val="lt1"/>
                </a:solidFill>
              </a:defRPr>
            </a:lvl3pPr>
            <a:lvl4pPr lvl="3" rtl="0">
              <a:spcBef>
                <a:spcPts val="0"/>
              </a:spcBef>
              <a:spcAft>
                <a:spcPts val="0"/>
              </a:spcAft>
              <a:buClr>
                <a:schemeClr val="lt1"/>
              </a:buClr>
              <a:buSzPts val="4500"/>
              <a:buNone/>
              <a:defRPr sz="6000">
                <a:solidFill>
                  <a:schemeClr val="lt1"/>
                </a:solidFill>
              </a:defRPr>
            </a:lvl4pPr>
            <a:lvl5pPr lvl="4" rtl="0">
              <a:spcBef>
                <a:spcPts val="0"/>
              </a:spcBef>
              <a:spcAft>
                <a:spcPts val="0"/>
              </a:spcAft>
              <a:buClr>
                <a:schemeClr val="lt1"/>
              </a:buClr>
              <a:buSzPts val="4500"/>
              <a:buNone/>
              <a:defRPr sz="6000">
                <a:solidFill>
                  <a:schemeClr val="lt1"/>
                </a:solidFill>
              </a:defRPr>
            </a:lvl5pPr>
            <a:lvl6pPr lvl="5" rtl="0">
              <a:spcBef>
                <a:spcPts val="0"/>
              </a:spcBef>
              <a:spcAft>
                <a:spcPts val="0"/>
              </a:spcAft>
              <a:buClr>
                <a:schemeClr val="lt1"/>
              </a:buClr>
              <a:buSzPts val="4500"/>
              <a:buNone/>
              <a:defRPr sz="6000">
                <a:solidFill>
                  <a:schemeClr val="lt1"/>
                </a:solidFill>
              </a:defRPr>
            </a:lvl6pPr>
            <a:lvl7pPr lvl="6" rtl="0">
              <a:spcBef>
                <a:spcPts val="0"/>
              </a:spcBef>
              <a:spcAft>
                <a:spcPts val="0"/>
              </a:spcAft>
              <a:buClr>
                <a:schemeClr val="lt1"/>
              </a:buClr>
              <a:buSzPts val="4500"/>
              <a:buNone/>
              <a:defRPr sz="6000">
                <a:solidFill>
                  <a:schemeClr val="lt1"/>
                </a:solidFill>
              </a:defRPr>
            </a:lvl7pPr>
            <a:lvl8pPr lvl="7" rtl="0">
              <a:spcBef>
                <a:spcPts val="0"/>
              </a:spcBef>
              <a:spcAft>
                <a:spcPts val="0"/>
              </a:spcAft>
              <a:buClr>
                <a:schemeClr val="lt1"/>
              </a:buClr>
              <a:buSzPts val="4500"/>
              <a:buNone/>
              <a:defRPr sz="6000">
                <a:solidFill>
                  <a:schemeClr val="lt1"/>
                </a:solidFill>
              </a:defRPr>
            </a:lvl8pPr>
            <a:lvl9pPr lvl="8" rtl="0">
              <a:spcBef>
                <a:spcPts val="0"/>
              </a:spcBef>
              <a:spcAft>
                <a:spcPts val="0"/>
              </a:spcAft>
              <a:buClr>
                <a:schemeClr val="lt1"/>
              </a:buClr>
              <a:buSzPts val="4500"/>
              <a:buNone/>
              <a:defRPr sz="6000">
                <a:solidFill>
                  <a:schemeClr val="lt1"/>
                </a:solidFill>
              </a:defRPr>
            </a:lvl9pPr>
          </a:lstStyle>
          <a:p>
            <a:endParaRPr/>
          </a:p>
        </p:txBody>
      </p:sp>
      <p:sp>
        <p:nvSpPr>
          <p:cNvPr id="595" name="Google Shape;595;p60"/>
          <p:cNvSpPr txBox="1">
            <a:spLocks noGrp="1"/>
          </p:cNvSpPr>
          <p:nvPr>
            <p:ph type="subTitle" idx="1"/>
          </p:nvPr>
        </p:nvSpPr>
        <p:spPr>
          <a:xfrm>
            <a:off x="4246869" y="763537"/>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1800"/>
              <a:buFont typeface="JetBrains Mono"/>
              <a:buNone/>
              <a:defRPr sz="2400">
                <a:solidFill>
                  <a:schemeClr val="lt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2pPr>
            <a:lvl3pPr lvl="2"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3pPr>
            <a:lvl4pPr lvl="3"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4pPr>
            <a:lvl5pPr lvl="4"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5pPr>
            <a:lvl6pPr lvl="5"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6pPr>
            <a:lvl7pPr lvl="6"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7pPr>
            <a:lvl8pPr lvl="7"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8pPr>
            <a:lvl9pPr lvl="8"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7CDA150E-E23A-15D7-927C-D6382543566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E13140EE-EBEE-8DEA-8B7F-CCD4BDE4896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31361452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10_Stats1" preserve="1">
  <p:cSld name="10_Stats1">
    <p:spTree>
      <p:nvGrpSpPr>
        <p:cNvPr id="1" name="Shape 596"/>
        <p:cNvGrpSpPr/>
        <p:nvPr/>
      </p:nvGrpSpPr>
      <p:grpSpPr>
        <a:xfrm>
          <a:off x="0" y="0"/>
          <a:ext cx="0" cy="0"/>
          <a:chOff x="0" y="0"/>
          <a:chExt cx="0" cy="0"/>
        </a:xfrm>
      </p:grpSpPr>
      <p:sp>
        <p:nvSpPr>
          <p:cNvPr id="597" name="Google Shape;597;p61"/>
          <p:cNvSpPr txBox="1">
            <a:spLocks noGrp="1"/>
          </p:cNvSpPr>
          <p:nvPr>
            <p:ph type="subTitle" idx="1"/>
          </p:nvPr>
        </p:nvSpPr>
        <p:spPr>
          <a:xfrm>
            <a:off x="2756667" y="3421500"/>
            <a:ext cx="66786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598" name="Google Shape;598;p61"/>
          <p:cNvSpPr txBox="1">
            <a:spLocks noGrp="1"/>
          </p:cNvSpPr>
          <p:nvPr>
            <p:ph type="title"/>
          </p:nvPr>
        </p:nvSpPr>
        <p:spPr>
          <a:xfrm>
            <a:off x="2779340" y="1200171"/>
            <a:ext cx="6633408"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9866" b="1">
                <a:solidFill>
                  <a:schemeClr val="accent1"/>
                </a:solidFill>
                <a:latin typeface="DM Sans 14pt" pitchFamily="2"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84127E07-94AB-7E23-03B3-9709231F6B7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CCD1FF2C-C383-043D-464B-7681930AE8E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84521363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10_Stats1 Dark" preserve="1" userDrawn="1">
  <p:cSld name="10_Stats1 Dark">
    <p:spTree>
      <p:nvGrpSpPr>
        <p:cNvPr id="1" name="Shape 601"/>
        <p:cNvGrpSpPr/>
        <p:nvPr/>
      </p:nvGrpSpPr>
      <p:grpSpPr>
        <a:xfrm>
          <a:off x="0" y="0"/>
          <a:ext cx="0" cy="0"/>
          <a:chOff x="0" y="0"/>
          <a:chExt cx="0" cy="0"/>
        </a:xfrm>
      </p:grpSpPr>
      <p:sp>
        <p:nvSpPr>
          <p:cNvPr id="602" name="Google Shape;602;p62"/>
          <p:cNvSpPr/>
          <p:nvPr/>
        </p:nvSpPr>
        <p:spPr>
          <a:xfrm>
            <a:off x="-10700" y="-21400"/>
            <a:ext cx="12202800" cy="6210400"/>
          </a:xfrm>
          <a:prstGeom prst="rect">
            <a:avLst/>
          </a:prstGeom>
          <a:solidFill>
            <a:srgbClr val="00001E"/>
          </a:solidFill>
          <a:ln w="9525" cap="flat" cmpd="sng">
            <a:solidFill>
              <a:srgbClr val="F0F4F8"/>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2" name="Google Shape;597;p61">
            <a:extLst>
              <a:ext uri="{FF2B5EF4-FFF2-40B4-BE49-F238E27FC236}">
                <a16:creationId xmlns:a16="http://schemas.microsoft.com/office/drawing/2014/main" id="{7F7EC486-9F80-AAE5-D3A6-535D8BD66730}"/>
              </a:ext>
            </a:extLst>
          </p:cNvPr>
          <p:cNvSpPr txBox="1">
            <a:spLocks noGrp="1"/>
          </p:cNvSpPr>
          <p:nvPr>
            <p:ph type="subTitle" idx="1"/>
          </p:nvPr>
        </p:nvSpPr>
        <p:spPr>
          <a:xfrm>
            <a:off x="2756667" y="3421500"/>
            <a:ext cx="66786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3" name="Google Shape;598;p61">
            <a:extLst>
              <a:ext uri="{FF2B5EF4-FFF2-40B4-BE49-F238E27FC236}">
                <a16:creationId xmlns:a16="http://schemas.microsoft.com/office/drawing/2014/main" id="{19CD5053-5CF7-1541-C9DE-CCC3E639A1C0}"/>
              </a:ext>
            </a:extLst>
          </p:cNvPr>
          <p:cNvSpPr txBox="1">
            <a:spLocks noGrp="1"/>
          </p:cNvSpPr>
          <p:nvPr>
            <p:ph type="title"/>
          </p:nvPr>
        </p:nvSpPr>
        <p:spPr>
          <a:xfrm>
            <a:off x="2779340" y="1200171"/>
            <a:ext cx="6633408"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9866" b="1">
                <a:solidFill>
                  <a:schemeClr val="bg1"/>
                </a:solidFill>
                <a:latin typeface="DM Sans 14pt" pitchFamily="2"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5" name="Footer Placeholder 3">
            <a:extLst>
              <a:ext uri="{FF2B5EF4-FFF2-40B4-BE49-F238E27FC236}">
                <a16:creationId xmlns:a16="http://schemas.microsoft.com/office/drawing/2014/main" id="{825A2060-5326-8F72-3C29-BBD7FD2F44F1}"/>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023FD3F4-236F-442D-D3C9-45E8472F1BA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51058071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10_Stats2" preserve="1">
  <p:cSld name="10_Stats2">
    <p:spTree>
      <p:nvGrpSpPr>
        <p:cNvPr id="1" name="Shape 607"/>
        <p:cNvGrpSpPr/>
        <p:nvPr/>
      </p:nvGrpSpPr>
      <p:grpSpPr>
        <a:xfrm>
          <a:off x="0" y="0"/>
          <a:ext cx="0" cy="0"/>
          <a:chOff x="0" y="0"/>
          <a:chExt cx="0" cy="0"/>
        </a:xfrm>
      </p:grpSpPr>
      <p:sp>
        <p:nvSpPr>
          <p:cNvPr id="608" name="Google Shape;608;p63"/>
          <p:cNvSpPr txBox="1">
            <a:spLocks noGrp="1"/>
          </p:cNvSpPr>
          <p:nvPr>
            <p:ph type="subTitle" idx="1"/>
          </p:nvPr>
        </p:nvSpPr>
        <p:spPr>
          <a:xfrm>
            <a:off x="729767" y="3590800"/>
            <a:ext cx="514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09" name="Google Shape;609;p63"/>
          <p:cNvSpPr txBox="1">
            <a:spLocks noGrp="1"/>
          </p:cNvSpPr>
          <p:nvPr>
            <p:ph type="title"/>
          </p:nvPr>
        </p:nvSpPr>
        <p:spPr>
          <a:xfrm>
            <a:off x="747244" y="1369471"/>
            <a:ext cx="5108000"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88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610" name="Google Shape;610;p63"/>
          <p:cNvSpPr txBox="1">
            <a:spLocks noGrp="1"/>
          </p:cNvSpPr>
          <p:nvPr>
            <p:ph type="subTitle" idx="2"/>
          </p:nvPr>
        </p:nvSpPr>
        <p:spPr>
          <a:xfrm>
            <a:off x="6319433" y="3590800"/>
            <a:ext cx="514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1" name="Google Shape;611;p63"/>
          <p:cNvSpPr txBox="1">
            <a:spLocks noGrp="1"/>
          </p:cNvSpPr>
          <p:nvPr>
            <p:ph type="title" idx="3"/>
          </p:nvPr>
        </p:nvSpPr>
        <p:spPr>
          <a:xfrm>
            <a:off x="6336911" y="1369471"/>
            <a:ext cx="5108000"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88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2860ADC9-878A-96A9-090D-5B66A9EAD38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8BC49DF-DAA4-9596-ECFC-1A6C5D229B5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25946460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10_Stats3" preserve="1">
  <p:cSld name="10_Stats3">
    <p:spTree>
      <p:nvGrpSpPr>
        <p:cNvPr id="1" name="Shape 614"/>
        <p:cNvGrpSpPr/>
        <p:nvPr/>
      </p:nvGrpSpPr>
      <p:grpSpPr>
        <a:xfrm>
          <a:off x="0" y="0"/>
          <a:ext cx="0" cy="0"/>
          <a:chOff x="0" y="0"/>
          <a:chExt cx="0" cy="0"/>
        </a:xfrm>
      </p:grpSpPr>
      <p:sp>
        <p:nvSpPr>
          <p:cNvPr id="615" name="Google Shape;615;p64"/>
          <p:cNvSpPr txBox="1">
            <a:spLocks noGrp="1"/>
          </p:cNvSpPr>
          <p:nvPr>
            <p:ph type="subTitle" idx="1"/>
          </p:nvPr>
        </p:nvSpPr>
        <p:spPr>
          <a:xfrm>
            <a:off x="808833"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6" name="Google Shape;616;p64"/>
          <p:cNvSpPr txBox="1">
            <a:spLocks noGrp="1"/>
          </p:cNvSpPr>
          <p:nvPr>
            <p:ph type="title"/>
          </p:nvPr>
        </p:nvSpPr>
        <p:spPr>
          <a:xfrm>
            <a:off x="913033" y="1883200"/>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617" name="Google Shape;617;p64"/>
          <p:cNvSpPr txBox="1">
            <a:spLocks noGrp="1"/>
          </p:cNvSpPr>
          <p:nvPr>
            <p:ph type="subTitle" idx="2"/>
          </p:nvPr>
        </p:nvSpPr>
        <p:spPr>
          <a:xfrm>
            <a:off x="4399600"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8" name="Google Shape;618;p64"/>
          <p:cNvSpPr txBox="1">
            <a:spLocks noGrp="1"/>
          </p:cNvSpPr>
          <p:nvPr>
            <p:ph type="title" idx="3"/>
          </p:nvPr>
        </p:nvSpPr>
        <p:spPr>
          <a:xfrm>
            <a:off x="4503800" y="1883167"/>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619" name="Google Shape;619;p64"/>
          <p:cNvSpPr txBox="1">
            <a:spLocks noGrp="1"/>
          </p:cNvSpPr>
          <p:nvPr>
            <p:ph type="subTitle" idx="4"/>
          </p:nvPr>
        </p:nvSpPr>
        <p:spPr>
          <a:xfrm>
            <a:off x="7990367"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20" name="Google Shape;620;p64"/>
          <p:cNvSpPr txBox="1">
            <a:spLocks noGrp="1"/>
          </p:cNvSpPr>
          <p:nvPr>
            <p:ph type="title" idx="5"/>
          </p:nvPr>
        </p:nvSpPr>
        <p:spPr>
          <a:xfrm>
            <a:off x="8094567" y="1883167"/>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23C62D13-5400-5FEF-ACED-7C77A17F003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43632F0-6379-B484-5AFD-A3397B131D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10190361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10_Stats3 Dark" preserve="1">
  <p:cSld name="10_Stats3 Dark">
    <p:spTree>
      <p:nvGrpSpPr>
        <p:cNvPr id="1" name="Shape 623"/>
        <p:cNvGrpSpPr/>
        <p:nvPr/>
      </p:nvGrpSpPr>
      <p:grpSpPr>
        <a:xfrm>
          <a:off x="0" y="0"/>
          <a:ext cx="0" cy="0"/>
          <a:chOff x="0" y="0"/>
          <a:chExt cx="0" cy="0"/>
        </a:xfrm>
      </p:grpSpPr>
      <p:sp>
        <p:nvSpPr>
          <p:cNvPr id="624" name="Google Shape;624;p65"/>
          <p:cNvSpPr/>
          <p:nvPr/>
        </p:nvSpPr>
        <p:spPr>
          <a:xfrm>
            <a:off x="-10700" y="-21400"/>
            <a:ext cx="12202800" cy="6210400"/>
          </a:xfrm>
          <a:prstGeom prst="rect">
            <a:avLst/>
          </a:prstGeom>
          <a:solidFill>
            <a:srgbClr val="00001E"/>
          </a:solidFill>
          <a:ln w="9525" cap="flat" cmpd="sng">
            <a:solidFill>
              <a:srgbClr val="F0F4F8"/>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625" name="Google Shape;625;p65"/>
          <p:cNvSpPr txBox="1">
            <a:spLocks noGrp="1"/>
          </p:cNvSpPr>
          <p:nvPr>
            <p:ph type="subTitle" idx="1"/>
          </p:nvPr>
        </p:nvSpPr>
        <p:spPr>
          <a:xfrm>
            <a:off x="1365667"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26" name="Google Shape;626;p65"/>
          <p:cNvSpPr txBox="1">
            <a:spLocks noGrp="1"/>
          </p:cNvSpPr>
          <p:nvPr>
            <p:ph type="title"/>
          </p:nvPr>
        </p:nvSpPr>
        <p:spPr>
          <a:xfrm>
            <a:off x="1129867"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627" name="Google Shape;627;p65"/>
          <p:cNvSpPr txBox="1">
            <a:spLocks noGrp="1"/>
          </p:cNvSpPr>
          <p:nvPr>
            <p:ph type="subTitle" idx="2"/>
          </p:nvPr>
        </p:nvSpPr>
        <p:spPr>
          <a:xfrm>
            <a:off x="4855900"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28" name="Google Shape;628;p65"/>
          <p:cNvSpPr txBox="1">
            <a:spLocks noGrp="1"/>
          </p:cNvSpPr>
          <p:nvPr>
            <p:ph type="title" idx="3"/>
          </p:nvPr>
        </p:nvSpPr>
        <p:spPr>
          <a:xfrm>
            <a:off x="4620100"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629" name="Google Shape;629;p65"/>
          <p:cNvSpPr txBox="1">
            <a:spLocks noGrp="1"/>
          </p:cNvSpPr>
          <p:nvPr>
            <p:ph type="subTitle" idx="4"/>
          </p:nvPr>
        </p:nvSpPr>
        <p:spPr>
          <a:xfrm>
            <a:off x="8346133"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30" name="Google Shape;630;p65"/>
          <p:cNvSpPr txBox="1">
            <a:spLocks noGrp="1"/>
          </p:cNvSpPr>
          <p:nvPr>
            <p:ph type="title" idx="5"/>
          </p:nvPr>
        </p:nvSpPr>
        <p:spPr>
          <a:xfrm>
            <a:off x="8110333"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C3DADE86-FA0D-6C14-78CF-DF12F3CDAE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ED82803E-6BF4-7D69-A703-2CC83B69D66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14570819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10_Stats4" preserve="1">
  <p:cSld name="10_Stats4">
    <p:spTree>
      <p:nvGrpSpPr>
        <p:cNvPr id="1" name="Shape 633"/>
        <p:cNvGrpSpPr/>
        <p:nvPr/>
      </p:nvGrpSpPr>
      <p:grpSpPr>
        <a:xfrm>
          <a:off x="0" y="0"/>
          <a:ext cx="0" cy="0"/>
          <a:chOff x="0" y="0"/>
          <a:chExt cx="0" cy="0"/>
        </a:xfrm>
      </p:grpSpPr>
      <p:sp>
        <p:nvSpPr>
          <p:cNvPr id="634" name="Google Shape;634;p66"/>
          <p:cNvSpPr txBox="1">
            <a:spLocks noGrp="1"/>
          </p:cNvSpPr>
          <p:nvPr>
            <p:ph type="subTitle" idx="1"/>
          </p:nvPr>
        </p:nvSpPr>
        <p:spPr>
          <a:xfrm>
            <a:off x="574151"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5" name="Google Shape;635;p66"/>
          <p:cNvSpPr txBox="1">
            <a:spLocks noGrp="1"/>
          </p:cNvSpPr>
          <p:nvPr>
            <p:ph type="title"/>
          </p:nvPr>
        </p:nvSpPr>
        <p:spPr>
          <a:xfrm>
            <a:off x="674751"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36" name="Google Shape;636;p66"/>
          <p:cNvSpPr txBox="1">
            <a:spLocks noGrp="1"/>
          </p:cNvSpPr>
          <p:nvPr>
            <p:ph type="subTitle" idx="2"/>
          </p:nvPr>
        </p:nvSpPr>
        <p:spPr>
          <a:xfrm>
            <a:off x="3356384"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7" name="Google Shape;637;p66"/>
          <p:cNvSpPr txBox="1">
            <a:spLocks noGrp="1"/>
          </p:cNvSpPr>
          <p:nvPr>
            <p:ph type="title" idx="3"/>
          </p:nvPr>
        </p:nvSpPr>
        <p:spPr>
          <a:xfrm>
            <a:off x="3456984"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38" name="Google Shape;638;p66"/>
          <p:cNvSpPr txBox="1">
            <a:spLocks noGrp="1"/>
          </p:cNvSpPr>
          <p:nvPr>
            <p:ph type="subTitle" idx="4"/>
          </p:nvPr>
        </p:nvSpPr>
        <p:spPr>
          <a:xfrm>
            <a:off x="6239217"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9" name="Google Shape;639;p66"/>
          <p:cNvSpPr txBox="1">
            <a:spLocks noGrp="1"/>
          </p:cNvSpPr>
          <p:nvPr>
            <p:ph type="title" idx="5"/>
          </p:nvPr>
        </p:nvSpPr>
        <p:spPr>
          <a:xfrm>
            <a:off x="6339817"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40" name="Google Shape;640;p66"/>
          <p:cNvSpPr txBox="1">
            <a:spLocks noGrp="1"/>
          </p:cNvSpPr>
          <p:nvPr>
            <p:ph type="subTitle" idx="6"/>
          </p:nvPr>
        </p:nvSpPr>
        <p:spPr>
          <a:xfrm>
            <a:off x="9222651"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1" name="Google Shape;641;p66"/>
          <p:cNvSpPr txBox="1">
            <a:spLocks noGrp="1"/>
          </p:cNvSpPr>
          <p:nvPr>
            <p:ph type="title" idx="7"/>
          </p:nvPr>
        </p:nvSpPr>
        <p:spPr>
          <a:xfrm>
            <a:off x="9323251"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E34013E3-634D-6BAA-5209-4150751F42D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CDADC9AF-F4AE-15CF-0647-3BD3DEE4084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1438312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10_Stats4 1" preserve="1">
  <p:cSld name="10_Stats4 1">
    <p:spTree>
      <p:nvGrpSpPr>
        <p:cNvPr id="1" name="Shape 644"/>
        <p:cNvGrpSpPr/>
        <p:nvPr/>
      </p:nvGrpSpPr>
      <p:grpSpPr>
        <a:xfrm>
          <a:off x="0" y="0"/>
          <a:ext cx="0" cy="0"/>
          <a:chOff x="0" y="0"/>
          <a:chExt cx="0" cy="0"/>
        </a:xfrm>
      </p:grpSpPr>
      <p:sp>
        <p:nvSpPr>
          <p:cNvPr id="645" name="Google Shape;645;p67"/>
          <p:cNvSpPr txBox="1">
            <a:spLocks noGrp="1"/>
          </p:cNvSpPr>
          <p:nvPr>
            <p:ph type="subTitle" idx="1"/>
          </p:nvPr>
        </p:nvSpPr>
        <p:spPr>
          <a:xfrm>
            <a:off x="1263747" y="1947300"/>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6" name="Google Shape;646;p67"/>
          <p:cNvSpPr txBox="1">
            <a:spLocks noGrp="1"/>
          </p:cNvSpPr>
          <p:nvPr>
            <p:ph type="title"/>
          </p:nvPr>
        </p:nvSpPr>
        <p:spPr>
          <a:xfrm>
            <a:off x="1263733" y="1128033"/>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47" name="Google Shape;647;p67"/>
          <p:cNvSpPr txBox="1">
            <a:spLocks noGrp="1"/>
          </p:cNvSpPr>
          <p:nvPr>
            <p:ph type="subTitle" idx="2"/>
          </p:nvPr>
        </p:nvSpPr>
        <p:spPr>
          <a:xfrm>
            <a:off x="6574480" y="1947300"/>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8" name="Google Shape;648;p67"/>
          <p:cNvSpPr txBox="1">
            <a:spLocks noGrp="1"/>
          </p:cNvSpPr>
          <p:nvPr>
            <p:ph type="title" idx="3"/>
          </p:nvPr>
        </p:nvSpPr>
        <p:spPr>
          <a:xfrm>
            <a:off x="6574467" y="1128033"/>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49" name="Google Shape;649;p67"/>
          <p:cNvSpPr txBox="1">
            <a:spLocks noGrp="1"/>
          </p:cNvSpPr>
          <p:nvPr>
            <p:ph type="subTitle" idx="4"/>
          </p:nvPr>
        </p:nvSpPr>
        <p:spPr>
          <a:xfrm>
            <a:off x="1263747" y="4695933"/>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50" name="Google Shape;650;p67"/>
          <p:cNvSpPr txBox="1">
            <a:spLocks noGrp="1"/>
          </p:cNvSpPr>
          <p:nvPr>
            <p:ph type="title" idx="5"/>
          </p:nvPr>
        </p:nvSpPr>
        <p:spPr>
          <a:xfrm>
            <a:off x="1263733" y="3876667"/>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51" name="Google Shape;651;p67"/>
          <p:cNvSpPr txBox="1">
            <a:spLocks noGrp="1"/>
          </p:cNvSpPr>
          <p:nvPr>
            <p:ph type="subTitle" idx="6"/>
          </p:nvPr>
        </p:nvSpPr>
        <p:spPr>
          <a:xfrm>
            <a:off x="6574480" y="4695933"/>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52" name="Google Shape;652;p67"/>
          <p:cNvSpPr txBox="1">
            <a:spLocks noGrp="1"/>
          </p:cNvSpPr>
          <p:nvPr>
            <p:ph type="title" idx="7"/>
          </p:nvPr>
        </p:nvSpPr>
        <p:spPr>
          <a:xfrm>
            <a:off x="6574467" y="3876667"/>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FC1CDD13-A8FC-784D-EA6F-379A9033631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57635EAD-2071-4221-D602-6FA8F7E504B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93311287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05_NewHiresSlide" preserve="1">
  <p:cSld name="05_NewHiresSlide">
    <p:spTree>
      <p:nvGrpSpPr>
        <p:cNvPr id="1" name="Shape 655"/>
        <p:cNvGrpSpPr/>
        <p:nvPr/>
      </p:nvGrpSpPr>
      <p:grpSpPr>
        <a:xfrm>
          <a:off x="0" y="0"/>
          <a:ext cx="0" cy="0"/>
          <a:chOff x="0" y="0"/>
          <a:chExt cx="0" cy="0"/>
        </a:xfrm>
      </p:grpSpPr>
      <p:sp>
        <p:nvSpPr>
          <p:cNvPr id="656" name="Google Shape;656;p68"/>
          <p:cNvSpPr>
            <a:spLocks noGrp="1"/>
          </p:cNvSpPr>
          <p:nvPr>
            <p:ph type="pic" idx="2"/>
          </p:nvPr>
        </p:nvSpPr>
        <p:spPr>
          <a:xfrm>
            <a:off x="438867"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57" name="Google Shape;657;p68"/>
          <p:cNvSpPr txBox="1">
            <a:spLocks noGrp="1"/>
          </p:cNvSpPr>
          <p:nvPr>
            <p:ph type="title"/>
          </p:nvPr>
        </p:nvSpPr>
        <p:spPr>
          <a:xfrm>
            <a:off x="438871" y="457200"/>
            <a:ext cx="6987600" cy="638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2pPr>
            <a:lvl3pPr lvl="2"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3pPr>
            <a:lvl4pPr lvl="3"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4pPr>
            <a:lvl5pPr lvl="4"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5pPr>
            <a:lvl6pPr lvl="5"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6pPr>
            <a:lvl7pPr lvl="6"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7pPr>
            <a:lvl8pPr lvl="7"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8pPr>
            <a:lvl9pPr lvl="8"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9pPr>
          </a:lstStyle>
          <a:p>
            <a:endParaRPr/>
          </a:p>
        </p:txBody>
      </p:sp>
      <p:sp>
        <p:nvSpPr>
          <p:cNvPr id="658" name="Google Shape;658;p68"/>
          <p:cNvSpPr txBox="1">
            <a:spLocks noGrp="1"/>
          </p:cNvSpPr>
          <p:nvPr>
            <p:ph type="subTitle" idx="1"/>
          </p:nvPr>
        </p:nvSpPr>
        <p:spPr>
          <a:xfrm>
            <a:off x="438871"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59" name="Google Shape;659;p68"/>
          <p:cNvSpPr txBox="1">
            <a:spLocks noGrp="1"/>
          </p:cNvSpPr>
          <p:nvPr>
            <p:ph type="subTitle" idx="3"/>
          </p:nvPr>
        </p:nvSpPr>
        <p:spPr>
          <a:xfrm>
            <a:off x="2454577"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0" name="Google Shape;660;p68"/>
          <p:cNvSpPr txBox="1">
            <a:spLocks noGrp="1"/>
          </p:cNvSpPr>
          <p:nvPr>
            <p:ph type="subTitle" idx="4"/>
          </p:nvPr>
        </p:nvSpPr>
        <p:spPr>
          <a:xfrm>
            <a:off x="4470284"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1" name="Google Shape;661;p68"/>
          <p:cNvSpPr txBox="1">
            <a:spLocks noGrp="1"/>
          </p:cNvSpPr>
          <p:nvPr>
            <p:ph type="subTitle" idx="5"/>
          </p:nvPr>
        </p:nvSpPr>
        <p:spPr>
          <a:xfrm>
            <a:off x="6485992"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2" name="Google Shape;662;p68"/>
          <p:cNvSpPr txBox="1">
            <a:spLocks noGrp="1"/>
          </p:cNvSpPr>
          <p:nvPr>
            <p:ph type="subTitle" idx="6"/>
          </p:nvPr>
        </p:nvSpPr>
        <p:spPr>
          <a:xfrm>
            <a:off x="8501699"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3" name="Google Shape;663;p68"/>
          <p:cNvSpPr txBox="1">
            <a:spLocks noGrp="1"/>
          </p:cNvSpPr>
          <p:nvPr>
            <p:ph type="subTitle" idx="7"/>
          </p:nvPr>
        </p:nvSpPr>
        <p:spPr>
          <a:xfrm>
            <a:off x="10517405"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4" name="Google Shape;664;p68"/>
          <p:cNvSpPr>
            <a:spLocks noGrp="1"/>
          </p:cNvSpPr>
          <p:nvPr>
            <p:ph type="pic" idx="8"/>
          </p:nvPr>
        </p:nvSpPr>
        <p:spPr>
          <a:xfrm>
            <a:off x="2454600"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5" name="Google Shape;665;p68"/>
          <p:cNvSpPr>
            <a:spLocks noGrp="1"/>
          </p:cNvSpPr>
          <p:nvPr>
            <p:ph type="pic" idx="9"/>
          </p:nvPr>
        </p:nvSpPr>
        <p:spPr>
          <a:xfrm>
            <a:off x="4470333"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6" name="Google Shape;666;p68"/>
          <p:cNvSpPr>
            <a:spLocks noGrp="1"/>
          </p:cNvSpPr>
          <p:nvPr>
            <p:ph type="pic" idx="13"/>
          </p:nvPr>
        </p:nvSpPr>
        <p:spPr>
          <a:xfrm>
            <a:off x="6486067"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7" name="Google Shape;667;p68"/>
          <p:cNvSpPr>
            <a:spLocks noGrp="1"/>
          </p:cNvSpPr>
          <p:nvPr>
            <p:ph type="pic" idx="14"/>
          </p:nvPr>
        </p:nvSpPr>
        <p:spPr>
          <a:xfrm>
            <a:off x="8501800"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8" name="Google Shape;668;p68"/>
          <p:cNvSpPr>
            <a:spLocks noGrp="1"/>
          </p:cNvSpPr>
          <p:nvPr>
            <p:ph type="pic" idx="15"/>
          </p:nvPr>
        </p:nvSpPr>
        <p:spPr>
          <a:xfrm>
            <a:off x="10517533"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9" name="Google Shape;669;p68"/>
          <p:cNvSpPr>
            <a:spLocks noGrp="1"/>
          </p:cNvSpPr>
          <p:nvPr>
            <p:ph type="pic" idx="16"/>
          </p:nvPr>
        </p:nvSpPr>
        <p:spPr>
          <a:xfrm>
            <a:off x="438867"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0" name="Google Shape;670;p68"/>
          <p:cNvSpPr txBox="1">
            <a:spLocks noGrp="1"/>
          </p:cNvSpPr>
          <p:nvPr>
            <p:ph type="subTitle" idx="17"/>
          </p:nvPr>
        </p:nvSpPr>
        <p:spPr>
          <a:xfrm>
            <a:off x="438871"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1" name="Google Shape;671;p68"/>
          <p:cNvSpPr txBox="1">
            <a:spLocks noGrp="1"/>
          </p:cNvSpPr>
          <p:nvPr>
            <p:ph type="subTitle" idx="18"/>
          </p:nvPr>
        </p:nvSpPr>
        <p:spPr>
          <a:xfrm>
            <a:off x="2454577"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2" name="Google Shape;672;p68"/>
          <p:cNvSpPr txBox="1">
            <a:spLocks noGrp="1"/>
          </p:cNvSpPr>
          <p:nvPr>
            <p:ph type="subTitle" idx="19"/>
          </p:nvPr>
        </p:nvSpPr>
        <p:spPr>
          <a:xfrm>
            <a:off x="4470284"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3" name="Google Shape;673;p68"/>
          <p:cNvSpPr txBox="1">
            <a:spLocks noGrp="1"/>
          </p:cNvSpPr>
          <p:nvPr>
            <p:ph type="subTitle" idx="20"/>
          </p:nvPr>
        </p:nvSpPr>
        <p:spPr>
          <a:xfrm>
            <a:off x="6485992"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4" name="Google Shape;674;p68"/>
          <p:cNvSpPr txBox="1">
            <a:spLocks noGrp="1"/>
          </p:cNvSpPr>
          <p:nvPr>
            <p:ph type="subTitle" idx="21"/>
          </p:nvPr>
        </p:nvSpPr>
        <p:spPr>
          <a:xfrm>
            <a:off x="8501699"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5" name="Google Shape;675;p68"/>
          <p:cNvSpPr txBox="1">
            <a:spLocks noGrp="1"/>
          </p:cNvSpPr>
          <p:nvPr>
            <p:ph type="subTitle" idx="22"/>
          </p:nvPr>
        </p:nvSpPr>
        <p:spPr>
          <a:xfrm>
            <a:off x="10517405"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6" name="Google Shape;676;p68"/>
          <p:cNvSpPr>
            <a:spLocks noGrp="1"/>
          </p:cNvSpPr>
          <p:nvPr>
            <p:ph type="pic" idx="23"/>
          </p:nvPr>
        </p:nvSpPr>
        <p:spPr>
          <a:xfrm>
            <a:off x="2454600"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7" name="Google Shape;677;p68"/>
          <p:cNvSpPr>
            <a:spLocks noGrp="1"/>
          </p:cNvSpPr>
          <p:nvPr>
            <p:ph type="pic" idx="24"/>
          </p:nvPr>
        </p:nvSpPr>
        <p:spPr>
          <a:xfrm>
            <a:off x="4470333"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8" name="Google Shape;678;p68"/>
          <p:cNvSpPr>
            <a:spLocks noGrp="1"/>
          </p:cNvSpPr>
          <p:nvPr>
            <p:ph type="pic" idx="25"/>
          </p:nvPr>
        </p:nvSpPr>
        <p:spPr>
          <a:xfrm>
            <a:off x="6486067"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9" name="Google Shape;679;p68"/>
          <p:cNvSpPr>
            <a:spLocks noGrp="1"/>
          </p:cNvSpPr>
          <p:nvPr>
            <p:ph type="pic" idx="26"/>
          </p:nvPr>
        </p:nvSpPr>
        <p:spPr>
          <a:xfrm>
            <a:off x="8501800"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80" name="Google Shape;680;p68"/>
          <p:cNvSpPr>
            <a:spLocks noGrp="1"/>
          </p:cNvSpPr>
          <p:nvPr>
            <p:ph type="pic" idx="27"/>
          </p:nvPr>
        </p:nvSpPr>
        <p:spPr>
          <a:xfrm>
            <a:off x="10517533"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3" name="Footer Placeholder 3">
            <a:extLst>
              <a:ext uri="{FF2B5EF4-FFF2-40B4-BE49-F238E27FC236}">
                <a16:creationId xmlns:a16="http://schemas.microsoft.com/office/drawing/2014/main" id="{B5065A95-2D95-99EF-0A4C-DC4EC73C898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12AF775-A03C-1FBE-3909-4DA983CB03D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01436998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02_AgendaLight2" preserve="1">
  <p:cSld name="02_AgendaLight2">
    <p:bg>
      <p:bgPr>
        <a:solidFill>
          <a:schemeClr val="tx2"/>
        </a:solidFill>
        <a:effectLst/>
      </p:bgPr>
    </p:bg>
    <p:spTree>
      <p:nvGrpSpPr>
        <p:cNvPr id="1" name="Shape 683"/>
        <p:cNvGrpSpPr/>
        <p:nvPr/>
      </p:nvGrpSpPr>
      <p:grpSpPr>
        <a:xfrm>
          <a:off x="0" y="0"/>
          <a:ext cx="0" cy="0"/>
          <a:chOff x="0" y="0"/>
          <a:chExt cx="0" cy="0"/>
        </a:xfrm>
      </p:grpSpPr>
      <p:sp>
        <p:nvSpPr>
          <p:cNvPr id="684" name="Google Shape;684;p69"/>
          <p:cNvSpPr txBox="1">
            <a:spLocks noGrp="1"/>
          </p:cNvSpPr>
          <p:nvPr>
            <p:ph type="title"/>
          </p:nvPr>
        </p:nvSpPr>
        <p:spPr>
          <a:xfrm>
            <a:off x="438867" y="2414800"/>
            <a:ext cx="4472400" cy="984885"/>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4800"/>
              <a:buFont typeface="Inter"/>
              <a:buNone/>
              <a:defRPr sz="64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2pPr>
            <a:lvl3pPr lvl="2"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3pPr>
            <a:lvl4pPr lvl="3"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4pPr>
            <a:lvl5pPr lvl="4"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5pPr>
            <a:lvl6pPr lvl="5"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6pPr>
            <a:lvl7pPr lvl="6"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7pPr>
            <a:lvl8pPr lvl="7"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8pPr>
            <a:lvl9pPr lvl="8"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9pPr>
          </a:lstStyle>
          <a:p>
            <a:endParaRPr/>
          </a:p>
        </p:txBody>
      </p:sp>
      <p:sp>
        <p:nvSpPr>
          <p:cNvPr id="685" name="Google Shape;685;p69"/>
          <p:cNvSpPr txBox="1">
            <a:spLocks noGrp="1"/>
          </p:cNvSpPr>
          <p:nvPr>
            <p:ph type="body" idx="1"/>
          </p:nvPr>
        </p:nvSpPr>
        <p:spPr>
          <a:xfrm>
            <a:off x="6561933" y="971800"/>
            <a:ext cx="4242800" cy="4914400"/>
          </a:xfrm>
          <a:prstGeom prst="rect">
            <a:avLst/>
          </a:prstGeom>
          <a:noFill/>
          <a:ln>
            <a:noFill/>
          </a:ln>
        </p:spPr>
        <p:txBody>
          <a:bodyPr spcFirstLastPara="1" wrap="square" lIns="34275" tIns="34275" rIns="34275" bIns="34275" anchor="t" anchorCtr="0">
            <a:noAutofit/>
          </a:bodyPr>
          <a:lstStyle>
            <a:lvl1pPr marL="7938" lvl="0" indent="0" rtl="0">
              <a:lnSpc>
                <a:spcPct val="200000"/>
              </a:lnSpc>
              <a:spcBef>
                <a:spcPts val="0"/>
              </a:spcBef>
              <a:spcAft>
                <a:spcPts val="0"/>
              </a:spcAft>
              <a:buClrTx/>
              <a:buSzPct val="110000"/>
              <a:buFont typeface="Inter"/>
              <a:buNone/>
              <a:tabLst/>
              <a:defRPr sz="1733" b="1">
                <a:solidFill>
                  <a:schemeClr val="tx1"/>
                </a:solidFill>
                <a:latin typeface="Inter"/>
                <a:ea typeface="Inter"/>
                <a:cs typeface="Inter"/>
                <a:sym typeface="Inter"/>
              </a:defRPr>
            </a:lvl1pPr>
            <a:lvl2pPr marL="1219170" lvl="1"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2pPr>
            <a:lvl3pPr marL="1828754" lvl="2"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3pPr>
            <a:lvl4pPr marL="2438339" lvl="3" indent="-414856" rtl="0">
              <a:lnSpc>
                <a:spcPct val="200000"/>
              </a:lnSpc>
              <a:spcBef>
                <a:spcPts val="0"/>
              </a:spcBef>
              <a:spcAft>
                <a:spcPts val="0"/>
              </a:spcAft>
              <a:buClr>
                <a:schemeClr val="lt2"/>
              </a:buClr>
              <a:buSzPts val="1300"/>
              <a:buFont typeface="Inter"/>
              <a:buAutoNum type="arabicPeriod"/>
              <a:defRPr sz="1733">
                <a:solidFill>
                  <a:schemeClr val="lt2"/>
                </a:solidFill>
                <a:latin typeface="Inter"/>
                <a:ea typeface="Inter"/>
                <a:cs typeface="Inter"/>
                <a:sym typeface="Inter"/>
              </a:defRPr>
            </a:lvl4pPr>
            <a:lvl5pPr marL="3047924" lvl="4"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5pPr>
            <a:lvl6pPr marL="3657509" lvl="5"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6pPr>
            <a:lvl7pPr marL="4267093" lvl="6" indent="-414856" rtl="0">
              <a:lnSpc>
                <a:spcPct val="200000"/>
              </a:lnSpc>
              <a:spcBef>
                <a:spcPts val="0"/>
              </a:spcBef>
              <a:spcAft>
                <a:spcPts val="0"/>
              </a:spcAft>
              <a:buClr>
                <a:schemeClr val="lt2"/>
              </a:buClr>
              <a:buSzPts val="1300"/>
              <a:buFont typeface="Inter"/>
              <a:buAutoNum type="arabicPeriod"/>
              <a:defRPr sz="1733">
                <a:solidFill>
                  <a:schemeClr val="lt2"/>
                </a:solidFill>
                <a:latin typeface="Inter"/>
                <a:ea typeface="Inter"/>
                <a:cs typeface="Inter"/>
                <a:sym typeface="Inter"/>
              </a:defRPr>
            </a:lvl7pPr>
            <a:lvl8pPr marL="4876678" lvl="7"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8pPr>
            <a:lvl9pPr marL="5486263" lvl="8"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E4F25EA0-A0CE-1ED3-B543-4400122B7176}"/>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7C1097D-40AE-8ED9-8E7F-8B1C91C935D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140530386"/>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02_AgendaLight1" preserve="1">
  <p:cSld name="02_AgendaLight1">
    <p:spTree>
      <p:nvGrpSpPr>
        <p:cNvPr id="1" name="Shape 688"/>
        <p:cNvGrpSpPr/>
        <p:nvPr/>
      </p:nvGrpSpPr>
      <p:grpSpPr>
        <a:xfrm>
          <a:off x="0" y="0"/>
          <a:ext cx="0" cy="0"/>
          <a:chOff x="0" y="0"/>
          <a:chExt cx="0" cy="0"/>
        </a:xfrm>
      </p:grpSpPr>
      <p:sp>
        <p:nvSpPr>
          <p:cNvPr id="689" name="Google Shape;689;p70"/>
          <p:cNvSpPr/>
          <p:nvPr/>
        </p:nvSpPr>
        <p:spPr>
          <a:xfrm>
            <a:off x="3973033" y="0"/>
            <a:ext cx="82188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690" name="Google Shape;690;p70"/>
          <p:cNvSpPr txBox="1">
            <a:spLocks noGrp="1"/>
          </p:cNvSpPr>
          <p:nvPr>
            <p:ph type="title"/>
          </p:nvPr>
        </p:nvSpPr>
        <p:spPr>
          <a:xfrm>
            <a:off x="438867" y="457200"/>
            <a:ext cx="32248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691" name="Google Shape;691;p70"/>
          <p:cNvSpPr txBox="1">
            <a:spLocks noGrp="1"/>
          </p:cNvSpPr>
          <p:nvPr>
            <p:ph type="body" idx="1"/>
          </p:nvPr>
        </p:nvSpPr>
        <p:spPr>
          <a:xfrm>
            <a:off x="438867" y="1943100"/>
            <a:ext cx="3144800" cy="3846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692" name="Google Shape;692;p70"/>
          <p:cNvSpPr txBox="1">
            <a:spLocks noGrp="1"/>
          </p:cNvSpPr>
          <p:nvPr>
            <p:ph type="body" idx="2"/>
          </p:nvPr>
        </p:nvSpPr>
        <p:spPr>
          <a:xfrm>
            <a:off x="5812837" y="765512"/>
            <a:ext cx="4539200" cy="5121200"/>
          </a:xfrm>
          <a:prstGeom prst="rect">
            <a:avLst/>
          </a:prstGeom>
          <a:noFill/>
          <a:ln>
            <a:noFill/>
          </a:ln>
        </p:spPr>
        <p:txBody>
          <a:bodyPr spcFirstLastPara="1" wrap="square" lIns="34275" tIns="34275" rIns="34275" bIns="34275" anchor="t" anchorCtr="0">
            <a:noAutofit/>
          </a:bodyPr>
          <a:lstStyle>
            <a:lvl1pPr marL="7938" lvl="0" indent="0" rtl="0">
              <a:lnSpc>
                <a:spcPct val="200000"/>
              </a:lnSpc>
              <a:spcBef>
                <a:spcPts val="0"/>
              </a:spcBef>
              <a:spcAft>
                <a:spcPts val="0"/>
              </a:spcAft>
              <a:buClrTx/>
              <a:buSzPct val="110000"/>
              <a:buFont typeface="+mj-lt"/>
              <a:buNone/>
              <a:tabLst/>
              <a:defRPr sz="240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2pPr>
            <a:lvl3pPr marL="1828754" lvl="2"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3pPr>
            <a:lvl4pPr marL="2438339" lvl="3" indent="-457189" rtl="0">
              <a:lnSpc>
                <a:spcPct val="200000"/>
              </a:lnSpc>
              <a:spcBef>
                <a:spcPts val="0"/>
              </a:spcBef>
              <a:spcAft>
                <a:spcPts val="0"/>
              </a:spcAft>
              <a:buClr>
                <a:schemeClr val="lt2"/>
              </a:buClr>
              <a:buSzPts val="1800"/>
              <a:buFont typeface="Inter"/>
              <a:buAutoNum type="arabicPeriod"/>
              <a:defRPr sz="2400">
                <a:solidFill>
                  <a:schemeClr val="lt2"/>
                </a:solidFill>
                <a:latin typeface="Inter"/>
                <a:ea typeface="Inter"/>
                <a:cs typeface="Inter"/>
                <a:sym typeface="Inter"/>
              </a:defRPr>
            </a:lvl4pPr>
            <a:lvl5pPr marL="3047924" lvl="4"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5pPr>
            <a:lvl6pPr marL="3657509" lvl="5"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6pPr>
            <a:lvl7pPr marL="4267093" lvl="6" indent="-457189" rtl="0">
              <a:lnSpc>
                <a:spcPct val="200000"/>
              </a:lnSpc>
              <a:spcBef>
                <a:spcPts val="0"/>
              </a:spcBef>
              <a:spcAft>
                <a:spcPts val="0"/>
              </a:spcAft>
              <a:buClr>
                <a:schemeClr val="lt2"/>
              </a:buClr>
              <a:buSzPts val="1800"/>
              <a:buFont typeface="Inter"/>
              <a:buAutoNum type="arabicPeriod"/>
              <a:defRPr sz="2400">
                <a:solidFill>
                  <a:schemeClr val="lt2"/>
                </a:solidFill>
                <a:latin typeface="Inter"/>
                <a:ea typeface="Inter"/>
                <a:cs typeface="Inter"/>
                <a:sym typeface="Inter"/>
              </a:defRPr>
            </a:lvl7pPr>
            <a:lvl8pPr marL="4876678" lvl="7"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8pPr>
            <a:lvl9pPr marL="5486263" lvl="8"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424E1C3-8295-44A1-FBB4-01875675344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15F84E7F-2CAB-8762-9BC7-57BE8CF5131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614636724"/>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13_CustomerCaseStudy" preserve="1">
  <p:cSld name="13_CustomerCaseStudy">
    <p:spTree>
      <p:nvGrpSpPr>
        <p:cNvPr id="1" name="Shape 695"/>
        <p:cNvGrpSpPr/>
        <p:nvPr/>
      </p:nvGrpSpPr>
      <p:grpSpPr>
        <a:xfrm>
          <a:off x="0" y="0"/>
          <a:ext cx="0" cy="0"/>
          <a:chOff x="0" y="0"/>
          <a:chExt cx="0" cy="0"/>
        </a:xfrm>
      </p:grpSpPr>
      <p:sp>
        <p:nvSpPr>
          <p:cNvPr id="696" name="Google Shape;696;p71"/>
          <p:cNvSpPr/>
          <p:nvPr/>
        </p:nvSpPr>
        <p:spPr>
          <a:xfrm>
            <a:off x="3648300" y="2812100"/>
            <a:ext cx="4264800" cy="4046000"/>
          </a:xfrm>
          <a:prstGeom prst="rect">
            <a:avLst/>
          </a:prstGeom>
          <a:no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7" name="Google Shape;697;p71"/>
          <p:cNvSpPr/>
          <p:nvPr/>
        </p:nvSpPr>
        <p:spPr>
          <a:xfrm>
            <a:off x="7915300" y="2812100"/>
            <a:ext cx="4295200" cy="4046000"/>
          </a:xfrm>
          <a:prstGeom prst="rect">
            <a:avLst/>
          </a:prstGeom>
          <a:no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8" name="Google Shape;698;p71"/>
          <p:cNvSpPr/>
          <p:nvPr/>
        </p:nvSpPr>
        <p:spPr>
          <a:xfrm>
            <a:off x="7911636" y="5498188"/>
            <a:ext cx="4295200" cy="1360000"/>
          </a:xfrm>
          <a:prstGeom prst="rect">
            <a:avLst/>
          </a:prstGeom>
          <a:solidFill>
            <a:srgbClr val="F0F4F8"/>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99" name="Google Shape;699;p71"/>
          <p:cNvCxnSpPr/>
          <p:nvPr/>
        </p:nvCxnSpPr>
        <p:spPr>
          <a:xfrm>
            <a:off x="7911636" y="6105088"/>
            <a:ext cx="4295200" cy="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700" name="Google Shape;700;p71"/>
          <p:cNvCxnSpPr/>
          <p:nvPr/>
        </p:nvCxnSpPr>
        <p:spPr>
          <a:xfrm>
            <a:off x="10047668" y="6106737"/>
            <a:ext cx="0" cy="74840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701" name="Google Shape;701;p71"/>
          <p:cNvCxnSpPr/>
          <p:nvPr/>
        </p:nvCxnSpPr>
        <p:spPr>
          <a:xfrm>
            <a:off x="7911636" y="5498188"/>
            <a:ext cx="4295200" cy="0"/>
          </a:xfrm>
          <a:prstGeom prst="straightConnector1">
            <a:avLst/>
          </a:prstGeom>
          <a:noFill/>
          <a:ln w="9525" cap="flat" cmpd="sng">
            <a:solidFill>
              <a:schemeClr val="bg1">
                <a:lumMod val="75000"/>
              </a:schemeClr>
            </a:solidFill>
            <a:prstDash val="solid"/>
            <a:round/>
            <a:headEnd type="none" w="med" len="med"/>
            <a:tailEnd type="none" w="med" len="med"/>
          </a:ln>
        </p:spPr>
      </p:cxnSp>
      <p:sp>
        <p:nvSpPr>
          <p:cNvPr id="702" name="Google Shape;702;p71"/>
          <p:cNvSpPr/>
          <p:nvPr/>
        </p:nvSpPr>
        <p:spPr>
          <a:xfrm>
            <a:off x="3648300" y="67"/>
            <a:ext cx="4264800" cy="2812000"/>
          </a:xfrm>
          <a:prstGeom prst="rect">
            <a:avLst/>
          </a:prstGeom>
          <a:solidFill>
            <a:schemeClr val="tx1"/>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03" name="Google Shape;703;p71"/>
          <p:cNvSpPr/>
          <p:nvPr/>
        </p:nvSpPr>
        <p:spPr>
          <a:xfrm>
            <a:off x="7911633" y="67"/>
            <a:ext cx="4295200" cy="2812000"/>
          </a:xfrm>
          <a:prstGeom prst="rect">
            <a:avLst/>
          </a:prstGeom>
          <a:solidFill>
            <a:schemeClr val="accent1"/>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704" name="Google Shape;704;p71"/>
          <p:cNvSpPr txBox="1">
            <a:spLocks noGrp="1"/>
          </p:cNvSpPr>
          <p:nvPr>
            <p:ph type="title"/>
          </p:nvPr>
        </p:nvSpPr>
        <p:spPr>
          <a:xfrm>
            <a:off x="3914900" y="255526"/>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1300"/>
              <a:buFont typeface="Inter"/>
              <a:buNone/>
              <a:defRPr sz="18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705" name="Google Shape;705;p71"/>
          <p:cNvSpPr txBox="1">
            <a:spLocks noGrp="1"/>
          </p:cNvSpPr>
          <p:nvPr>
            <p:ph type="body" idx="1"/>
          </p:nvPr>
        </p:nvSpPr>
        <p:spPr>
          <a:xfrm>
            <a:off x="3914900" y="723837"/>
            <a:ext cx="3639200" cy="1808000"/>
          </a:xfrm>
          <a:prstGeom prst="rect">
            <a:avLst/>
          </a:prstGeom>
          <a:noFill/>
          <a:ln>
            <a:noFill/>
          </a:ln>
        </p:spPr>
        <p:txBody>
          <a:bodyPr spcFirstLastPara="1" wrap="square" lIns="34275" tIns="34275" rIns="34275" bIns="34275" anchor="t" anchorCtr="0">
            <a:noAutofit/>
          </a:bodyPr>
          <a:lstStyle>
            <a:lvl1pPr marL="7938" lvl="0" indent="-7938" rtl="0">
              <a:lnSpc>
                <a:spcPct val="115000"/>
              </a:lnSpc>
              <a:spcBef>
                <a:spcPts val="0"/>
              </a:spcBef>
              <a:spcAft>
                <a:spcPts val="0"/>
              </a:spcAft>
              <a:buClr>
                <a:schemeClr val="lt1"/>
              </a:buClr>
              <a:buSzPts val="1000"/>
              <a:buFont typeface="Inter Medium"/>
              <a:buNone/>
              <a:tabLst/>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Medium"/>
              </a:defRPr>
            </a:lvl1pPr>
            <a:lvl2pPr marL="1219170" lvl="1"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2pPr>
            <a:lvl3pPr marL="1828754" lvl="2"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3pPr>
            <a:lvl4pPr marL="2438339" lvl="3"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4pPr>
            <a:lvl5pPr marL="3047924" lvl="4"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5pPr>
            <a:lvl6pPr marL="3657509" lvl="5"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6pPr>
            <a:lvl7pPr marL="4267093" lvl="6"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7pPr>
            <a:lvl8pPr marL="4876678" lvl="7"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8pPr>
            <a:lvl9pPr marL="5486263" lvl="8"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9pPr>
          </a:lstStyle>
          <a:p>
            <a:endParaRPr/>
          </a:p>
        </p:txBody>
      </p:sp>
      <p:sp>
        <p:nvSpPr>
          <p:cNvPr id="706" name="Google Shape;706;p71"/>
          <p:cNvSpPr txBox="1">
            <a:spLocks noGrp="1"/>
          </p:cNvSpPr>
          <p:nvPr>
            <p:ph type="title" idx="2"/>
          </p:nvPr>
        </p:nvSpPr>
        <p:spPr>
          <a:xfrm>
            <a:off x="8202449" y="255526"/>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1300"/>
              <a:buFont typeface="Inter"/>
              <a:buNone/>
              <a:defRPr sz="18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707" name="Google Shape;707;p71"/>
          <p:cNvSpPr txBox="1">
            <a:spLocks noGrp="1"/>
          </p:cNvSpPr>
          <p:nvPr>
            <p:ph type="body" idx="3"/>
          </p:nvPr>
        </p:nvSpPr>
        <p:spPr>
          <a:xfrm>
            <a:off x="8202449" y="723837"/>
            <a:ext cx="3639200" cy="18080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lt1"/>
              </a:buClr>
              <a:buSzPts val="1000"/>
              <a:buFont typeface="Inter Medium"/>
              <a:buNone/>
              <a:tabLst/>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Medium"/>
              </a:defRPr>
            </a:lvl1pPr>
            <a:lvl2pPr marL="1219170" lvl="1"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2pPr>
            <a:lvl3pPr marL="1828754" lvl="2"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3pPr>
            <a:lvl4pPr marL="2438339" lvl="3"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4pPr>
            <a:lvl5pPr marL="3047924" lvl="4"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5pPr>
            <a:lvl6pPr marL="3657509" lvl="5"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6pPr>
            <a:lvl7pPr marL="4267093" lvl="6"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7pPr>
            <a:lvl8pPr marL="4876678" lvl="7"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8pPr>
            <a:lvl9pPr marL="5486263" lvl="8"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9pPr>
          </a:lstStyle>
          <a:p>
            <a:endParaRPr/>
          </a:p>
        </p:txBody>
      </p:sp>
      <p:sp>
        <p:nvSpPr>
          <p:cNvPr id="708" name="Google Shape;708;p71"/>
          <p:cNvSpPr txBox="1">
            <a:spLocks noGrp="1"/>
          </p:cNvSpPr>
          <p:nvPr>
            <p:ph type="body" idx="4"/>
          </p:nvPr>
        </p:nvSpPr>
        <p:spPr>
          <a:xfrm>
            <a:off x="3914900" y="3611263"/>
            <a:ext cx="3449600" cy="25628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dk1"/>
              </a:buClr>
              <a:buSzPts val="1100"/>
              <a:buFont typeface="Inter"/>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2pPr>
            <a:lvl3pPr marL="1828754" lvl="2"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3pPr>
            <a:lvl4pPr marL="2438339" lvl="3" indent="-397923" rtl="0">
              <a:lnSpc>
                <a:spcPct val="115000"/>
              </a:lnSpc>
              <a:spcBef>
                <a:spcPts val="0"/>
              </a:spcBef>
              <a:spcAft>
                <a:spcPts val="0"/>
              </a:spcAft>
              <a:buClr>
                <a:schemeClr val="dk1"/>
              </a:buClr>
              <a:buSzPts val="1100"/>
              <a:buFont typeface="Inter"/>
              <a:buAutoNum type="arabicPeriod"/>
              <a:defRPr sz="1467">
                <a:solidFill>
                  <a:schemeClr val="dk1"/>
                </a:solidFill>
                <a:latin typeface="Inter"/>
                <a:ea typeface="Inter"/>
                <a:cs typeface="Inter"/>
                <a:sym typeface="Inter"/>
              </a:defRPr>
            </a:lvl4pPr>
            <a:lvl5pPr marL="3047924" lvl="4"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5pPr>
            <a:lvl6pPr marL="3657509" lvl="5"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6pPr>
            <a:lvl7pPr marL="4267093" lvl="6" indent="-397923" rtl="0">
              <a:lnSpc>
                <a:spcPct val="115000"/>
              </a:lnSpc>
              <a:spcBef>
                <a:spcPts val="0"/>
              </a:spcBef>
              <a:spcAft>
                <a:spcPts val="0"/>
              </a:spcAft>
              <a:buClr>
                <a:schemeClr val="dk1"/>
              </a:buClr>
              <a:buSzPts val="1100"/>
              <a:buFont typeface="Inter"/>
              <a:buAutoNum type="arabicPeriod"/>
              <a:defRPr sz="1467">
                <a:solidFill>
                  <a:schemeClr val="dk1"/>
                </a:solidFill>
                <a:latin typeface="Inter"/>
                <a:ea typeface="Inter"/>
                <a:cs typeface="Inter"/>
                <a:sym typeface="Inter"/>
              </a:defRPr>
            </a:lvl7pPr>
            <a:lvl8pPr marL="4876678" lvl="7"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8pPr>
            <a:lvl9pPr marL="5486263" lvl="8"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9pPr>
          </a:lstStyle>
          <a:p>
            <a:endParaRPr/>
          </a:p>
        </p:txBody>
      </p:sp>
      <p:sp>
        <p:nvSpPr>
          <p:cNvPr id="709" name="Google Shape;709;p71"/>
          <p:cNvSpPr txBox="1">
            <a:spLocks noGrp="1"/>
          </p:cNvSpPr>
          <p:nvPr>
            <p:ph type="body" idx="5"/>
          </p:nvPr>
        </p:nvSpPr>
        <p:spPr>
          <a:xfrm>
            <a:off x="8202449" y="3563763"/>
            <a:ext cx="3639200" cy="15488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dk1"/>
              </a:buClr>
              <a:buSzPct val="120000"/>
              <a:buFont typeface="Arial" panose="020B0604020202020204" pitchFamily="34" charset="0"/>
              <a:buNone/>
              <a:tabLst/>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2pPr>
            <a:lvl3pPr marL="1828754" lvl="2"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3pPr>
            <a:lvl4pPr marL="2438339" lvl="3"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4pPr>
            <a:lvl5pPr marL="3047924" lvl="4"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5pPr>
            <a:lvl6pPr marL="3657509" lvl="5"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6pPr>
            <a:lvl7pPr marL="4267093" lvl="6"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7pPr>
            <a:lvl8pPr marL="4876678" lvl="7"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8pPr>
            <a:lvl9pPr marL="5486263" lvl="8"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9pPr>
          </a:lstStyle>
          <a:p>
            <a:endParaRPr/>
          </a:p>
        </p:txBody>
      </p:sp>
      <p:sp>
        <p:nvSpPr>
          <p:cNvPr id="710" name="Google Shape;710;p71"/>
          <p:cNvSpPr txBox="1">
            <a:spLocks noGrp="1"/>
          </p:cNvSpPr>
          <p:nvPr>
            <p:ph type="title" idx="6"/>
          </p:nvPr>
        </p:nvSpPr>
        <p:spPr>
          <a:xfrm>
            <a:off x="3914900" y="3086101"/>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711" name="Google Shape;711;p71"/>
          <p:cNvSpPr txBox="1">
            <a:spLocks noGrp="1"/>
          </p:cNvSpPr>
          <p:nvPr>
            <p:ph type="title" idx="7"/>
          </p:nvPr>
        </p:nvSpPr>
        <p:spPr>
          <a:xfrm>
            <a:off x="8202449" y="3086101"/>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712" name="Google Shape;712;p71"/>
          <p:cNvSpPr txBox="1">
            <a:spLocks noGrp="1"/>
          </p:cNvSpPr>
          <p:nvPr>
            <p:ph type="title" idx="8"/>
          </p:nvPr>
        </p:nvSpPr>
        <p:spPr>
          <a:xfrm>
            <a:off x="8119285" y="5638063"/>
            <a:ext cx="38568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3" name="Google Shape;713;p71"/>
          <p:cNvSpPr txBox="1">
            <a:spLocks noGrp="1"/>
          </p:cNvSpPr>
          <p:nvPr>
            <p:ph type="title" idx="9"/>
          </p:nvPr>
        </p:nvSpPr>
        <p:spPr>
          <a:xfrm>
            <a:off x="8100949" y="6317263"/>
            <a:ext cx="17872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4" name="Google Shape;714;p71"/>
          <p:cNvSpPr txBox="1">
            <a:spLocks noGrp="1"/>
          </p:cNvSpPr>
          <p:nvPr>
            <p:ph type="title" idx="13"/>
          </p:nvPr>
        </p:nvSpPr>
        <p:spPr>
          <a:xfrm>
            <a:off x="10207211" y="6317263"/>
            <a:ext cx="17872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5" name="Google Shape;715;p71"/>
          <p:cNvSpPr>
            <a:spLocks noGrp="1"/>
          </p:cNvSpPr>
          <p:nvPr>
            <p:ph type="pic" idx="14"/>
          </p:nvPr>
        </p:nvSpPr>
        <p:spPr>
          <a:xfrm>
            <a:off x="0" y="-9967"/>
            <a:ext cx="3639200" cy="6858000"/>
          </a:xfrm>
          <a:prstGeom prst="rect">
            <a:avLst/>
          </a:prstGeom>
          <a:noFill/>
          <a:ln>
            <a:noFill/>
          </a:ln>
        </p:spPr>
      </p:sp>
    </p:spTree>
    <p:extLst>
      <p:ext uri="{BB962C8B-B14F-4D97-AF65-F5344CB8AC3E}">
        <p14:creationId xmlns:p14="http://schemas.microsoft.com/office/powerpoint/2010/main" val="24729965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01_TitleSlide_Blue" preserve="1">
  <p:cSld name="01_TitleSlide_Blue">
    <p:bg>
      <p:bgPr>
        <a:solidFill>
          <a:schemeClr val="tx1"/>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subTitle" idx="1"/>
          </p:nvPr>
        </p:nvSpPr>
        <p:spPr>
          <a:xfrm>
            <a:off x="638500" y="1160233"/>
            <a:ext cx="4542400" cy="28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FFFFFF"/>
              </a:buClr>
              <a:buSzPts val="1300"/>
              <a:buFont typeface="JetBrains Mono"/>
              <a:buNone/>
              <a:defRPr sz="1733">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2pPr>
            <a:lvl3pPr lvl="2"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3pPr>
            <a:lvl4pPr lvl="3"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4pPr>
            <a:lvl5pPr lvl="4"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5pPr>
            <a:lvl6pPr lvl="5"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6pPr>
            <a:lvl7pPr lvl="6"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7pPr>
            <a:lvl8pPr lvl="7"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8pPr>
            <a:lvl9pPr lvl="8" rtl="0">
              <a:spcBef>
                <a:spcPts val="0"/>
              </a:spcBef>
              <a:spcAft>
                <a:spcPts val="0"/>
              </a:spcAft>
              <a:buClr>
                <a:srgbClr val="FFFFFF"/>
              </a:buClr>
              <a:buSzPts val="1200"/>
              <a:buFont typeface="JetBrains Mono"/>
              <a:buNone/>
              <a:defRPr sz="1600">
                <a:solidFill>
                  <a:srgbClr val="00001E"/>
                </a:solidFill>
                <a:latin typeface="JetBrains Mono"/>
                <a:ea typeface="JetBrains Mono"/>
                <a:cs typeface="JetBrains Mono"/>
                <a:sym typeface="JetBrains Mono"/>
              </a:defRPr>
            </a:lvl9pPr>
          </a:lstStyle>
          <a:p>
            <a:endParaRPr/>
          </a:p>
        </p:txBody>
      </p:sp>
      <p:sp>
        <p:nvSpPr>
          <p:cNvPr id="8" name="Google Shape;8;p2"/>
          <p:cNvSpPr txBox="1">
            <a:spLocks noGrp="1"/>
          </p:cNvSpPr>
          <p:nvPr>
            <p:ph type="title"/>
          </p:nvPr>
        </p:nvSpPr>
        <p:spPr>
          <a:xfrm>
            <a:off x="638500" y="1803333"/>
            <a:ext cx="7152000" cy="29720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5400"/>
              <a:buFont typeface="Inter"/>
              <a:buNone/>
              <a:defRPr sz="72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pic>
        <p:nvPicPr>
          <p:cNvPr id="3" name="Graphic 2">
            <a:extLst>
              <a:ext uri="{FF2B5EF4-FFF2-40B4-BE49-F238E27FC236}">
                <a16:creationId xmlns:a16="http://schemas.microsoft.com/office/drawing/2014/main" id="{558AA2F5-FD4F-95AE-6AC7-A881A1E355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8501" y="5697767"/>
            <a:ext cx="1841009" cy="549987"/>
          </a:xfrm>
          <a:prstGeom prst="rect">
            <a:avLst/>
          </a:prstGeom>
        </p:spPr>
      </p:pic>
    </p:spTree>
    <p:extLst>
      <p:ext uri="{BB962C8B-B14F-4D97-AF65-F5344CB8AC3E}">
        <p14:creationId xmlns:p14="http://schemas.microsoft.com/office/powerpoint/2010/main" val="114161675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01_TitleSlide_Black 1" preserve="1">
  <p:cSld name="01_TitleSlide_Black 1">
    <p:bg>
      <p:bgPr>
        <a:solidFill>
          <a:schemeClr val="dk1"/>
        </a:solidFill>
        <a:effectLst/>
      </p:bgPr>
    </p:bg>
    <p:spTree>
      <p:nvGrpSpPr>
        <p:cNvPr id="1" name="Shape 19"/>
        <p:cNvGrpSpPr/>
        <p:nvPr/>
      </p:nvGrpSpPr>
      <p:grpSpPr>
        <a:xfrm>
          <a:off x="0" y="0"/>
          <a:ext cx="0" cy="0"/>
          <a:chOff x="0" y="0"/>
          <a:chExt cx="0" cy="0"/>
        </a:xfrm>
      </p:grpSpPr>
      <p:sp>
        <p:nvSpPr>
          <p:cNvPr id="21" name="Google Shape;21;p5"/>
          <p:cNvSpPr txBox="1">
            <a:spLocks noGrp="1"/>
          </p:cNvSpPr>
          <p:nvPr>
            <p:ph type="subTitle" idx="1"/>
          </p:nvPr>
        </p:nvSpPr>
        <p:spPr>
          <a:xfrm>
            <a:off x="638500" y="845600"/>
            <a:ext cx="4568800" cy="32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2pPr>
            <a:lvl3pPr lvl="2"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3pPr>
            <a:lvl4pPr lvl="3"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4pPr>
            <a:lvl5pPr lvl="4"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5pPr>
            <a:lvl6pPr lvl="5"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6pPr>
            <a:lvl7pPr lvl="6"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7pPr>
            <a:lvl8pPr lvl="7"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8pPr>
            <a:lvl9pPr lvl="8" rtl="0">
              <a:spcBef>
                <a:spcPts val="0"/>
              </a:spcBef>
              <a:spcAft>
                <a:spcPts val="0"/>
              </a:spcAft>
              <a:buClr>
                <a:srgbClr val="0099FF"/>
              </a:buClr>
              <a:buSzPts val="1300"/>
              <a:buFont typeface="JetBrains Mono"/>
              <a:buNone/>
              <a:defRPr sz="1733">
                <a:solidFill>
                  <a:srgbClr val="0099FF"/>
                </a:solidFill>
                <a:latin typeface="JetBrains Mono"/>
                <a:ea typeface="JetBrains Mono"/>
                <a:cs typeface="JetBrains Mono"/>
                <a:sym typeface="JetBrains Mono"/>
              </a:defRPr>
            </a:lvl9pPr>
          </a:lstStyle>
          <a:p>
            <a:endParaRPr/>
          </a:p>
        </p:txBody>
      </p:sp>
      <p:sp>
        <p:nvSpPr>
          <p:cNvPr id="22" name="Google Shape;22;p5"/>
          <p:cNvSpPr txBox="1">
            <a:spLocks noGrp="1"/>
          </p:cNvSpPr>
          <p:nvPr>
            <p:ph type="title"/>
          </p:nvPr>
        </p:nvSpPr>
        <p:spPr>
          <a:xfrm>
            <a:off x="638500" y="1312133"/>
            <a:ext cx="10801600" cy="203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5000"/>
              <a:buFont typeface="Inter"/>
              <a:buNone/>
              <a:defRPr sz="6667"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2pPr>
            <a:lvl3pPr lvl="2"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3pPr>
            <a:lvl4pPr lvl="3"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4pPr>
            <a:lvl5pPr lvl="4"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5pPr>
            <a:lvl6pPr lvl="5"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6pPr>
            <a:lvl7pPr lvl="6"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7pPr>
            <a:lvl8pPr lvl="7"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8pPr>
            <a:lvl9pPr lvl="8" rtl="0">
              <a:spcBef>
                <a:spcPts val="0"/>
              </a:spcBef>
              <a:spcAft>
                <a:spcPts val="0"/>
              </a:spcAft>
              <a:buClr>
                <a:schemeClr val="lt1"/>
              </a:buClr>
              <a:buSzPts val="3600"/>
              <a:buFont typeface="DM Sans"/>
              <a:buNone/>
              <a:defRPr sz="4800" b="1">
                <a:solidFill>
                  <a:schemeClr val="lt1"/>
                </a:solidFill>
                <a:latin typeface="DM Sans"/>
                <a:ea typeface="DM Sans"/>
                <a:cs typeface="DM Sans"/>
                <a:sym typeface="DM Sans"/>
              </a:defRPr>
            </a:lvl9pPr>
          </a:lstStyle>
          <a:p>
            <a:endParaRPr/>
          </a:p>
        </p:txBody>
      </p:sp>
      <p:pic>
        <p:nvPicPr>
          <p:cNvPr id="2" name="Graphic 1">
            <a:extLst>
              <a:ext uri="{FF2B5EF4-FFF2-40B4-BE49-F238E27FC236}">
                <a16:creationId xmlns:a16="http://schemas.microsoft.com/office/drawing/2014/main" id="{636CD7C8-327E-5F0A-F7F0-227A7769A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8501" y="4160016"/>
            <a:ext cx="1841009" cy="549987"/>
          </a:xfrm>
          <a:prstGeom prst="rect">
            <a:avLst/>
          </a:prstGeom>
        </p:spPr>
      </p:pic>
      <p:pic>
        <p:nvPicPr>
          <p:cNvPr id="6" name="Picture 5" descr="A black grid with blue and pink squares&#10;&#10;AI-generated content may be incorrect.">
            <a:extLst>
              <a:ext uri="{FF2B5EF4-FFF2-40B4-BE49-F238E27FC236}">
                <a16:creationId xmlns:a16="http://schemas.microsoft.com/office/drawing/2014/main" id="{2E0592F6-6538-A264-2200-99E1F1B59053}"/>
              </a:ext>
            </a:extLst>
          </p:cNvPr>
          <p:cNvPicPr>
            <a:picLocks noChangeAspect="1"/>
          </p:cNvPicPr>
          <p:nvPr userDrawn="1"/>
        </p:nvPicPr>
        <p:blipFill>
          <a:blip r:embed="rId3"/>
          <a:srcRect l="4117" r="5354" b="84382"/>
          <a:stretch>
            <a:fillRect/>
          </a:stretch>
        </p:blipFill>
        <p:spPr>
          <a:xfrm>
            <a:off x="1" y="5116182"/>
            <a:ext cx="12192000" cy="1792436"/>
          </a:xfrm>
          <a:prstGeom prst="rect">
            <a:avLst/>
          </a:prstGeom>
        </p:spPr>
      </p:pic>
    </p:spTree>
    <p:extLst>
      <p:ext uri="{BB962C8B-B14F-4D97-AF65-F5344CB8AC3E}">
        <p14:creationId xmlns:p14="http://schemas.microsoft.com/office/powerpoint/2010/main" val="183139481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01_TitleSlide_Blue2" preserve="1">
  <p:cSld name="01_TitleSlide_Blue2">
    <p:bg>
      <p:bgPr>
        <a:solidFill>
          <a:schemeClr val="tx1"/>
        </a:solidFill>
        <a:effectLst/>
      </p:bgPr>
    </p:bg>
    <p:spTree>
      <p:nvGrpSpPr>
        <p:cNvPr id="1" name="Shape 24"/>
        <p:cNvGrpSpPr/>
        <p:nvPr/>
      </p:nvGrpSpPr>
      <p:grpSpPr>
        <a:xfrm>
          <a:off x="0" y="0"/>
          <a:ext cx="0" cy="0"/>
          <a:chOff x="0" y="0"/>
          <a:chExt cx="0" cy="0"/>
        </a:xfrm>
      </p:grpSpPr>
      <p:sp>
        <p:nvSpPr>
          <p:cNvPr id="26" name="Google Shape;26;p6"/>
          <p:cNvSpPr txBox="1">
            <a:spLocks noGrp="1"/>
          </p:cNvSpPr>
          <p:nvPr>
            <p:ph type="title"/>
          </p:nvPr>
        </p:nvSpPr>
        <p:spPr>
          <a:xfrm>
            <a:off x="602237" y="1638367"/>
            <a:ext cx="7152000" cy="22532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4500"/>
              <a:buFont typeface="Inter"/>
              <a:buNone/>
              <a:defRPr sz="6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27" name="Google Shape;27;p6"/>
          <p:cNvSpPr txBox="1">
            <a:spLocks noGrp="1"/>
          </p:cNvSpPr>
          <p:nvPr>
            <p:ph type="body" idx="1"/>
          </p:nvPr>
        </p:nvSpPr>
        <p:spPr>
          <a:xfrm>
            <a:off x="558636" y="3891704"/>
            <a:ext cx="7142800" cy="16364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lt1"/>
              </a:buClr>
              <a:buSzPct val="110000"/>
              <a:buFont typeface="Arial" panose="020B0604020202020204" pitchFamily="34" charset="0"/>
              <a:buNone/>
              <a:defRPr sz="2400">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2pPr>
            <a:lvl3pPr marL="1828754" lvl="2"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3pPr>
            <a:lvl4pPr marL="2438339" lvl="3"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4pPr>
            <a:lvl5pPr marL="3047924" lvl="4"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5pPr>
            <a:lvl6pPr marL="3657509" lvl="5"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6pPr>
            <a:lvl7pPr marL="4267093" lvl="6"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7pPr>
            <a:lvl8pPr marL="4876678" lvl="7"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8pPr>
            <a:lvl9pPr marL="5486263" lvl="8"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9pPr>
          </a:lstStyle>
          <a:p>
            <a:endParaRPr/>
          </a:p>
        </p:txBody>
      </p:sp>
      <p:pic>
        <p:nvPicPr>
          <p:cNvPr id="2" name="Graphic 1">
            <a:extLst>
              <a:ext uri="{FF2B5EF4-FFF2-40B4-BE49-F238E27FC236}">
                <a16:creationId xmlns:a16="http://schemas.microsoft.com/office/drawing/2014/main" id="{2C28AC13-3577-7555-582A-47728E9E2E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2238" y="670092"/>
            <a:ext cx="1891956" cy="565207"/>
          </a:xfrm>
          <a:prstGeom prst="rect">
            <a:avLst/>
          </a:prstGeom>
        </p:spPr>
      </p:pic>
      <p:pic>
        <p:nvPicPr>
          <p:cNvPr id="3" name="Picture 2" descr="A black grid with blue and pink squares&#10;&#10;AI-generated content may be incorrect.">
            <a:extLst>
              <a:ext uri="{FF2B5EF4-FFF2-40B4-BE49-F238E27FC236}">
                <a16:creationId xmlns:a16="http://schemas.microsoft.com/office/drawing/2014/main" id="{34DCD09B-3ED7-480A-7CD2-7322E635C89C}"/>
              </a:ext>
            </a:extLst>
          </p:cNvPr>
          <p:cNvPicPr>
            <a:picLocks noChangeAspect="1"/>
          </p:cNvPicPr>
          <p:nvPr userDrawn="1"/>
        </p:nvPicPr>
        <p:blipFill>
          <a:blip r:embed="rId3"/>
          <a:srcRect l="4054" t="22275" r="5418" b="62107"/>
          <a:stretch>
            <a:fillRect/>
          </a:stretch>
        </p:blipFill>
        <p:spPr>
          <a:xfrm>
            <a:off x="1" y="5116182"/>
            <a:ext cx="12192000" cy="1792436"/>
          </a:xfrm>
          <a:prstGeom prst="rect">
            <a:avLst/>
          </a:prstGeom>
        </p:spPr>
      </p:pic>
    </p:spTree>
    <p:extLst>
      <p:ext uri="{BB962C8B-B14F-4D97-AF65-F5344CB8AC3E}">
        <p14:creationId xmlns:p14="http://schemas.microsoft.com/office/powerpoint/2010/main" val="2742400336"/>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01_TitleSlide_Black2" preserve="1" userDrawn="1">
  <p:cSld name="01_TitleSlide_Black2">
    <p:bg>
      <p:bgPr>
        <a:solidFill>
          <a:schemeClr val="dk1"/>
        </a:solidFill>
        <a:effectLst/>
      </p:bgPr>
    </p:bg>
    <p:spTree>
      <p:nvGrpSpPr>
        <p:cNvPr id="1" name="Shape 29"/>
        <p:cNvGrpSpPr/>
        <p:nvPr/>
      </p:nvGrpSpPr>
      <p:grpSpPr>
        <a:xfrm>
          <a:off x="0" y="0"/>
          <a:ext cx="0" cy="0"/>
          <a:chOff x="0" y="0"/>
          <a:chExt cx="0" cy="0"/>
        </a:xfrm>
      </p:grpSpPr>
      <p:sp>
        <p:nvSpPr>
          <p:cNvPr id="31" name="Google Shape;31;p7"/>
          <p:cNvSpPr txBox="1">
            <a:spLocks noGrp="1"/>
          </p:cNvSpPr>
          <p:nvPr>
            <p:ph type="title"/>
          </p:nvPr>
        </p:nvSpPr>
        <p:spPr>
          <a:xfrm>
            <a:off x="602237" y="1638367"/>
            <a:ext cx="7152000" cy="22532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1"/>
              </a:buClr>
              <a:buSzPts val="4500"/>
              <a:buFont typeface="Inter"/>
              <a:buNone/>
              <a:defRPr sz="6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2" name="Google Shape;27;p6">
            <a:extLst>
              <a:ext uri="{FF2B5EF4-FFF2-40B4-BE49-F238E27FC236}">
                <a16:creationId xmlns:a16="http://schemas.microsoft.com/office/drawing/2014/main" id="{9234CE04-3F00-9581-BBED-882ADF136F4D}"/>
              </a:ext>
            </a:extLst>
          </p:cNvPr>
          <p:cNvSpPr txBox="1">
            <a:spLocks noGrp="1"/>
          </p:cNvSpPr>
          <p:nvPr>
            <p:ph type="body" idx="1"/>
          </p:nvPr>
        </p:nvSpPr>
        <p:spPr>
          <a:xfrm>
            <a:off x="558636" y="3891704"/>
            <a:ext cx="7142800" cy="16364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lt1"/>
              </a:buClr>
              <a:buSzPct val="110000"/>
              <a:buFont typeface="Arial" panose="020B0604020202020204" pitchFamily="34" charset="0"/>
              <a:buNone/>
              <a:defRPr sz="2400">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2pPr>
            <a:lvl3pPr marL="1828754" lvl="2"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3pPr>
            <a:lvl4pPr marL="2438339" lvl="3"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4pPr>
            <a:lvl5pPr marL="3047924" lvl="4"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5pPr>
            <a:lvl6pPr marL="3657509" lvl="5"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6pPr>
            <a:lvl7pPr marL="4267093" lvl="6"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7pPr>
            <a:lvl8pPr marL="4876678" lvl="7"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8pPr>
            <a:lvl9pPr marL="5486263" lvl="8" indent="-457189" rtl="0">
              <a:spcBef>
                <a:spcPts val="0"/>
              </a:spcBef>
              <a:spcAft>
                <a:spcPts val="0"/>
              </a:spcAft>
              <a:buClr>
                <a:schemeClr val="lt1"/>
              </a:buClr>
              <a:buSzPts val="1800"/>
              <a:buFont typeface="Inter"/>
              <a:buChar char="■"/>
              <a:defRPr sz="2400">
                <a:solidFill>
                  <a:schemeClr val="lt1"/>
                </a:solidFill>
                <a:latin typeface="Inter"/>
                <a:ea typeface="Inter"/>
                <a:cs typeface="Inter"/>
                <a:sym typeface="Inter"/>
              </a:defRPr>
            </a:lvl9pPr>
          </a:lstStyle>
          <a:p>
            <a:endParaRPr/>
          </a:p>
        </p:txBody>
      </p:sp>
      <p:pic>
        <p:nvPicPr>
          <p:cNvPr id="4" name="Picture 3" descr="A black grid with blue and pink squares&#10;&#10;AI-generated content may be incorrect.">
            <a:extLst>
              <a:ext uri="{FF2B5EF4-FFF2-40B4-BE49-F238E27FC236}">
                <a16:creationId xmlns:a16="http://schemas.microsoft.com/office/drawing/2014/main" id="{148E2C95-8F92-25CF-FC6D-2520B3C576D9}"/>
              </a:ext>
            </a:extLst>
          </p:cNvPr>
          <p:cNvPicPr>
            <a:picLocks noChangeAspect="1"/>
          </p:cNvPicPr>
          <p:nvPr userDrawn="1"/>
        </p:nvPicPr>
        <p:blipFill>
          <a:blip r:embed="rId2"/>
          <a:srcRect l="4117" r="5354" b="84382"/>
          <a:stretch>
            <a:fillRect/>
          </a:stretch>
        </p:blipFill>
        <p:spPr>
          <a:xfrm>
            <a:off x="1" y="5116182"/>
            <a:ext cx="12192000" cy="1792436"/>
          </a:xfrm>
          <a:prstGeom prst="rect">
            <a:avLst/>
          </a:prstGeom>
        </p:spPr>
      </p:pic>
      <p:pic>
        <p:nvPicPr>
          <p:cNvPr id="5" name="Graphic 4">
            <a:extLst>
              <a:ext uri="{FF2B5EF4-FFF2-40B4-BE49-F238E27FC236}">
                <a16:creationId xmlns:a16="http://schemas.microsoft.com/office/drawing/2014/main" id="{9E235D16-DA19-F83B-7FDF-DD7F21151A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2238" y="670092"/>
            <a:ext cx="1891956" cy="565207"/>
          </a:xfrm>
          <a:prstGeom prst="rect">
            <a:avLst/>
          </a:prstGeom>
        </p:spPr>
      </p:pic>
    </p:spTree>
    <p:extLst>
      <p:ext uri="{BB962C8B-B14F-4D97-AF65-F5344CB8AC3E}">
        <p14:creationId xmlns:p14="http://schemas.microsoft.com/office/powerpoint/2010/main" val="174916585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05_SpeakerSlide_Blue" preserve="1">
  <p:cSld name="05_SpeakerSlide_Blue">
    <p:bg>
      <p:bgPr>
        <a:solidFill>
          <a:schemeClr val="tx1"/>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38867" y="963500"/>
            <a:ext cx="5770400" cy="19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36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36" name="Google Shape;36;p8"/>
          <p:cNvSpPr txBox="1">
            <a:spLocks noGrp="1"/>
          </p:cNvSpPr>
          <p:nvPr>
            <p:ph type="subTitle" idx="1"/>
          </p:nvPr>
        </p:nvSpPr>
        <p:spPr>
          <a:xfrm>
            <a:off x="438871" y="457200"/>
            <a:ext cx="5152400" cy="4668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a:spcBef>
                <a:spcPts val="0"/>
              </a:spcBef>
              <a:spcAft>
                <a:spcPts val="0"/>
              </a:spcAft>
              <a:buClr>
                <a:srgbClr val="0099FF"/>
              </a:buClr>
              <a:buSzPts val="1300"/>
              <a:buNone/>
              <a:defRPr sz="1733">
                <a:solidFill>
                  <a:srgbClr val="0099FF"/>
                </a:solidFill>
              </a:defRPr>
            </a:lvl2pPr>
            <a:lvl3pPr lvl="2">
              <a:spcBef>
                <a:spcPts val="0"/>
              </a:spcBef>
              <a:spcAft>
                <a:spcPts val="0"/>
              </a:spcAft>
              <a:buClr>
                <a:srgbClr val="0099FF"/>
              </a:buClr>
              <a:buSzPts val="1300"/>
              <a:buNone/>
              <a:defRPr sz="1733">
                <a:solidFill>
                  <a:srgbClr val="0099FF"/>
                </a:solidFill>
              </a:defRPr>
            </a:lvl3pPr>
            <a:lvl4pPr lvl="3">
              <a:spcBef>
                <a:spcPts val="0"/>
              </a:spcBef>
              <a:spcAft>
                <a:spcPts val="0"/>
              </a:spcAft>
              <a:buClr>
                <a:srgbClr val="0099FF"/>
              </a:buClr>
              <a:buSzPts val="1300"/>
              <a:buNone/>
              <a:defRPr sz="1733">
                <a:solidFill>
                  <a:srgbClr val="0099FF"/>
                </a:solidFill>
              </a:defRPr>
            </a:lvl4pPr>
            <a:lvl5pPr lvl="4">
              <a:spcBef>
                <a:spcPts val="0"/>
              </a:spcBef>
              <a:spcAft>
                <a:spcPts val="0"/>
              </a:spcAft>
              <a:buClr>
                <a:srgbClr val="0099FF"/>
              </a:buClr>
              <a:buSzPts val="1300"/>
              <a:buNone/>
              <a:defRPr sz="1733">
                <a:solidFill>
                  <a:srgbClr val="0099FF"/>
                </a:solidFill>
              </a:defRPr>
            </a:lvl5pPr>
            <a:lvl6pPr lvl="5">
              <a:spcBef>
                <a:spcPts val="0"/>
              </a:spcBef>
              <a:spcAft>
                <a:spcPts val="0"/>
              </a:spcAft>
              <a:buClr>
                <a:srgbClr val="0099FF"/>
              </a:buClr>
              <a:buSzPts val="1300"/>
              <a:buNone/>
              <a:defRPr sz="1733">
                <a:solidFill>
                  <a:srgbClr val="0099FF"/>
                </a:solidFill>
              </a:defRPr>
            </a:lvl6pPr>
            <a:lvl7pPr lvl="6">
              <a:spcBef>
                <a:spcPts val="0"/>
              </a:spcBef>
              <a:spcAft>
                <a:spcPts val="0"/>
              </a:spcAft>
              <a:buClr>
                <a:srgbClr val="0099FF"/>
              </a:buClr>
              <a:buSzPts val="1300"/>
              <a:buNone/>
              <a:defRPr sz="1733">
                <a:solidFill>
                  <a:srgbClr val="0099FF"/>
                </a:solidFill>
              </a:defRPr>
            </a:lvl7pPr>
            <a:lvl8pPr lvl="7">
              <a:spcBef>
                <a:spcPts val="0"/>
              </a:spcBef>
              <a:spcAft>
                <a:spcPts val="0"/>
              </a:spcAft>
              <a:buClr>
                <a:srgbClr val="0099FF"/>
              </a:buClr>
              <a:buSzPts val="1300"/>
              <a:buNone/>
              <a:defRPr sz="1733">
                <a:solidFill>
                  <a:srgbClr val="0099FF"/>
                </a:solidFill>
              </a:defRPr>
            </a:lvl8pPr>
            <a:lvl9pPr lvl="8">
              <a:spcBef>
                <a:spcPts val="0"/>
              </a:spcBef>
              <a:spcAft>
                <a:spcPts val="0"/>
              </a:spcAft>
              <a:buClr>
                <a:srgbClr val="0099FF"/>
              </a:buClr>
              <a:buSzPts val="1300"/>
              <a:buNone/>
              <a:defRPr sz="1733">
                <a:solidFill>
                  <a:srgbClr val="0099FF"/>
                </a:solidFill>
              </a:defRPr>
            </a:lvl9pPr>
          </a:lstStyle>
          <a:p>
            <a:endParaRPr/>
          </a:p>
        </p:txBody>
      </p:sp>
      <p:sp>
        <p:nvSpPr>
          <p:cNvPr id="38" name="Google Shape;38;p8"/>
          <p:cNvSpPr txBox="1">
            <a:spLocks noGrp="1"/>
          </p:cNvSpPr>
          <p:nvPr>
            <p:ph type="subTitle" idx="2"/>
          </p:nvPr>
        </p:nvSpPr>
        <p:spPr>
          <a:xfrm>
            <a:off x="8094433" y="2431933"/>
            <a:ext cx="2656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39" name="Google Shape;39;p8"/>
          <p:cNvSpPr txBox="1">
            <a:spLocks noGrp="1"/>
          </p:cNvSpPr>
          <p:nvPr>
            <p:ph type="subTitle" idx="3"/>
          </p:nvPr>
        </p:nvSpPr>
        <p:spPr>
          <a:xfrm>
            <a:off x="8094445" y="27971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40" name="Google Shape;40;p8"/>
          <p:cNvSpPr>
            <a:spLocks noGrp="1"/>
          </p:cNvSpPr>
          <p:nvPr>
            <p:ph type="pic" idx="4"/>
          </p:nvPr>
        </p:nvSpPr>
        <p:spPr>
          <a:xfrm>
            <a:off x="8094437" y="963487"/>
            <a:ext cx="1168000" cy="1168000"/>
          </a:xfrm>
          <a:prstGeom prst="roundRect">
            <a:avLst>
              <a:gd name="adj" fmla="val 6361"/>
            </a:avLst>
          </a:prstGeom>
          <a:noFill/>
          <a:ln>
            <a:noFill/>
          </a:ln>
        </p:spPr>
        <p:txBody>
          <a:bodyPr/>
          <a:lstStyle/>
          <a:p>
            <a:endParaRPr lang="en-US"/>
          </a:p>
        </p:txBody>
      </p:sp>
      <p:sp>
        <p:nvSpPr>
          <p:cNvPr id="41" name="Google Shape;41;p8"/>
          <p:cNvSpPr txBox="1">
            <a:spLocks noGrp="1"/>
          </p:cNvSpPr>
          <p:nvPr>
            <p:ph type="subTitle" idx="5"/>
          </p:nvPr>
        </p:nvSpPr>
        <p:spPr>
          <a:xfrm>
            <a:off x="8094433" y="5227033"/>
            <a:ext cx="2706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42" name="Google Shape;42;p8"/>
          <p:cNvSpPr txBox="1">
            <a:spLocks noGrp="1"/>
          </p:cNvSpPr>
          <p:nvPr>
            <p:ph type="subTitle" idx="6"/>
          </p:nvPr>
        </p:nvSpPr>
        <p:spPr>
          <a:xfrm>
            <a:off x="8094445" y="55922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43" name="Google Shape;43;p8"/>
          <p:cNvSpPr>
            <a:spLocks noGrp="1"/>
          </p:cNvSpPr>
          <p:nvPr>
            <p:ph type="pic" idx="7"/>
          </p:nvPr>
        </p:nvSpPr>
        <p:spPr>
          <a:xfrm>
            <a:off x="8094437" y="3758587"/>
            <a:ext cx="1168000" cy="1168000"/>
          </a:xfrm>
          <a:prstGeom prst="roundRect">
            <a:avLst>
              <a:gd name="adj" fmla="val 6361"/>
            </a:avLst>
          </a:prstGeom>
          <a:noFill/>
          <a:ln>
            <a:noFill/>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5" name="Footer Placeholder 3">
            <a:extLst>
              <a:ext uri="{FF2B5EF4-FFF2-40B4-BE49-F238E27FC236}">
                <a16:creationId xmlns:a16="http://schemas.microsoft.com/office/drawing/2014/main" id="{05B95795-7C29-F017-9AC2-8F4E8BBD2879}"/>
              </a:ext>
            </a:extLst>
          </p:cNvPr>
          <p:cNvSpPr txBox="1">
            <a:spLocks/>
          </p:cNvSpPr>
          <p:nvPr userDrawn="1"/>
        </p:nvSpPr>
        <p:spPr>
          <a:xfrm>
            <a:off x="9591164" y="6405790"/>
            <a:ext cx="2338433" cy="17280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186FABB7-CE29-173E-772F-E7CDAEB51B2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22188723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Custom Layout 1" preserve="1">
  <p:cSld name="Custom Layout 1">
    <p:bg>
      <p:bgPr>
        <a:solidFill>
          <a:schemeClr val="tx1"/>
        </a:solidFill>
        <a:effectLst/>
      </p:bgPr>
    </p:bg>
    <p:spTree>
      <p:nvGrpSpPr>
        <p:cNvPr id="1" name="Shape 45"/>
        <p:cNvGrpSpPr/>
        <p:nvPr/>
      </p:nvGrpSpPr>
      <p:grpSpPr>
        <a:xfrm>
          <a:off x="0" y="0"/>
          <a:ext cx="0" cy="0"/>
          <a:chOff x="0" y="0"/>
          <a:chExt cx="0" cy="0"/>
        </a:xfrm>
      </p:grpSpPr>
      <p:sp>
        <p:nvSpPr>
          <p:cNvPr id="46" name="Google Shape;46;p9"/>
          <p:cNvSpPr>
            <a:spLocks noGrp="1"/>
          </p:cNvSpPr>
          <p:nvPr>
            <p:ph type="pic" idx="2"/>
          </p:nvPr>
        </p:nvSpPr>
        <p:spPr>
          <a:xfrm>
            <a:off x="77301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47" name="Google Shape;47;p9"/>
          <p:cNvSpPr>
            <a:spLocks noGrp="1"/>
          </p:cNvSpPr>
          <p:nvPr>
            <p:ph type="pic" idx="3"/>
          </p:nvPr>
        </p:nvSpPr>
        <p:spPr>
          <a:xfrm>
            <a:off x="41189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48" name="Google Shape;48;p9"/>
          <p:cNvSpPr txBox="1">
            <a:spLocks noGrp="1"/>
          </p:cNvSpPr>
          <p:nvPr>
            <p:ph type="title"/>
          </p:nvPr>
        </p:nvSpPr>
        <p:spPr>
          <a:xfrm>
            <a:off x="438871" y="963512"/>
            <a:ext cx="7152000" cy="19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36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2pPr>
            <a:lvl3pPr lvl="2"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3pPr>
            <a:lvl4pPr lvl="3"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4pPr>
            <a:lvl5pPr lvl="4"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5pPr>
            <a:lvl6pPr lvl="5"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6pPr>
            <a:lvl7pPr lvl="6"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7pPr>
            <a:lvl8pPr lvl="7"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8pPr>
            <a:lvl9pPr lvl="8" algn="ctr" rtl="0">
              <a:spcBef>
                <a:spcPts val="0"/>
              </a:spcBef>
              <a:spcAft>
                <a:spcPts val="0"/>
              </a:spcAft>
              <a:buClr>
                <a:schemeClr val="accent1"/>
              </a:buClr>
              <a:buSzPts val="3600"/>
              <a:buFont typeface="Inter"/>
              <a:buNone/>
              <a:defRPr sz="4800" b="1">
                <a:solidFill>
                  <a:schemeClr val="accent1"/>
                </a:solidFill>
                <a:latin typeface="Inter"/>
                <a:ea typeface="Inter"/>
                <a:cs typeface="Inter"/>
                <a:sym typeface="Inter"/>
              </a:defRPr>
            </a:lvl9pPr>
          </a:lstStyle>
          <a:p>
            <a:endParaRPr/>
          </a:p>
        </p:txBody>
      </p:sp>
      <p:sp>
        <p:nvSpPr>
          <p:cNvPr id="49" name="Google Shape;49;p9"/>
          <p:cNvSpPr txBox="1">
            <a:spLocks noGrp="1"/>
          </p:cNvSpPr>
          <p:nvPr>
            <p:ph type="subTitle" idx="1"/>
          </p:nvPr>
        </p:nvSpPr>
        <p:spPr>
          <a:xfrm>
            <a:off x="438871" y="457200"/>
            <a:ext cx="5152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300"/>
              <a:buFont typeface="JetBrains Mono"/>
              <a:buNone/>
              <a:defRPr sz="1733"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None/>
              <a:defRPr sz="1733" b="1">
                <a:solidFill>
                  <a:srgbClr val="0099FF"/>
                </a:solidFill>
              </a:defRPr>
            </a:lvl2pPr>
            <a:lvl3pPr lvl="2" rtl="0">
              <a:spcBef>
                <a:spcPts val="0"/>
              </a:spcBef>
              <a:spcAft>
                <a:spcPts val="0"/>
              </a:spcAft>
              <a:buClr>
                <a:srgbClr val="0099FF"/>
              </a:buClr>
              <a:buSzPts val="1300"/>
              <a:buNone/>
              <a:defRPr sz="1733" b="1">
                <a:solidFill>
                  <a:srgbClr val="0099FF"/>
                </a:solidFill>
              </a:defRPr>
            </a:lvl3pPr>
            <a:lvl4pPr lvl="3" rtl="0">
              <a:spcBef>
                <a:spcPts val="0"/>
              </a:spcBef>
              <a:spcAft>
                <a:spcPts val="0"/>
              </a:spcAft>
              <a:buClr>
                <a:srgbClr val="0099FF"/>
              </a:buClr>
              <a:buSzPts val="1300"/>
              <a:buNone/>
              <a:defRPr sz="1733" b="1">
                <a:solidFill>
                  <a:srgbClr val="0099FF"/>
                </a:solidFill>
              </a:defRPr>
            </a:lvl4pPr>
            <a:lvl5pPr lvl="4" rtl="0">
              <a:spcBef>
                <a:spcPts val="0"/>
              </a:spcBef>
              <a:spcAft>
                <a:spcPts val="0"/>
              </a:spcAft>
              <a:buClr>
                <a:srgbClr val="0099FF"/>
              </a:buClr>
              <a:buSzPts val="1300"/>
              <a:buNone/>
              <a:defRPr sz="1733" b="1">
                <a:solidFill>
                  <a:srgbClr val="0099FF"/>
                </a:solidFill>
              </a:defRPr>
            </a:lvl5pPr>
            <a:lvl6pPr lvl="5" rtl="0">
              <a:spcBef>
                <a:spcPts val="0"/>
              </a:spcBef>
              <a:spcAft>
                <a:spcPts val="0"/>
              </a:spcAft>
              <a:buClr>
                <a:srgbClr val="0099FF"/>
              </a:buClr>
              <a:buSzPts val="1300"/>
              <a:buNone/>
              <a:defRPr sz="1733" b="1">
                <a:solidFill>
                  <a:srgbClr val="0099FF"/>
                </a:solidFill>
              </a:defRPr>
            </a:lvl6pPr>
            <a:lvl7pPr lvl="6" rtl="0">
              <a:spcBef>
                <a:spcPts val="0"/>
              </a:spcBef>
              <a:spcAft>
                <a:spcPts val="0"/>
              </a:spcAft>
              <a:buClr>
                <a:srgbClr val="0099FF"/>
              </a:buClr>
              <a:buSzPts val="1300"/>
              <a:buNone/>
              <a:defRPr sz="1733" b="1">
                <a:solidFill>
                  <a:srgbClr val="0099FF"/>
                </a:solidFill>
              </a:defRPr>
            </a:lvl7pPr>
            <a:lvl8pPr lvl="7" rtl="0">
              <a:spcBef>
                <a:spcPts val="0"/>
              </a:spcBef>
              <a:spcAft>
                <a:spcPts val="0"/>
              </a:spcAft>
              <a:buClr>
                <a:srgbClr val="0099FF"/>
              </a:buClr>
              <a:buSzPts val="1300"/>
              <a:buNone/>
              <a:defRPr sz="1733" b="1">
                <a:solidFill>
                  <a:srgbClr val="0099FF"/>
                </a:solidFill>
              </a:defRPr>
            </a:lvl8pPr>
            <a:lvl9pPr lvl="8" rtl="0">
              <a:spcBef>
                <a:spcPts val="0"/>
              </a:spcBef>
              <a:spcAft>
                <a:spcPts val="0"/>
              </a:spcAft>
              <a:buClr>
                <a:srgbClr val="0099FF"/>
              </a:buClr>
              <a:buSzPts val="1300"/>
              <a:buNone/>
              <a:defRPr sz="1733" b="1">
                <a:solidFill>
                  <a:srgbClr val="0099FF"/>
                </a:solidFill>
              </a:defRPr>
            </a:lvl9pPr>
          </a:lstStyle>
          <a:p>
            <a:endParaRPr/>
          </a:p>
        </p:txBody>
      </p:sp>
      <p:sp>
        <p:nvSpPr>
          <p:cNvPr id="50" name="Google Shape;50;p9"/>
          <p:cNvSpPr txBox="1">
            <a:spLocks noGrp="1"/>
          </p:cNvSpPr>
          <p:nvPr>
            <p:ph type="subTitle" idx="4"/>
          </p:nvPr>
        </p:nvSpPr>
        <p:spPr>
          <a:xfrm>
            <a:off x="5077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1" name="Google Shape;51;p9"/>
          <p:cNvSpPr txBox="1">
            <a:spLocks noGrp="1"/>
          </p:cNvSpPr>
          <p:nvPr>
            <p:ph type="subTitle" idx="5"/>
          </p:nvPr>
        </p:nvSpPr>
        <p:spPr>
          <a:xfrm>
            <a:off x="5077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52" name="Google Shape;52;p9"/>
          <p:cNvSpPr>
            <a:spLocks noGrp="1"/>
          </p:cNvSpPr>
          <p:nvPr>
            <p:ph type="pic" idx="6"/>
          </p:nvPr>
        </p:nvSpPr>
        <p:spPr>
          <a:xfrm>
            <a:off x="507704" y="3071753"/>
            <a:ext cx="1168000" cy="1168000"/>
          </a:xfrm>
          <a:prstGeom prst="roundRect">
            <a:avLst>
              <a:gd name="adj" fmla="val 6361"/>
            </a:avLst>
          </a:prstGeom>
          <a:noFill/>
          <a:ln w="9525" cap="flat" cmpd="sng">
            <a:solidFill>
              <a:schemeClr val="accent2"/>
            </a:solidFill>
            <a:prstDash val="solid"/>
            <a:round/>
            <a:headEnd type="none" w="sm" len="sm"/>
            <a:tailEnd type="none" w="sm" len="sm"/>
          </a:ln>
        </p:spPr>
        <p:txBody>
          <a:bodyPr/>
          <a:lstStyle/>
          <a:p>
            <a:endParaRPr lang="en-US"/>
          </a:p>
        </p:txBody>
      </p:sp>
      <p:sp>
        <p:nvSpPr>
          <p:cNvPr id="53" name="Google Shape;53;p9"/>
          <p:cNvSpPr txBox="1">
            <a:spLocks noGrp="1"/>
          </p:cNvSpPr>
          <p:nvPr>
            <p:ph type="subTitle" idx="7"/>
          </p:nvPr>
        </p:nvSpPr>
        <p:spPr>
          <a:xfrm>
            <a:off x="41189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4" name="Google Shape;54;p9"/>
          <p:cNvSpPr txBox="1">
            <a:spLocks noGrp="1"/>
          </p:cNvSpPr>
          <p:nvPr>
            <p:ph type="subTitle" idx="8"/>
          </p:nvPr>
        </p:nvSpPr>
        <p:spPr>
          <a:xfrm>
            <a:off x="41189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55" name="Google Shape;55;p9"/>
          <p:cNvSpPr txBox="1">
            <a:spLocks noGrp="1"/>
          </p:cNvSpPr>
          <p:nvPr>
            <p:ph type="subTitle" idx="9"/>
          </p:nvPr>
        </p:nvSpPr>
        <p:spPr>
          <a:xfrm>
            <a:off x="7730100" y="4438600"/>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600"/>
              <a:buFont typeface="Inter Medium"/>
              <a:buNone/>
              <a:defRPr sz="2133">
                <a:solidFill>
                  <a:schemeClr val="bg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2pPr>
            <a:lvl3pPr lvl="2"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3pPr>
            <a:lvl4pPr lvl="3"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4pPr>
            <a:lvl5pPr lvl="4"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5pPr>
            <a:lvl6pPr lvl="5"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6pPr>
            <a:lvl7pPr lvl="6"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7pPr>
            <a:lvl8pPr lvl="7"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8pPr>
            <a:lvl9pPr lvl="8" rtl="0">
              <a:spcBef>
                <a:spcPts val="0"/>
              </a:spcBef>
              <a:spcAft>
                <a:spcPts val="0"/>
              </a:spcAft>
              <a:buClr>
                <a:schemeClr val="accent1"/>
              </a:buClr>
              <a:buSzPts val="1600"/>
              <a:buFont typeface="Inter Medium"/>
              <a:buNone/>
              <a:defRPr sz="2133">
                <a:solidFill>
                  <a:schemeClr val="accent1"/>
                </a:solidFill>
                <a:latin typeface="Inter Medium"/>
                <a:ea typeface="Inter Medium"/>
                <a:cs typeface="Inter Medium"/>
                <a:sym typeface="Inter Medium"/>
              </a:defRPr>
            </a:lvl9pPr>
          </a:lstStyle>
          <a:p>
            <a:endParaRPr/>
          </a:p>
        </p:txBody>
      </p:sp>
      <p:sp>
        <p:nvSpPr>
          <p:cNvPr id="56" name="Google Shape;56;p9"/>
          <p:cNvSpPr txBox="1">
            <a:spLocks noGrp="1"/>
          </p:cNvSpPr>
          <p:nvPr>
            <p:ph type="subTitle" idx="13"/>
          </p:nvPr>
        </p:nvSpPr>
        <p:spPr>
          <a:xfrm>
            <a:off x="7730112" y="5191079"/>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000"/>
              <a:buFont typeface="Inter"/>
              <a:buNone/>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2pPr>
            <a:lvl3pPr lvl="2"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3pPr>
            <a:lvl4pPr lvl="3"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4pPr>
            <a:lvl5pPr lvl="4"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5pPr>
            <a:lvl6pPr lvl="5"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6pPr>
            <a:lvl7pPr lvl="6"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7pPr>
            <a:lvl8pPr lvl="7"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8pPr>
            <a:lvl9pPr lvl="8" rtl="0">
              <a:spcBef>
                <a:spcPts val="0"/>
              </a:spcBef>
              <a:spcAft>
                <a:spcPts val="0"/>
              </a:spcAft>
              <a:buClr>
                <a:schemeClr val="accent1"/>
              </a:buClr>
              <a:buSzPts val="1000"/>
              <a:buFont typeface="Inter"/>
              <a:buNone/>
              <a:defRPr sz="1333">
                <a:solidFill>
                  <a:schemeClr val="accent1"/>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F3A4A4E1-6468-5D96-0072-9FA802E7017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CEF75230-4955-CCC9-BE15-069A33AC63D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56696593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05_SpeakerSlide_Gray" preserve="1">
  <p:cSld name="05_SpeakerSlide_Gray">
    <p:bg>
      <p:bgPr>
        <a:solidFill>
          <a:schemeClr val="tx1"/>
        </a:solidFill>
        <a:effectLst/>
      </p:bgPr>
    </p:bg>
    <p:spTree>
      <p:nvGrpSpPr>
        <p:cNvPr id="1" name="Shape 59"/>
        <p:cNvGrpSpPr/>
        <p:nvPr/>
      </p:nvGrpSpPr>
      <p:grpSpPr>
        <a:xfrm>
          <a:off x="0" y="0"/>
          <a:ext cx="0" cy="0"/>
          <a:chOff x="0" y="0"/>
          <a:chExt cx="0" cy="0"/>
        </a:xfrm>
      </p:grpSpPr>
      <p:sp>
        <p:nvSpPr>
          <p:cNvPr id="60" name="Google Shape;60;p10"/>
          <p:cNvSpPr txBox="1">
            <a:spLocks noGrp="1"/>
          </p:cNvSpPr>
          <p:nvPr>
            <p:ph type="subTitle" idx="1"/>
          </p:nvPr>
        </p:nvSpPr>
        <p:spPr>
          <a:xfrm>
            <a:off x="507700"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1" name="Google Shape;61;p10"/>
          <p:cNvSpPr txBox="1">
            <a:spLocks noGrp="1"/>
          </p:cNvSpPr>
          <p:nvPr>
            <p:ph type="title"/>
          </p:nvPr>
        </p:nvSpPr>
        <p:spPr>
          <a:xfrm>
            <a:off x="438871" y="947563"/>
            <a:ext cx="7152000" cy="148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36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2pPr>
            <a:lvl3pPr lvl="2"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3pPr>
            <a:lvl4pPr lvl="3"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4pPr>
            <a:lvl5pPr lvl="4"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5pPr>
            <a:lvl6pPr lvl="5"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6pPr>
            <a:lvl7pPr lvl="6"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7pPr>
            <a:lvl8pPr lvl="7"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8pPr>
            <a:lvl9pPr lvl="8" algn="ctr" rtl="0">
              <a:spcBef>
                <a:spcPts val="0"/>
              </a:spcBef>
              <a:spcAft>
                <a:spcPts val="0"/>
              </a:spcAft>
              <a:buClr>
                <a:schemeClr val="lt1"/>
              </a:buClr>
              <a:buSzPts val="3600"/>
              <a:buFont typeface="Inter"/>
              <a:buNone/>
              <a:defRPr sz="4800" b="1">
                <a:solidFill>
                  <a:schemeClr val="lt1"/>
                </a:solidFill>
                <a:latin typeface="Inter"/>
                <a:ea typeface="Inter"/>
                <a:cs typeface="Inter"/>
                <a:sym typeface="Inter"/>
              </a:defRPr>
            </a:lvl9pPr>
          </a:lstStyle>
          <a:p>
            <a:endParaRPr/>
          </a:p>
        </p:txBody>
      </p:sp>
      <p:sp>
        <p:nvSpPr>
          <p:cNvPr id="62" name="Google Shape;62;p10"/>
          <p:cNvSpPr txBox="1">
            <a:spLocks noGrp="1"/>
          </p:cNvSpPr>
          <p:nvPr>
            <p:ph type="subTitle" idx="2"/>
          </p:nvPr>
        </p:nvSpPr>
        <p:spPr>
          <a:xfrm>
            <a:off x="507712"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63" name="Google Shape;63;p10"/>
          <p:cNvSpPr txBox="1">
            <a:spLocks noGrp="1"/>
          </p:cNvSpPr>
          <p:nvPr>
            <p:ph type="subTitle" idx="3"/>
          </p:nvPr>
        </p:nvSpPr>
        <p:spPr>
          <a:xfrm>
            <a:off x="438871" y="457200"/>
            <a:ext cx="5152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300"/>
              <a:buFont typeface="JetBrains Mono"/>
              <a:buNone/>
              <a:defRPr sz="1733">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300"/>
              <a:buNone/>
              <a:defRPr sz="1733">
                <a:solidFill>
                  <a:srgbClr val="0099FF"/>
                </a:solidFill>
              </a:defRPr>
            </a:lvl2pPr>
            <a:lvl3pPr lvl="2" rtl="0">
              <a:spcBef>
                <a:spcPts val="0"/>
              </a:spcBef>
              <a:spcAft>
                <a:spcPts val="0"/>
              </a:spcAft>
              <a:buClr>
                <a:srgbClr val="0099FF"/>
              </a:buClr>
              <a:buSzPts val="1300"/>
              <a:buNone/>
              <a:defRPr sz="1733">
                <a:solidFill>
                  <a:srgbClr val="0099FF"/>
                </a:solidFill>
              </a:defRPr>
            </a:lvl3pPr>
            <a:lvl4pPr lvl="3" rtl="0">
              <a:spcBef>
                <a:spcPts val="0"/>
              </a:spcBef>
              <a:spcAft>
                <a:spcPts val="0"/>
              </a:spcAft>
              <a:buClr>
                <a:srgbClr val="0099FF"/>
              </a:buClr>
              <a:buSzPts val="1300"/>
              <a:buNone/>
              <a:defRPr sz="1733">
                <a:solidFill>
                  <a:srgbClr val="0099FF"/>
                </a:solidFill>
              </a:defRPr>
            </a:lvl4pPr>
            <a:lvl5pPr lvl="4" rtl="0">
              <a:spcBef>
                <a:spcPts val="0"/>
              </a:spcBef>
              <a:spcAft>
                <a:spcPts val="0"/>
              </a:spcAft>
              <a:buClr>
                <a:srgbClr val="0099FF"/>
              </a:buClr>
              <a:buSzPts val="1300"/>
              <a:buNone/>
              <a:defRPr sz="1733">
                <a:solidFill>
                  <a:srgbClr val="0099FF"/>
                </a:solidFill>
              </a:defRPr>
            </a:lvl5pPr>
            <a:lvl6pPr lvl="5" rtl="0">
              <a:spcBef>
                <a:spcPts val="0"/>
              </a:spcBef>
              <a:spcAft>
                <a:spcPts val="0"/>
              </a:spcAft>
              <a:buClr>
                <a:srgbClr val="0099FF"/>
              </a:buClr>
              <a:buSzPts val="1300"/>
              <a:buNone/>
              <a:defRPr sz="1733">
                <a:solidFill>
                  <a:srgbClr val="0099FF"/>
                </a:solidFill>
              </a:defRPr>
            </a:lvl6pPr>
            <a:lvl7pPr lvl="6" rtl="0">
              <a:spcBef>
                <a:spcPts val="0"/>
              </a:spcBef>
              <a:spcAft>
                <a:spcPts val="0"/>
              </a:spcAft>
              <a:buClr>
                <a:srgbClr val="0099FF"/>
              </a:buClr>
              <a:buSzPts val="1300"/>
              <a:buNone/>
              <a:defRPr sz="1733">
                <a:solidFill>
                  <a:srgbClr val="0099FF"/>
                </a:solidFill>
              </a:defRPr>
            </a:lvl7pPr>
            <a:lvl8pPr lvl="7" rtl="0">
              <a:spcBef>
                <a:spcPts val="0"/>
              </a:spcBef>
              <a:spcAft>
                <a:spcPts val="0"/>
              </a:spcAft>
              <a:buClr>
                <a:srgbClr val="0099FF"/>
              </a:buClr>
              <a:buSzPts val="1300"/>
              <a:buNone/>
              <a:defRPr sz="1733">
                <a:solidFill>
                  <a:srgbClr val="0099FF"/>
                </a:solidFill>
              </a:defRPr>
            </a:lvl8pPr>
            <a:lvl9pPr lvl="8" rtl="0">
              <a:spcBef>
                <a:spcPts val="0"/>
              </a:spcBef>
              <a:spcAft>
                <a:spcPts val="0"/>
              </a:spcAft>
              <a:buClr>
                <a:srgbClr val="0099FF"/>
              </a:buClr>
              <a:buSzPts val="1300"/>
              <a:buNone/>
              <a:defRPr sz="1733">
                <a:solidFill>
                  <a:srgbClr val="0099FF"/>
                </a:solidFill>
              </a:defRPr>
            </a:lvl9pPr>
          </a:lstStyle>
          <a:p>
            <a:endParaRPr/>
          </a:p>
        </p:txBody>
      </p:sp>
      <p:sp>
        <p:nvSpPr>
          <p:cNvPr id="64" name="Google Shape;64;p10"/>
          <p:cNvSpPr>
            <a:spLocks noGrp="1"/>
          </p:cNvSpPr>
          <p:nvPr>
            <p:ph type="pic" idx="4"/>
          </p:nvPr>
        </p:nvSpPr>
        <p:spPr>
          <a:xfrm>
            <a:off x="507684" y="3428984"/>
            <a:ext cx="965600" cy="965600"/>
          </a:xfrm>
          <a:prstGeom prst="roundRect">
            <a:avLst>
              <a:gd name="adj" fmla="val 6361"/>
            </a:avLst>
          </a:prstGeom>
          <a:noFill/>
          <a:ln>
            <a:noFill/>
          </a:ln>
        </p:spPr>
        <p:txBody>
          <a:bodyPr/>
          <a:lstStyle/>
          <a:p>
            <a:endParaRPr lang="en-US"/>
          </a:p>
        </p:txBody>
      </p:sp>
      <p:sp>
        <p:nvSpPr>
          <p:cNvPr id="65" name="Google Shape;65;p10"/>
          <p:cNvSpPr txBox="1">
            <a:spLocks noGrp="1"/>
          </p:cNvSpPr>
          <p:nvPr>
            <p:ph type="subTitle" idx="5"/>
          </p:nvPr>
        </p:nvSpPr>
        <p:spPr>
          <a:xfrm>
            <a:off x="2806633"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6" name="Google Shape;66;p10"/>
          <p:cNvSpPr txBox="1">
            <a:spLocks noGrp="1"/>
          </p:cNvSpPr>
          <p:nvPr>
            <p:ph type="subTitle" idx="6"/>
          </p:nvPr>
        </p:nvSpPr>
        <p:spPr>
          <a:xfrm>
            <a:off x="2806645"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67" name="Google Shape;67;p10"/>
          <p:cNvSpPr>
            <a:spLocks noGrp="1"/>
          </p:cNvSpPr>
          <p:nvPr>
            <p:ph type="pic" idx="7"/>
          </p:nvPr>
        </p:nvSpPr>
        <p:spPr>
          <a:xfrm>
            <a:off x="2806617" y="3428984"/>
            <a:ext cx="965600" cy="965600"/>
          </a:xfrm>
          <a:prstGeom prst="roundRect">
            <a:avLst>
              <a:gd name="adj" fmla="val 6361"/>
            </a:avLst>
          </a:prstGeom>
          <a:noFill/>
          <a:ln>
            <a:noFill/>
          </a:ln>
        </p:spPr>
        <p:txBody>
          <a:bodyPr/>
          <a:lstStyle/>
          <a:p>
            <a:endParaRPr lang="en-US"/>
          </a:p>
        </p:txBody>
      </p:sp>
      <p:sp>
        <p:nvSpPr>
          <p:cNvPr id="68" name="Google Shape;68;p10"/>
          <p:cNvSpPr txBox="1">
            <a:spLocks noGrp="1"/>
          </p:cNvSpPr>
          <p:nvPr>
            <p:ph type="subTitle" idx="8"/>
          </p:nvPr>
        </p:nvSpPr>
        <p:spPr>
          <a:xfrm>
            <a:off x="5165567"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69" name="Google Shape;69;p10"/>
          <p:cNvSpPr txBox="1">
            <a:spLocks noGrp="1"/>
          </p:cNvSpPr>
          <p:nvPr>
            <p:ph type="subTitle" idx="9"/>
          </p:nvPr>
        </p:nvSpPr>
        <p:spPr>
          <a:xfrm>
            <a:off x="5165579"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0" name="Google Shape;70;p10"/>
          <p:cNvSpPr>
            <a:spLocks noGrp="1"/>
          </p:cNvSpPr>
          <p:nvPr>
            <p:ph type="pic" idx="13"/>
          </p:nvPr>
        </p:nvSpPr>
        <p:spPr>
          <a:xfrm>
            <a:off x="5165551" y="3428984"/>
            <a:ext cx="965600" cy="965600"/>
          </a:xfrm>
          <a:prstGeom prst="roundRect">
            <a:avLst>
              <a:gd name="adj" fmla="val 6361"/>
            </a:avLst>
          </a:prstGeom>
          <a:noFill/>
          <a:ln>
            <a:noFill/>
          </a:ln>
        </p:spPr>
        <p:txBody>
          <a:bodyPr/>
          <a:lstStyle/>
          <a:p>
            <a:endParaRPr lang="en-US"/>
          </a:p>
        </p:txBody>
      </p:sp>
      <p:sp>
        <p:nvSpPr>
          <p:cNvPr id="71" name="Google Shape;71;p10"/>
          <p:cNvSpPr txBox="1">
            <a:spLocks noGrp="1"/>
          </p:cNvSpPr>
          <p:nvPr>
            <p:ph type="subTitle" idx="14"/>
          </p:nvPr>
        </p:nvSpPr>
        <p:spPr>
          <a:xfrm>
            <a:off x="7524500"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72" name="Google Shape;72;p10"/>
          <p:cNvSpPr txBox="1">
            <a:spLocks noGrp="1"/>
          </p:cNvSpPr>
          <p:nvPr>
            <p:ph type="subTitle" idx="15"/>
          </p:nvPr>
        </p:nvSpPr>
        <p:spPr>
          <a:xfrm>
            <a:off x="7524512"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3" name="Google Shape;73;p10"/>
          <p:cNvSpPr>
            <a:spLocks noGrp="1"/>
          </p:cNvSpPr>
          <p:nvPr>
            <p:ph type="pic" idx="16"/>
          </p:nvPr>
        </p:nvSpPr>
        <p:spPr>
          <a:xfrm>
            <a:off x="7524484" y="3428984"/>
            <a:ext cx="965600" cy="965600"/>
          </a:xfrm>
          <a:prstGeom prst="roundRect">
            <a:avLst>
              <a:gd name="adj" fmla="val 6361"/>
            </a:avLst>
          </a:prstGeom>
          <a:noFill/>
          <a:ln>
            <a:noFill/>
          </a:ln>
        </p:spPr>
        <p:txBody>
          <a:bodyPr/>
          <a:lstStyle/>
          <a:p>
            <a:endParaRPr lang="en-US"/>
          </a:p>
        </p:txBody>
      </p:sp>
      <p:sp>
        <p:nvSpPr>
          <p:cNvPr id="74" name="Google Shape;74;p10"/>
          <p:cNvSpPr txBox="1">
            <a:spLocks noGrp="1"/>
          </p:cNvSpPr>
          <p:nvPr>
            <p:ph type="subTitle" idx="17"/>
          </p:nvPr>
        </p:nvSpPr>
        <p:spPr>
          <a:xfrm>
            <a:off x="9883433" y="4593467"/>
            <a:ext cx="176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600"/>
              <a:buFont typeface="Inter Medium"/>
              <a:buNone/>
              <a:defRPr sz="2133">
                <a:solidFill>
                  <a:schemeClr val="lt1"/>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600"/>
              <a:buFont typeface="Inter Medium"/>
              <a:buNone/>
              <a:defRPr sz="2133">
                <a:solidFill>
                  <a:schemeClr val="lt1"/>
                </a:solidFill>
                <a:latin typeface="Inter Medium"/>
                <a:ea typeface="Inter Medium"/>
                <a:cs typeface="Inter Medium"/>
                <a:sym typeface="Inter Medium"/>
              </a:defRPr>
            </a:lvl9pPr>
          </a:lstStyle>
          <a:p>
            <a:endParaRPr/>
          </a:p>
        </p:txBody>
      </p:sp>
      <p:sp>
        <p:nvSpPr>
          <p:cNvPr id="75" name="Google Shape;75;p10"/>
          <p:cNvSpPr txBox="1">
            <a:spLocks noGrp="1"/>
          </p:cNvSpPr>
          <p:nvPr>
            <p:ph type="subTitle" idx="18"/>
          </p:nvPr>
        </p:nvSpPr>
        <p:spPr>
          <a:xfrm>
            <a:off x="9883445" y="5345945"/>
            <a:ext cx="182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000"/>
              <a:buFont typeface="Inter"/>
              <a:buNone/>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2pPr>
            <a:lvl3pPr lvl="2"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3pPr>
            <a:lvl4pPr lvl="3"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4pPr>
            <a:lvl5pPr lvl="4"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5pPr>
            <a:lvl6pPr lvl="5"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6pPr>
            <a:lvl7pPr lvl="6"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7pPr>
            <a:lvl8pPr lvl="7"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8pPr>
            <a:lvl9pPr lvl="8" rtl="0">
              <a:spcBef>
                <a:spcPts val="0"/>
              </a:spcBef>
              <a:spcAft>
                <a:spcPts val="0"/>
              </a:spcAft>
              <a:buClr>
                <a:schemeClr val="lt1"/>
              </a:buClr>
              <a:buSzPts val="1000"/>
              <a:buFont typeface="Inter"/>
              <a:buNone/>
              <a:defRPr sz="1333">
                <a:solidFill>
                  <a:schemeClr val="lt1"/>
                </a:solidFill>
                <a:latin typeface="Inter"/>
                <a:ea typeface="Inter"/>
                <a:cs typeface="Inter"/>
                <a:sym typeface="Inter"/>
              </a:defRPr>
            </a:lvl9pPr>
          </a:lstStyle>
          <a:p>
            <a:endParaRPr/>
          </a:p>
        </p:txBody>
      </p:sp>
      <p:sp>
        <p:nvSpPr>
          <p:cNvPr id="76" name="Google Shape;76;p10"/>
          <p:cNvSpPr>
            <a:spLocks noGrp="1"/>
          </p:cNvSpPr>
          <p:nvPr>
            <p:ph type="pic" idx="19"/>
          </p:nvPr>
        </p:nvSpPr>
        <p:spPr>
          <a:xfrm>
            <a:off x="9883417" y="3428984"/>
            <a:ext cx="965600" cy="965600"/>
          </a:xfrm>
          <a:prstGeom prst="roundRect">
            <a:avLst>
              <a:gd name="adj" fmla="val 6361"/>
            </a:avLst>
          </a:prstGeom>
          <a:noFill/>
          <a:ln>
            <a:noFill/>
          </a:ln>
        </p:spPr>
        <p:txBody>
          <a:bodyPr/>
          <a:lstStyle/>
          <a:p>
            <a:endParaRPr lang="en-US"/>
          </a:p>
        </p:txBody>
      </p:sp>
      <p:sp>
        <p:nvSpPr>
          <p:cNvPr id="4" name="Footer Placeholder 3">
            <a:extLst>
              <a:ext uri="{FF2B5EF4-FFF2-40B4-BE49-F238E27FC236}">
                <a16:creationId xmlns:a16="http://schemas.microsoft.com/office/drawing/2014/main" id="{560CDC17-0E4F-3FC2-ED8A-A367509C724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64C69F84-6907-EB6A-28AB-48B490963A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841065544"/>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05_SpeakerSlide_4Speakers" preserve="1">
  <p:cSld name="05_SpeakerSlide_4Speakers">
    <p:bg>
      <p:bgPr>
        <a:solidFill>
          <a:schemeClr val="tx1"/>
        </a:solidFill>
        <a:effectLst/>
      </p:bgPr>
    </p:bg>
    <p:spTree>
      <p:nvGrpSpPr>
        <p:cNvPr id="1" name="Shape 79"/>
        <p:cNvGrpSpPr/>
        <p:nvPr/>
      </p:nvGrpSpPr>
      <p:grpSpPr>
        <a:xfrm>
          <a:off x="0" y="0"/>
          <a:ext cx="0" cy="0"/>
          <a:chOff x="0" y="0"/>
          <a:chExt cx="0" cy="0"/>
        </a:xfrm>
      </p:grpSpPr>
      <p:sp>
        <p:nvSpPr>
          <p:cNvPr id="80" name="Google Shape;80;p11"/>
          <p:cNvSpPr>
            <a:spLocks noGrp="1"/>
          </p:cNvSpPr>
          <p:nvPr>
            <p:ph type="pic" idx="2"/>
          </p:nvPr>
        </p:nvSpPr>
        <p:spPr>
          <a:xfrm>
            <a:off x="440367" y="2276033"/>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1" name="Google Shape;81;p11"/>
          <p:cNvSpPr txBox="1">
            <a:spLocks noGrp="1"/>
          </p:cNvSpPr>
          <p:nvPr>
            <p:ph type="subTitle" idx="1"/>
          </p:nvPr>
        </p:nvSpPr>
        <p:spPr>
          <a:xfrm>
            <a:off x="2122689" y="2490712"/>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82" name="Google Shape;82;p11"/>
          <p:cNvSpPr txBox="1">
            <a:spLocks noGrp="1"/>
          </p:cNvSpPr>
          <p:nvPr>
            <p:ph type="subTitle" idx="3"/>
          </p:nvPr>
        </p:nvSpPr>
        <p:spPr>
          <a:xfrm>
            <a:off x="2122689" y="2957512"/>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83" name="Google Shape;83;p11"/>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84" name="Google Shape;84;p11"/>
          <p:cNvSpPr txBox="1">
            <a:spLocks noGrp="1"/>
          </p:cNvSpPr>
          <p:nvPr>
            <p:ph type="subTitle" idx="4"/>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85" name="Google Shape;85;p11"/>
          <p:cNvSpPr>
            <a:spLocks noGrp="1"/>
          </p:cNvSpPr>
          <p:nvPr>
            <p:ph type="pic" idx="5"/>
          </p:nvPr>
        </p:nvSpPr>
        <p:spPr>
          <a:xfrm>
            <a:off x="440367" y="4171967"/>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6" name="Google Shape;86;p11"/>
          <p:cNvSpPr txBox="1">
            <a:spLocks noGrp="1"/>
          </p:cNvSpPr>
          <p:nvPr>
            <p:ph type="subTitle" idx="6"/>
          </p:nvPr>
        </p:nvSpPr>
        <p:spPr>
          <a:xfrm>
            <a:off x="2122689" y="4386645"/>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87" name="Google Shape;87;p11"/>
          <p:cNvSpPr txBox="1">
            <a:spLocks noGrp="1"/>
          </p:cNvSpPr>
          <p:nvPr>
            <p:ph type="subTitle" idx="7"/>
          </p:nvPr>
        </p:nvSpPr>
        <p:spPr>
          <a:xfrm>
            <a:off x="2122689" y="4853445"/>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88" name="Google Shape;88;p11"/>
          <p:cNvSpPr>
            <a:spLocks noGrp="1"/>
          </p:cNvSpPr>
          <p:nvPr>
            <p:ph type="pic" idx="8"/>
          </p:nvPr>
        </p:nvSpPr>
        <p:spPr>
          <a:xfrm>
            <a:off x="6096000" y="2276033"/>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9" name="Google Shape;89;p11"/>
          <p:cNvSpPr txBox="1">
            <a:spLocks noGrp="1"/>
          </p:cNvSpPr>
          <p:nvPr>
            <p:ph type="subTitle" idx="9"/>
          </p:nvPr>
        </p:nvSpPr>
        <p:spPr>
          <a:xfrm>
            <a:off x="7778323" y="2490712"/>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90" name="Google Shape;90;p11"/>
          <p:cNvSpPr txBox="1">
            <a:spLocks noGrp="1"/>
          </p:cNvSpPr>
          <p:nvPr>
            <p:ph type="subTitle" idx="13"/>
          </p:nvPr>
        </p:nvSpPr>
        <p:spPr>
          <a:xfrm>
            <a:off x="7778323" y="2957512"/>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91" name="Google Shape;91;p11"/>
          <p:cNvSpPr>
            <a:spLocks noGrp="1"/>
          </p:cNvSpPr>
          <p:nvPr>
            <p:ph type="pic" idx="14"/>
          </p:nvPr>
        </p:nvSpPr>
        <p:spPr>
          <a:xfrm>
            <a:off x="6096000" y="4171967"/>
            <a:ext cx="1412800" cy="14128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92" name="Google Shape;92;p11"/>
          <p:cNvSpPr txBox="1">
            <a:spLocks noGrp="1"/>
          </p:cNvSpPr>
          <p:nvPr>
            <p:ph type="subTitle" idx="15"/>
          </p:nvPr>
        </p:nvSpPr>
        <p:spPr>
          <a:xfrm>
            <a:off x="7778323" y="4386645"/>
            <a:ext cx="2760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600"/>
              <a:buFont typeface="Inter SemiBold"/>
              <a:buNone/>
              <a:defRPr sz="2133">
                <a:solidFill>
                  <a:schemeClr val="lt2"/>
                </a:solidFill>
                <a:latin typeface="DM Sans 14pt" pitchFamily="2" charset="77"/>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1600"/>
              <a:buFont typeface="Inter SemiBold"/>
              <a:buNone/>
              <a:defRPr sz="2133">
                <a:solidFill>
                  <a:schemeClr val="lt2"/>
                </a:solidFill>
                <a:latin typeface="Inter SemiBold"/>
                <a:ea typeface="Inter SemiBold"/>
                <a:cs typeface="Inter SemiBold"/>
                <a:sym typeface="Inter SemiBold"/>
              </a:defRPr>
            </a:lvl9pPr>
          </a:lstStyle>
          <a:p>
            <a:endParaRPr/>
          </a:p>
        </p:txBody>
      </p:sp>
      <p:sp>
        <p:nvSpPr>
          <p:cNvPr id="93" name="Google Shape;93;p11"/>
          <p:cNvSpPr txBox="1">
            <a:spLocks noGrp="1"/>
          </p:cNvSpPr>
          <p:nvPr>
            <p:ph type="subTitle" idx="16"/>
          </p:nvPr>
        </p:nvSpPr>
        <p:spPr>
          <a:xfrm>
            <a:off x="7778323" y="4853445"/>
            <a:ext cx="2594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24EE2A1F-3830-A5CB-E1F6-27CBACECC5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13A70757-D141-ED17-1765-6C3A06590EA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18672303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05_SpeakerSlide_6Speakers" preserve="1">
  <p:cSld name="05_SpeakerSlide_6Speakers">
    <p:bg>
      <p:bgPr>
        <a:solidFill>
          <a:schemeClr val="tx1"/>
        </a:solidFill>
        <a:effectLst/>
      </p:bgPr>
    </p:bg>
    <p:spTree>
      <p:nvGrpSpPr>
        <p:cNvPr id="1" name="Shape 96"/>
        <p:cNvGrpSpPr/>
        <p:nvPr/>
      </p:nvGrpSpPr>
      <p:grpSpPr>
        <a:xfrm>
          <a:off x="0" y="0"/>
          <a:ext cx="0" cy="0"/>
          <a:chOff x="0" y="0"/>
          <a:chExt cx="0" cy="0"/>
        </a:xfrm>
      </p:grpSpPr>
      <p:sp>
        <p:nvSpPr>
          <p:cNvPr id="97" name="Google Shape;97;p12"/>
          <p:cNvSpPr txBox="1">
            <a:spLocks noGrp="1"/>
          </p:cNvSpPr>
          <p:nvPr>
            <p:ph type="subTitle" idx="1"/>
          </p:nvPr>
        </p:nvSpPr>
        <p:spPr>
          <a:xfrm>
            <a:off x="9587163"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98" name="Google Shape;98;p12"/>
          <p:cNvSpPr txBox="1">
            <a:spLocks noGrp="1"/>
          </p:cNvSpPr>
          <p:nvPr>
            <p:ph type="subTitle" idx="2"/>
          </p:nvPr>
        </p:nvSpPr>
        <p:spPr>
          <a:xfrm>
            <a:off x="9587163"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99" name="Google Shape;99;p12"/>
          <p:cNvSpPr txBox="1">
            <a:spLocks noGrp="1"/>
          </p:cNvSpPr>
          <p:nvPr>
            <p:ph type="subTitle" idx="3"/>
          </p:nvPr>
        </p:nvSpPr>
        <p:spPr>
          <a:xfrm>
            <a:off x="9587163"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0" name="Google Shape;100;p12"/>
          <p:cNvSpPr txBox="1">
            <a:spLocks noGrp="1"/>
          </p:cNvSpPr>
          <p:nvPr>
            <p:ph type="subTitle" idx="4"/>
          </p:nvPr>
        </p:nvSpPr>
        <p:spPr>
          <a:xfrm>
            <a:off x="9587163"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1" name="Google Shape;101;p12"/>
          <p:cNvSpPr txBox="1">
            <a:spLocks noGrp="1"/>
          </p:cNvSpPr>
          <p:nvPr>
            <p:ph type="subTitle" idx="5"/>
          </p:nvPr>
        </p:nvSpPr>
        <p:spPr>
          <a:xfrm>
            <a:off x="5720160"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2" name="Google Shape;102;p12"/>
          <p:cNvSpPr txBox="1">
            <a:spLocks noGrp="1"/>
          </p:cNvSpPr>
          <p:nvPr>
            <p:ph type="subTitle" idx="6"/>
          </p:nvPr>
        </p:nvSpPr>
        <p:spPr>
          <a:xfrm>
            <a:off x="5720160"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3" name="Google Shape;103;p12"/>
          <p:cNvSpPr txBox="1">
            <a:spLocks noGrp="1"/>
          </p:cNvSpPr>
          <p:nvPr>
            <p:ph type="subTitle" idx="7"/>
          </p:nvPr>
        </p:nvSpPr>
        <p:spPr>
          <a:xfrm>
            <a:off x="5720160"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4" name="Google Shape;104;p12"/>
          <p:cNvSpPr txBox="1">
            <a:spLocks noGrp="1"/>
          </p:cNvSpPr>
          <p:nvPr>
            <p:ph type="subTitle" idx="8"/>
          </p:nvPr>
        </p:nvSpPr>
        <p:spPr>
          <a:xfrm>
            <a:off x="5720160"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5" name="Google Shape;105;p12"/>
          <p:cNvSpPr txBox="1">
            <a:spLocks noGrp="1"/>
          </p:cNvSpPr>
          <p:nvPr>
            <p:ph type="subTitle" idx="9"/>
          </p:nvPr>
        </p:nvSpPr>
        <p:spPr>
          <a:xfrm>
            <a:off x="1853156" y="26411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06" name="Google Shape;106;p12"/>
          <p:cNvSpPr txBox="1">
            <a:spLocks noGrp="1"/>
          </p:cNvSpPr>
          <p:nvPr>
            <p:ph type="subTitle" idx="13"/>
          </p:nvPr>
        </p:nvSpPr>
        <p:spPr>
          <a:xfrm>
            <a:off x="1853156" y="3107963"/>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07" name="Google Shape;107;p12"/>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108" name="Google Shape;108;p12"/>
          <p:cNvSpPr txBox="1">
            <a:spLocks noGrp="1"/>
          </p:cNvSpPr>
          <p:nvPr>
            <p:ph type="subTitle" idx="14"/>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109" name="Google Shape;109;p12"/>
          <p:cNvSpPr txBox="1">
            <a:spLocks noGrp="1"/>
          </p:cNvSpPr>
          <p:nvPr>
            <p:ph type="subTitle" idx="15"/>
          </p:nvPr>
        </p:nvSpPr>
        <p:spPr>
          <a:xfrm>
            <a:off x="1853156" y="4471111"/>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400"/>
              <a:buFont typeface="Inter Medium"/>
              <a:buNone/>
              <a:defRPr sz="1867">
                <a:solidFill>
                  <a:schemeClr val="lt2"/>
                </a:solidFill>
                <a:latin typeface="DM Sans 14pt" pitchFamily="2" charset="77"/>
                <a:ea typeface="Open Sans" panose="020B0606030504020204" pitchFamily="34" charset="0"/>
                <a:cs typeface="Open Sans" panose="020B0606030504020204" pitchFamily="34" charset="0"/>
                <a:sym typeface="Inter Medium"/>
              </a:defRPr>
            </a:lvl1pPr>
            <a:lvl2pPr lvl="1"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2pPr>
            <a:lvl3pPr lvl="2"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3pPr>
            <a:lvl4pPr lvl="3"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4pPr>
            <a:lvl5pPr lvl="4"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5pPr>
            <a:lvl6pPr lvl="5"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6pPr>
            <a:lvl7pPr lvl="6"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7pPr>
            <a:lvl8pPr lvl="7"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8pPr>
            <a:lvl9pPr lvl="8" rtl="0">
              <a:spcBef>
                <a:spcPts val="0"/>
              </a:spcBef>
              <a:spcAft>
                <a:spcPts val="0"/>
              </a:spcAft>
              <a:buClr>
                <a:schemeClr val="lt2"/>
              </a:buClr>
              <a:buSzPts val="1400"/>
              <a:buFont typeface="Inter Medium"/>
              <a:buNone/>
              <a:defRPr sz="1867">
                <a:solidFill>
                  <a:schemeClr val="lt2"/>
                </a:solidFill>
                <a:latin typeface="Inter Medium"/>
                <a:ea typeface="Inter Medium"/>
                <a:cs typeface="Inter Medium"/>
                <a:sym typeface="Inter Medium"/>
              </a:defRPr>
            </a:lvl9pPr>
          </a:lstStyle>
          <a:p>
            <a:endParaRPr/>
          </a:p>
        </p:txBody>
      </p:sp>
      <p:sp>
        <p:nvSpPr>
          <p:cNvPr id="110" name="Google Shape;110;p12"/>
          <p:cNvSpPr txBox="1">
            <a:spLocks noGrp="1"/>
          </p:cNvSpPr>
          <p:nvPr>
            <p:ph type="subTitle" idx="16"/>
          </p:nvPr>
        </p:nvSpPr>
        <p:spPr>
          <a:xfrm>
            <a:off x="1853156" y="4937907"/>
            <a:ext cx="23648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000"/>
              <a:buFont typeface="Inter"/>
              <a:buNone/>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2pPr>
            <a:lvl3pPr lvl="2"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3pPr>
            <a:lvl4pPr lvl="3"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4pPr>
            <a:lvl5pPr lvl="4"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5pPr>
            <a:lvl6pPr lvl="5"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6pPr>
            <a:lvl7pPr lvl="6"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7pPr>
            <a:lvl8pPr lvl="7"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8pPr>
            <a:lvl9pPr lvl="8" rtl="0">
              <a:spcBef>
                <a:spcPts val="0"/>
              </a:spcBef>
              <a:spcAft>
                <a:spcPts val="0"/>
              </a:spcAft>
              <a:buClr>
                <a:schemeClr val="lt2"/>
              </a:buClr>
              <a:buSzPts val="1000"/>
              <a:buFont typeface="Inter"/>
              <a:buNone/>
              <a:defRPr sz="1333">
                <a:solidFill>
                  <a:schemeClr val="lt2"/>
                </a:solidFill>
                <a:latin typeface="Inter"/>
                <a:ea typeface="Inter"/>
                <a:cs typeface="Inter"/>
                <a:sym typeface="Inter"/>
              </a:defRPr>
            </a:lvl9pPr>
          </a:lstStyle>
          <a:p>
            <a:endParaRPr/>
          </a:p>
        </p:txBody>
      </p:sp>
      <p:sp>
        <p:nvSpPr>
          <p:cNvPr id="111" name="Google Shape;111;p12"/>
          <p:cNvSpPr>
            <a:spLocks noGrp="1"/>
          </p:cNvSpPr>
          <p:nvPr>
            <p:ph type="pic" idx="17"/>
          </p:nvPr>
        </p:nvSpPr>
        <p:spPr>
          <a:xfrm>
            <a:off x="431515"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2" name="Google Shape;112;p12"/>
          <p:cNvSpPr>
            <a:spLocks noGrp="1"/>
          </p:cNvSpPr>
          <p:nvPr>
            <p:ph type="pic" idx="18"/>
          </p:nvPr>
        </p:nvSpPr>
        <p:spPr>
          <a:xfrm>
            <a:off x="431515"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3" name="Google Shape;113;p12"/>
          <p:cNvSpPr>
            <a:spLocks noGrp="1"/>
          </p:cNvSpPr>
          <p:nvPr>
            <p:ph type="pic" idx="19"/>
          </p:nvPr>
        </p:nvSpPr>
        <p:spPr>
          <a:xfrm>
            <a:off x="4351881"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4" name="Google Shape;114;p12"/>
          <p:cNvSpPr>
            <a:spLocks noGrp="1"/>
          </p:cNvSpPr>
          <p:nvPr>
            <p:ph type="pic" idx="20"/>
          </p:nvPr>
        </p:nvSpPr>
        <p:spPr>
          <a:xfrm>
            <a:off x="4351881"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5" name="Google Shape;115;p12"/>
          <p:cNvSpPr>
            <a:spLocks noGrp="1"/>
          </p:cNvSpPr>
          <p:nvPr>
            <p:ph type="pic" idx="21"/>
          </p:nvPr>
        </p:nvSpPr>
        <p:spPr>
          <a:xfrm>
            <a:off x="8218881" y="2340263"/>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6" name="Google Shape;116;p12"/>
          <p:cNvSpPr>
            <a:spLocks noGrp="1"/>
          </p:cNvSpPr>
          <p:nvPr>
            <p:ph type="pic" idx="22"/>
          </p:nvPr>
        </p:nvSpPr>
        <p:spPr>
          <a:xfrm>
            <a:off x="8218881" y="4246929"/>
            <a:ext cx="1234400" cy="1234400"/>
          </a:xfrm>
          <a:prstGeom prst="roundRect">
            <a:avLst>
              <a:gd name="adj" fmla="val 7903"/>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4" name="Footer Placeholder 3">
            <a:extLst>
              <a:ext uri="{FF2B5EF4-FFF2-40B4-BE49-F238E27FC236}">
                <a16:creationId xmlns:a16="http://schemas.microsoft.com/office/drawing/2014/main" id="{9557933D-EFC4-3BD7-44B9-335DA6A4AC2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88EEE5E6-A727-0F66-9DDA-E4112CFC0C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42771429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01_TitleSlide_LightBlue" preserve="1">
  <p:cSld name="01_TitleSlide_LightBlue">
    <p:bg>
      <p:bgPr>
        <a:solidFill>
          <a:schemeClr val="tx1"/>
        </a:solidFill>
        <a:effectLst/>
      </p:bgPr>
    </p:bg>
    <p:spTree>
      <p:nvGrpSpPr>
        <p:cNvPr id="1" name="Shape 119"/>
        <p:cNvGrpSpPr/>
        <p:nvPr/>
      </p:nvGrpSpPr>
      <p:grpSpPr>
        <a:xfrm>
          <a:off x="0" y="0"/>
          <a:ext cx="0" cy="0"/>
          <a:chOff x="0" y="0"/>
          <a:chExt cx="0" cy="0"/>
        </a:xfrm>
      </p:grpSpPr>
      <p:sp>
        <p:nvSpPr>
          <p:cNvPr id="121" name="Google Shape;121;p13"/>
          <p:cNvSpPr txBox="1">
            <a:spLocks noGrp="1"/>
          </p:cNvSpPr>
          <p:nvPr>
            <p:ph type="title"/>
          </p:nvPr>
        </p:nvSpPr>
        <p:spPr>
          <a:xfrm>
            <a:off x="438867" y="2316467"/>
            <a:ext cx="9563600" cy="1211200"/>
          </a:xfrm>
          <a:prstGeom prst="rect">
            <a:avLst/>
          </a:prstGeom>
          <a:noFill/>
          <a:ln>
            <a:noFill/>
          </a:ln>
        </p:spPr>
        <p:txBody>
          <a:bodyPr spcFirstLastPara="1" wrap="square" lIns="34275" tIns="34275" rIns="34275" bIns="34275" anchor="ctr" anchorCtr="0">
            <a:noAutofit/>
          </a:bodyPr>
          <a:lstStyle>
            <a:lvl1pPr lvl="0" rtl="0">
              <a:spcBef>
                <a:spcPts val="0"/>
              </a:spcBef>
              <a:spcAft>
                <a:spcPts val="0"/>
              </a:spcAft>
              <a:buClr>
                <a:schemeClr val="lt2"/>
              </a:buClr>
              <a:buSzPts val="3800"/>
              <a:buFont typeface="Inter"/>
              <a:buNone/>
              <a:defRPr sz="50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2pPr>
            <a:lvl3pPr lvl="2"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3pPr>
            <a:lvl4pPr lvl="3"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4pPr>
            <a:lvl5pPr lvl="4"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5pPr>
            <a:lvl6pPr lvl="5"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6pPr>
            <a:lvl7pPr lvl="6"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7pPr>
            <a:lvl8pPr lvl="7"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8pPr>
            <a:lvl9pPr lvl="8"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9pPr>
          </a:lstStyle>
          <a:p>
            <a:endParaRPr/>
          </a:p>
        </p:txBody>
      </p:sp>
      <p:sp>
        <p:nvSpPr>
          <p:cNvPr id="122" name="Google Shape;122;p13"/>
          <p:cNvSpPr txBox="1">
            <a:spLocks noGrp="1"/>
          </p:cNvSpPr>
          <p:nvPr>
            <p:ph type="body" idx="1"/>
          </p:nvPr>
        </p:nvSpPr>
        <p:spPr>
          <a:xfrm>
            <a:off x="438867" y="3527667"/>
            <a:ext cx="7142800" cy="16772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bg1"/>
              </a:buClr>
              <a:buSzPct val="110000"/>
              <a:buFont typeface="Arial" panose="020B0604020202020204" pitchFamily="34" charset="0"/>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2pPr>
            <a:lvl3pPr marL="1828754" lvl="2"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3pPr>
            <a:lvl4pPr marL="2438339" lvl="3"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4pPr>
            <a:lvl5pPr marL="3047924" lvl="4"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5pPr>
            <a:lvl6pPr marL="3657509" lvl="5"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6pPr>
            <a:lvl7pPr marL="4267093" lvl="6"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7pPr>
            <a:lvl8pPr marL="4876678" lvl="7"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8pPr>
            <a:lvl9pPr marL="5486263" lvl="8"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9pPr>
          </a:lstStyle>
          <a:p>
            <a:endParaRPr/>
          </a:p>
        </p:txBody>
      </p:sp>
      <p:pic>
        <p:nvPicPr>
          <p:cNvPr id="5" name="Picture 4" descr="A black grid with blue and pink squares&#10;&#10;AI-generated content may be incorrect.">
            <a:extLst>
              <a:ext uri="{FF2B5EF4-FFF2-40B4-BE49-F238E27FC236}">
                <a16:creationId xmlns:a16="http://schemas.microsoft.com/office/drawing/2014/main" id="{847B5073-C644-4CC3-5893-95EF9CBD07CF}"/>
              </a:ext>
            </a:extLst>
          </p:cNvPr>
          <p:cNvPicPr>
            <a:picLocks noChangeAspect="1"/>
          </p:cNvPicPr>
          <p:nvPr userDrawn="1"/>
        </p:nvPicPr>
        <p:blipFill>
          <a:blip r:embed="rId2"/>
          <a:srcRect l="4472" t="20775" r="5059" b="65696"/>
          <a:stretch>
            <a:fillRect/>
          </a:stretch>
        </p:blipFill>
        <p:spPr>
          <a:xfrm>
            <a:off x="-1" y="-16"/>
            <a:ext cx="12192001" cy="1553768"/>
          </a:xfrm>
          <a:prstGeom prst="rect">
            <a:avLst/>
          </a:prstGeom>
        </p:spPr>
      </p:pic>
      <p:pic>
        <p:nvPicPr>
          <p:cNvPr id="6" name="Picture 5" descr="A black grid with blue and pink squares&#10;&#10;AI-generated content may be incorrect.">
            <a:extLst>
              <a:ext uri="{FF2B5EF4-FFF2-40B4-BE49-F238E27FC236}">
                <a16:creationId xmlns:a16="http://schemas.microsoft.com/office/drawing/2014/main" id="{477B06A8-919E-DF26-AD96-2E43767EA7E8}"/>
              </a:ext>
            </a:extLst>
          </p:cNvPr>
          <p:cNvPicPr>
            <a:picLocks noChangeAspect="1"/>
          </p:cNvPicPr>
          <p:nvPr userDrawn="1"/>
        </p:nvPicPr>
        <p:blipFill>
          <a:blip r:embed="rId2"/>
          <a:srcRect l="4472" t="10616" r="5059" b="75855"/>
          <a:stretch>
            <a:fillRect/>
          </a:stretch>
        </p:blipFill>
        <p:spPr>
          <a:xfrm>
            <a:off x="-1" y="5361843"/>
            <a:ext cx="12192001" cy="1553768"/>
          </a:xfrm>
          <a:prstGeom prst="rect">
            <a:avLst/>
          </a:prstGeom>
        </p:spPr>
      </p:pic>
    </p:spTree>
    <p:extLst>
      <p:ext uri="{BB962C8B-B14F-4D97-AF65-F5344CB8AC3E}">
        <p14:creationId xmlns:p14="http://schemas.microsoft.com/office/powerpoint/2010/main" val="373061206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01_TitleSlide_LightBlue" preserve="1">
  <p:cSld name="2_TitleSlide_LightBlue">
    <p:bg>
      <p:bgPr>
        <a:solidFill>
          <a:schemeClr val="tx2"/>
        </a:solidFill>
        <a:effectLst/>
      </p:bgPr>
    </p:bg>
    <p:spTree>
      <p:nvGrpSpPr>
        <p:cNvPr id="1" name="Shape 119"/>
        <p:cNvGrpSpPr/>
        <p:nvPr/>
      </p:nvGrpSpPr>
      <p:grpSpPr>
        <a:xfrm>
          <a:off x="0" y="0"/>
          <a:ext cx="0" cy="0"/>
          <a:chOff x="0" y="0"/>
          <a:chExt cx="0" cy="0"/>
        </a:xfrm>
      </p:grpSpPr>
      <p:sp>
        <p:nvSpPr>
          <p:cNvPr id="121" name="Google Shape;121;p13"/>
          <p:cNvSpPr txBox="1">
            <a:spLocks noGrp="1"/>
          </p:cNvSpPr>
          <p:nvPr>
            <p:ph type="title"/>
          </p:nvPr>
        </p:nvSpPr>
        <p:spPr>
          <a:xfrm>
            <a:off x="438867" y="2316467"/>
            <a:ext cx="9563600" cy="1211200"/>
          </a:xfrm>
          <a:prstGeom prst="rect">
            <a:avLst/>
          </a:prstGeom>
          <a:noFill/>
          <a:ln>
            <a:noFill/>
          </a:ln>
        </p:spPr>
        <p:txBody>
          <a:bodyPr spcFirstLastPara="1" wrap="square" lIns="34275" tIns="34275" rIns="34275" bIns="34275" anchor="ctr" anchorCtr="0">
            <a:noAutofit/>
          </a:bodyPr>
          <a:lstStyle>
            <a:lvl1pPr lvl="0" rtl="0">
              <a:spcBef>
                <a:spcPts val="0"/>
              </a:spcBef>
              <a:spcAft>
                <a:spcPts val="0"/>
              </a:spcAft>
              <a:buClr>
                <a:schemeClr val="lt2"/>
              </a:buClr>
              <a:buSzPts val="3800"/>
              <a:buFont typeface="Inter"/>
              <a:buNone/>
              <a:defRPr sz="50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2pPr>
            <a:lvl3pPr lvl="2"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3pPr>
            <a:lvl4pPr lvl="3"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4pPr>
            <a:lvl5pPr lvl="4"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5pPr>
            <a:lvl6pPr lvl="5"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6pPr>
            <a:lvl7pPr lvl="6"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7pPr>
            <a:lvl8pPr lvl="7"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8pPr>
            <a:lvl9pPr lvl="8" rtl="0">
              <a:spcBef>
                <a:spcPts val="0"/>
              </a:spcBef>
              <a:spcAft>
                <a:spcPts val="0"/>
              </a:spcAft>
              <a:buClr>
                <a:schemeClr val="lt2"/>
              </a:buClr>
              <a:buSzPts val="700"/>
              <a:buFont typeface="Inter"/>
              <a:buNone/>
              <a:defRPr sz="933">
                <a:solidFill>
                  <a:schemeClr val="lt2"/>
                </a:solidFill>
                <a:latin typeface="Inter"/>
                <a:ea typeface="Inter"/>
                <a:cs typeface="Inter"/>
                <a:sym typeface="Inter"/>
              </a:defRPr>
            </a:lvl9pPr>
          </a:lstStyle>
          <a:p>
            <a:endParaRPr/>
          </a:p>
        </p:txBody>
      </p:sp>
      <p:sp>
        <p:nvSpPr>
          <p:cNvPr id="122" name="Google Shape;122;p13"/>
          <p:cNvSpPr txBox="1">
            <a:spLocks noGrp="1"/>
          </p:cNvSpPr>
          <p:nvPr>
            <p:ph type="body" idx="1"/>
          </p:nvPr>
        </p:nvSpPr>
        <p:spPr>
          <a:xfrm>
            <a:off x="438867" y="3527667"/>
            <a:ext cx="7142800" cy="1677200"/>
          </a:xfrm>
          <a:prstGeom prst="rect">
            <a:avLst/>
          </a:prstGeom>
          <a:noFill/>
          <a:ln>
            <a:noFill/>
          </a:ln>
        </p:spPr>
        <p:txBody>
          <a:bodyPr spcFirstLastPara="1" wrap="square" lIns="34275" tIns="34275" rIns="34275" bIns="34275" anchor="t" anchorCtr="0">
            <a:noAutofit/>
          </a:bodyPr>
          <a:lstStyle>
            <a:lvl1pPr marL="609585" lvl="0" indent="-457189" rtl="0">
              <a:spcBef>
                <a:spcPts val="0"/>
              </a:spcBef>
              <a:spcAft>
                <a:spcPts val="0"/>
              </a:spcAft>
              <a:buClr>
                <a:schemeClr val="tx1"/>
              </a:buClr>
              <a:buSzPct val="110000"/>
              <a:buFont typeface="Arial" panose="020B0604020202020204" pitchFamily="34" charset="0"/>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2pPr>
            <a:lvl3pPr marL="1828754" lvl="2"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3pPr>
            <a:lvl4pPr marL="2438339" lvl="3"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4pPr>
            <a:lvl5pPr marL="3047924" lvl="4"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5pPr>
            <a:lvl6pPr marL="3657509" lvl="5"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6pPr>
            <a:lvl7pPr marL="4267093" lvl="6"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7pPr>
            <a:lvl8pPr marL="4876678" lvl="7"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8pPr>
            <a:lvl9pPr marL="5486263" lvl="8" indent="-457189" rtl="0">
              <a:spcBef>
                <a:spcPts val="0"/>
              </a:spcBef>
              <a:spcAft>
                <a:spcPts val="0"/>
              </a:spcAft>
              <a:buClr>
                <a:schemeClr val="lt2"/>
              </a:buClr>
              <a:buSzPts val="1800"/>
              <a:buFont typeface="Inter"/>
              <a:buChar char="■"/>
              <a:defRPr sz="2400">
                <a:solidFill>
                  <a:schemeClr val="lt2"/>
                </a:solidFill>
                <a:latin typeface="Inter"/>
                <a:ea typeface="Inter"/>
                <a:cs typeface="Inter"/>
                <a:sym typeface="Inter"/>
              </a:defRPr>
            </a:lvl9pPr>
          </a:lstStyle>
          <a:p>
            <a:endParaRPr/>
          </a:p>
        </p:txBody>
      </p:sp>
      <p:pic>
        <p:nvPicPr>
          <p:cNvPr id="4" name="Picture 3" descr="A black grid with blue and pink squares&#10;&#10;AI-generated content may be incorrect.">
            <a:extLst>
              <a:ext uri="{FF2B5EF4-FFF2-40B4-BE49-F238E27FC236}">
                <a16:creationId xmlns:a16="http://schemas.microsoft.com/office/drawing/2014/main" id="{DB653F79-5381-8107-6BFB-B0D18A53ED42}"/>
              </a:ext>
            </a:extLst>
          </p:cNvPr>
          <p:cNvPicPr>
            <a:picLocks noChangeAspect="1"/>
          </p:cNvPicPr>
          <p:nvPr userDrawn="1"/>
        </p:nvPicPr>
        <p:blipFill>
          <a:blip r:embed="rId2"/>
          <a:srcRect l="4472" t="20775" r="5059" b="65696"/>
          <a:stretch>
            <a:fillRect/>
          </a:stretch>
        </p:blipFill>
        <p:spPr>
          <a:xfrm>
            <a:off x="-1" y="-16"/>
            <a:ext cx="12192001" cy="1553768"/>
          </a:xfrm>
          <a:prstGeom prst="rect">
            <a:avLst/>
          </a:prstGeom>
        </p:spPr>
      </p:pic>
      <p:pic>
        <p:nvPicPr>
          <p:cNvPr id="5" name="Picture 4" descr="A black grid with blue and pink squares&#10;&#10;AI-generated content may be incorrect.">
            <a:extLst>
              <a:ext uri="{FF2B5EF4-FFF2-40B4-BE49-F238E27FC236}">
                <a16:creationId xmlns:a16="http://schemas.microsoft.com/office/drawing/2014/main" id="{D40EAC56-B67D-35DA-0CC7-17532D7DB9DA}"/>
              </a:ext>
            </a:extLst>
          </p:cNvPr>
          <p:cNvPicPr>
            <a:picLocks noChangeAspect="1"/>
          </p:cNvPicPr>
          <p:nvPr userDrawn="1"/>
        </p:nvPicPr>
        <p:blipFill>
          <a:blip r:embed="rId2"/>
          <a:srcRect l="4472" t="10616" r="5059" b="75855"/>
          <a:stretch>
            <a:fillRect/>
          </a:stretch>
        </p:blipFill>
        <p:spPr>
          <a:xfrm>
            <a:off x="-1" y="5361843"/>
            <a:ext cx="12192001" cy="1553768"/>
          </a:xfrm>
          <a:prstGeom prst="rect">
            <a:avLst/>
          </a:prstGeom>
        </p:spPr>
      </p:pic>
    </p:spTree>
    <p:extLst>
      <p:ext uri="{BB962C8B-B14F-4D97-AF65-F5344CB8AC3E}">
        <p14:creationId xmlns:p14="http://schemas.microsoft.com/office/powerpoint/2010/main" val="94071290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03_Text-heavy Split" preserve="1" userDrawn="1">
  <p:cSld name="03_Text-heavy Split">
    <p:bg>
      <p:bgPr>
        <a:solidFill>
          <a:schemeClr val="tx1"/>
        </a:solidFill>
        <a:effectLst/>
      </p:bgPr>
    </p:bg>
    <p:spTree>
      <p:nvGrpSpPr>
        <p:cNvPr id="1" name="Shape 124"/>
        <p:cNvGrpSpPr/>
        <p:nvPr/>
      </p:nvGrpSpPr>
      <p:grpSpPr>
        <a:xfrm>
          <a:off x="0" y="0"/>
          <a:ext cx="0" cy="0"/>
          <a:chOff x="0" y="0"/>
          <a:chExt cx="0" cy="0"/>
        </a:xfrm>
      </p:grpSpPr>
      <p:sp>
        <p:nvSpPr>
          <p:cNvPr id="125" name="Google Shape;125;p14"/>
          <p:cNvSpPr/>
          <p:nvPr/>
        </p:nvSpPr>
        <p:spPr>
          <a:xfrm>
            <a:off x="6096000" y="0"/>
            <a:ext cx="6095600" cy="6858000"/>
          </a:xfrm>
          <a:prstGeom prst="rect">
            <a:avLst/>
          </a:prstGeom>
          <a:solidFill>
            <a:schemeClr val="bg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3224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943100"/>
            <a:ext cx="4571600" cy="3252000"/>
          </a:xfrm>
          <a:prstGeom prst="rect">
            <a:avLst/>
          </a:prstGeom>
          <a:noFill/>
          <a:ln>
            <a:noFill/>
          </a:ln>
        </p:spPr>
        <p:txBody>
          <a:bodyPr spcFirstLastPara="1" wrap="square" lIns="0" tIns="0" rIns="0" bIns="0" anchor="t" anchorCtr="0">
            <a:noAutofit/>
          </a:bodyPr>
          <a:lstStyle>
            <a:lvl1pPr marL="609585" lvl="0" indent="-414856" rtl="0">
              <a:spcBef>
                <a:spcPts val="0"/>
              </a:spcBef>
              <a:spcAft>
                <a:spcPts val="0"/>
              </a:spcAft>
              <a:buClr>
                <a:schemeClr val="bg1"/>
              </a:buClr>
              <a:buSzPct val="110000"/>
              <a:buFont typeface="Arial" panose="020B0604020202020204" pitchFamily="34" charset="0"/>
              <a:buChar char="•"/>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7" name="Google Shape;128;p14">
            <a:extLst>
              <a:ext uri="{FF2B5EF4-FFF2-40B4-BE49-F238E27FC236}">
                <a16:creationId xmlns:a16="http://schemas.microsoft.com/office/drawing/2014/main" id="{94FB350F-6CF0-CB81-8DAF-37C927AE2949}"/>
              </a:ext>
            </a:extLst>
          </p:cNvPr>
          <p:cNvSpPr txBox="1">
            <a:spLocks noGrp="1"/>
          </p:cNvSpPr>
          <p:nvPr>
            <p:ph type="body" idx="11"/>
          </p:nvPr>
        </p:nvSpPr>
        <p:spPr>
          <a:xfrm>
            <a:off x="6846193" y="1943100"/>
            <a:ext cx="4571600" cy="3252000"/>
          </a:xfrm>
          <a:prstGeom prst="rect">
            <a:avLst/>
          </a:prstGeom>
          <a:noFill/>
          <a:ln>
            <a:noFill/>
          </a:ln>
        </p:spPr>
        <p:txBody>
          <a:bodyPr spcFirstLastPara="1" wrap="square" lIns="0" tIns="0" rIns="0" bIns="0" anchor="t" anchorCtr="0">
            <a:noAutofit/>
          </a:bodyPr>
          <a:lstStyle>
            <a:lvl1pPr marL="609585" lvl="0" indent="-414856" rtl="0">
              <a:spcBef>
                <a:spcPts val="0"/>
              </a:spcBef>
              <a:spcAft>
                <a:spcPts val="0"/>
              </a:spcAft>
              <a:buClr>
                <a:schemeClr val="bg1"/>
              </a:buClr>
              <a:buSzPct val="110000"/>
              <a:buFont typeface="Arial" panose="020B0604020202020204" pitchFamily="34" charset="0"/>
              <a:buChar char="•"/>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8" name="Footer Placeholder 3">
            <a:extLst>
              <a:ext uri="{FF2B5EF4-FFF2-40B4-BE49-F238E27FC236}">
                <a16:creationId xmlns:a16="http://schemas.microsoft.com/office/drawing/2014/main" id="{CC101B06-5940-D2DE-E578-DAA4C200593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10" name="Graphic 9">
            <a:extLst>
              <a:ext uri="{FF2B5EF4-FFF2-40B4-BE49-F238E27FC236}">
                <a16:creationId xmlns:a16="http://schemas.microsoft.com/office/drawing/2014/main" id="{79DE3563-D4BC-BEDC-A82D-EE3DD9186D6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25793271"/>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03_Text-heavy Split" preserve="1" userDrawn="1">
  <p:cSld name="4_Text-heavy Split">
    <p:spTree>
      <p:nvGrpSpPr>
        <p:cNvPr id="1" name="Shape 124"/>
        <p:cNvGrpSpPr/>
        <p:nvPr/>
      </p:nvGrpSpPr>
      <p:grpSpPr>
        <a:xfrm>
          <a:off x="0" y="0"/>
          <a:ext cx="0" cy="0"/>
          <a:chOff x="0" y="0"/>
          <a:chExt cx="0" cy="0"/>
        </a:xfrm>
      </p:grpSpPr>
      <p:sp>
        <p:nvSpPr>
          <p:cNvPr id="125" name="Google Shape;125;p14"/>
          <p:cNvSpPr/>
          <p:nvPr/>
        </p:nvSpPr>
        <p:spPr>
          <a:xfrm>
            <a:off x="400" y="0"/>
            <a:ext cx="3584048"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2770677" cy="566927"/>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2800" b="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28" name="Google Shape;128;p14"/>
          <p:cNvSpPr txBox="1">
            <a:spLocks noGrp="1"/>
          </p:cNvSpPr>
          <p:nvPr>
            <p:ph type="body" idx="2"/>
          </p:nvPr>
        </p:nvSpPr>
        <p:spPr>
          <a:xfrm>
            <a:off x="4035954" y="458509"/>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266444"/>
            <a:ext cx="2800201"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tx1"/>
              </a:buClr>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B09971A5-B971-DCED-B9DA-744C1C3553D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5E5ECB3B-6850-139F-D91A-96E6225D91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229079005"/>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03_Text-heavy Split" preserve="1" userDrawn="1">
  <p:cSld name="4_Text-heavy Split">
    <p:spTree>
      <p:nvGrpSpPr>
        <p:cNvPr id="1" name="Shape 124"/>
        <p:cNvGrpSpPr/>
        <p:nvPr/>
      </p:nvGrpSpPr>
      <p:grpSpPr>
        <a:xfrm>
          <a:off x="0" y="0"/>
          <a:ext cx="0" cy="0"/>
          <a:chOff x="0" y="0"/>
          <a:chExt cx="0" cy="0"/>
        </a:xfrm>
      </p:grpSpPr>
      <p:sp>
        <p:nvSpPr>
          <p:cNvPr id="125" name="Google Shape;125;p14"/>
          <p:cNvSpPr/>
          <p:nvPr/>
        </p:nvSpPr>
        <p:spPr>
          <a:xfrm>
            <a:off x="6096000" y="0"/>
            <a:ext cx="6095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26" name="Google Shape;126;p14"/>
          <p:cNvSpPr txBox="1">
            <a:spLocks noGrp="1"/>
          </p:cNvSpPr>
          <p:nvPr>
            <p:ph type="title"/>
          </p:nvPr>
        </p:nvSpPr>
        <p:spPr>
          <a:xfrm>
            <a:off x="438867" y="457201"/>
            <a:ext cx="3224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28" name="Google Shape;128;p14"/>
          <p:cNvSpPr txBox="1">
            <a:spLocks noGrp="1"/>
          </p:cNvSpPr>
          <p:nvPr>
            <p:ph type="body" idx="2"/>
          </p:nvPr>
        </p:nvSpPr>
        <p:spPr>
          <a:xfrm>
            <a:off x="6859304"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4" name="Google Shape;128;p14">
            <a:extLst>
              <a:ext uri="{FF2B5EF4-FFF2-40B4-BE49-F238E27FC236}">
                <a16:creationId xmlns:a16="http://schemas.microsoft.com/office/drawing/2014/main" id="{36DB734E-4CE8-DE4D-ACA0-D428C85E9E9C}"/>
              </a:ext>
            </a:extLst>
          </p:cNvPr>
          <p:cNvSpPr txBox="1">
            <a:spLocks noGrp="1"/>
          </p:cNvSpPr>
          <p:nvPr>
            <p:ph type="body" idx="10"/>
          </p:nvPr>
        </p:nvSpPr>
        <p:spPr>
          <a:xfrm>
            <a:off x="409343"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
                <a:schemeClr val="tx1"/>
              </a:buClr>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B09971A5-B971-DCED-B9DA-744C1C3553D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5E5ECB3B-6850-139F-D91A-96E6225D91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910556622"/>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05_SpeakerSlide1" preserve="1">
  <p:cSld name="05_SpeakerSlide1">
    <p:bg>
      <p:bgPr>
        <a:solidFill>
          <a:schemeClr val="tx1"/>
        </a:solidFill>
        <a:effectLst/>
      </p:bgPr>
    </p:bg>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5334900"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32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2pPr>
            <a:lvl3pPr lvl="2"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3pPr>
            <a:lvl4pPr lvl="3"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4pPr>
            <a:lvl5pPr lvl="4"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5pPr>
            <a:lvl6pPr lvl="5"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6pPr>
            <a:lvl7pPr lvl="6"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7pPr>
            <a:lvl8pPr lvl="7"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8pPr>
            <a:lvl9pPr lvl="8"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9pPr>
          </a:lstStyle>
          <a:p>
            <a:endParaRPr/>
          </a:p>
        </p:txBody>
      </p:sp>
      <p:sp>
        <p:nvSpPr>
          <p:cNvPr id="133" name="Google Shape;133;p15"/>
          <p:cNvSpPr txBox="1">
            <a:spLocks noGrp="1"/>
          </p:cNvSpPr>
          <p:nvPr>
            <p:ph type="body" idx="1"/>
          </p:nvPr>
        </p:nvSpPr>
        <p:spPr>
          <a:xfrm>
            <a:off x="5334895" y="4914900"/>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bg1"/>
              </a:buClr>
              <a:buSzPct val="110000"/>
              <a:buFont typeface="Arial" panose="020B0604020202020204" pitchFamily="34" charset="0"/>
              <a:buNone/>
              <a:tabLst/>
              <a:defRPr sz="2267"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2pPr>
            <a:lvl3pPr marL="1828754" lvl="2"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3pPr>
            <a:lvl4pPr marL="2438339" lvl="3"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4pPr>
            <a:lvl5pPr marL="3047924" lvl="4"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5pPr>
            <a:lvl6pPr marL="3657509" lvl="5"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6pPr>
            <a:lvl7pPr marL="4267093" lvl="6"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7pPr>
            <a:lvl8pPr marL="4876678" lvl="7"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8pPr>
            <a:lvl9pPr marL="5486263" lvl="8"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9pPr>
          </a:lstStyle>
          <a:p>
            <a:endParaRPr/>
          </a:p>
        </p:txBody>
      </p:sp>
      <p:sp>
        <p:nvSpPr>
          <p:cNvPr id="134" name="Google Shape;134;p15"/>
          <p:cNvSpPr>
            <a:spLocks noGrp="1"/>
          </p:cNvSpPr>
          <p:nvPr>
            <p:ph type="pic" idx="2"/>
          </p:nvPr>
        </p:nvSpPr>
        <p:spPr>
          <a:xfrm>
            <a:off x="125" y="0"/>
            <a:ext cx="4677200" cy="6858000"/>
          </a:xfrm>
          <a:prstGeom prst="rect">
            <a:avLst/>
          </a:prstGeom>
          <a:noFill/>
          <a:ln>
            <a:noFill/>
          </a:ln>
        </p:spPr>
        <p:txBody>
          <a:bodyPr/>
          <a:lstStyle/>
          <a:p>
            <a:endParaRPr lang="en-US"/>
          </a:p>
        </p:txBody>
      </p:sp>
      <p:sp>
        <p:nvSpPr>
          <p:cNvPr id="135" name="Google Shape;135;p15"/>
          <p:cNvSpPr txBox="1">
            <a:spLocks noGrp="1"/>
          </p:cNvSpPr>
          <p:nvPr>
            <p:ph type="subTitle" idx="3"/>
          </p:nvPr>
        </p:nvSpPr>
        <p:spPr>
          <a:xfrm>
            <a:off x="5334900" y="717933"/>
            <a:ext cx="47576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200"/>
              <a:buFont typeface="JetBrains Mono"/>
              <a:buNone/>
              <a:defRPr sz="1600"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9pPr>
          </a:lstStyle>
          <a:p>
            <a:endParaRPr/>
          </a:p>
        </p:txBody>
      </p:sp>
      <p:sp>
        <p:nvSpPr>
          <p:cNvPr id="136" name="Google Shape;136;p15"/>
          <p:cNvSpPr txBox="1">
            <a:spLocks noGrp="1"/>
          </p:cNvSpPr>
          <p:nvPr>
            <p:ph type="body" idx="4"/>
          </p:nvPr>
        </p:nvSpPr>
        <p:spPr>
          <a:xfrm>
            <a:off x="5334895" y="5514975"/>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
                <a:schemeClr val="bg1"/>
              </a:buClr>
              <a:buSzPct val="110000"/>
              <a:buFont typeface="Arial" panose="020B0604020202020204" pitchFamily="34" charset="0"/>
              <a:buNone/>
              <a:tabLst/>
              <a:defRPr sz="13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3pPr>
            <a:lvl4pPr marL="2438339" lvl="3"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4pPr>
            <a:lvl5pPr marL="3047924" lvl="4"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5pPr>
            <a:lvl6pPr marL="3657509" lvl="5"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6pPr>
            <a:lvl7pPr marL="4267093" lvl="6"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7pPr>
            <a:lvl8pPr marL="4876678" lvl="7"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8pPr>
            <a:lvl9pPr marL="5486263" lvl="8"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9pPr>
          </a:lstStyle>
          <a:p>
            <a:endParaRPr/>
          </a:p>
        </p:txBody>
      </p:sp>
      <p:sp>
        <p:nvSpPr>
          <p:cNvPr id="137" name="Google Shape;137;p15"/>
          <p:cNvSpPr txBox="1">
            <a:spLocks noGrp="1"/>
          </p:cNvSpPr>
          <p:nvPr>
            <p:ph type="subTitle" idx="5"/>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a:solidFill>
                  <a:schemeClr val="lt2"/>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1178BD8C-DBF7-7B4F-FEEE-E15B35A4BBA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C18D02B2-FE57-8646-28F5-30AB6E28C7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452511649"/>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05_SpeakerSlide1" preserve="1">
  <p:cSld name="6_SpeakerSlide1">
    <p:bg>
      <p:bgPr>
        <a:solidFill>
          <a:schemeClr val="bg1"/>
        </a:solidFill>
        <a:effectLst/>
      </p:bgPr>
    </p:bg>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5334900"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32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2pPr>
            <a:lvl3pPr lvl="2"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3pPr>
            <a:lvl4pPr lvl="3"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4pPr>
            <a:lvl5pPr lvl="4"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5pPr>
            <a:lvl6pPr lvl="5"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6pPr>
            <a:lvl7pPr lvl="6"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7pPr>
            <a:lvl8pPr lvl="7"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8pPr>
            <a:lvl9pPr lvl="8" rtl="0">
              <a:spcBef>
                <a:spcPts val="0"/>
              </a:spcBef>
              <a:spcAft>
                <a:spcPts val="0"/>
              </a:spcAft>
              <a:buClr>
                <a:schemeClr val="lt2"/>
              </a:buClr>
              <a:buSzPts val="3200"/>
              <a:buFont typeface="Inter"/>
              <a:buNone/>
              <a:defRPr sz="4267" b="1">
                <a:solidFill>
                  <a:schemeClr val="lt2"/>
                </a:solidFill>
                <a:latin typeface="Inter"/>
                <a:ea typeface="Inter"/>
                <a:cs typeface="Inter"/>
                <a:sym typeface="Inter"/>
              </a:defRPr>
            </a:lvl9pPr>
          </a:lstStyle>
          <a:p>
            <a:endParaRPr/>
          </a:p>
        </p:txBody>
      </p:sp>
      <p:sp>
        <p:nvSpPr>
          <p:cNvPr id="133" name="Google Shape;133;p15"/>
          <p:cNvSpPr txBox="1">
            <a:spLocks noGrp="1"/>
          </p:cNvSpPr>
          <p:nvPr>
            <p:ph type="body" idx="1"/>
          </p:nvPr>
        </p:nvSpPr>
        <p:spPr>
          <a:xfrm>
            <a:off x="5334895" y="4914900"/>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2267"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2pPr>
            <a:lvl3pPr marL="1828754" lvl="2"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3pPr>
            <a:lvl4pPr marL="2438339" lvl="3"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4pPr>
            <a:lvl5pPr marL="3047924" lvl="4"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5pPr>
            <a:lvl6pPr marL="3657509" lvl="5"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6pPr>
            <a:lvl7pPr marL="4267093" lvl="6"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7pPr>
            <a:lvl8pPr marL="4876678" lvl="7"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8pPr>
            <a:lvl9pPr marL="5486263" lvl="8" indent="-448722" rtl="0">
              <a:spcBef>
                <a:spcPts val="0"/>
              </a:spcBef>
              <a:spcAft>
                <a:spcPts val="0"/>
              </a:spcAft>
              <a:buClr>
                <a:schemeClr val="accent2"/>
              </a:buClr>
              <a:buSzPts val="1700"/>
              <a:buFont typeface="Inter"/>
              <a:buChar char="■"/>
              <a:defRPr sz="2267" b="1">
                <a:solidFill>
                  <a:schemeClr val="accent2"/>
                </a:solidFill>
                <a:latin typeface="Inter"/>
                <a:ea typeface="Inter"/>
                <a:cs typeface="Inter"/>
                <a:sym typeface="Inter"/>
              </a:defRPr>
            </a:lvl9pPr>
          </a:lstStyle>
          <a:p>
            <a:endParaRPr/>
          </a:p>
        </p:txBody>
      </p:sp>
      <p:sp>
        <p:nvSpPr>
          <p:cNvPr id="134" name="Google Shape;134;p15"/>
          <p:cNvSpPr>
            <a:spLocks noGrp="1"/>
          </p:cNvSpPr>
          <p:nvPr>
            <p:ph type="pic" idx="2"/>
          </p:nvPr>
        </p:nvSpPr>
        <p:spPr>
          <a:xfrm>
            <a:off x="125" y="0"/>
            <a:ext cx="4677200" cy="6858000"/>
          </a:xfrm>
          <a:prstGeom prst="rect">
            <a:avLst/>
          </a:prstGeom>
          <a:noFill/>
          <a:ln>
            <a:noFill/>
          </a:ln>
        </p:spPr>
        <p:txBody>
          <a:bodyPr/>
          <a:lstStyle/>
          <a:p>
            <a:endParaRPr lang="en-US"/>
          </a:p>
        </p:txBody>
      </p:sp>
      <p:sp>
        <p:nvSpPr>
          <p:cNvPr id="135" name="Google Shape;135;p15"/>
          <p:cNvSpPr txBox="1">
            <a:spLocks noGrp="1"/>
          </p:cNvSpPr>
          <p:nvPr>
            <p:ph type="subTitle" idx="3"/>
          </p:nvPr>
        </p:nvSpPr>
        <p:spPr>
          <a:xfrm>
            <a:off x="5334900" y="717933"/>
            <a:ext cx="47576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2"/>
              </a:buClr>
              <a:buSzPts val="1200"/>
              <a:buFont typeface="JetBrains Mono"/>
              <a:buNone/>
              <a:defRPr sz="1600" b="0">
                <a:solidFill>
                  <a:schemeClr val="accent2"/>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1200"/>
              <a:buFont typeface="JetBrains Mono"/>
              <a:buNone/>
              <a:defRPr sz="1600" b="1">
                <a:solidFill>
                  <a:schemeClr val="accent2"/>
                </a:solidFill>
                <a:latin typeface="JetBrains Mono"/>
                <a:ea typeface="JetBrains Mono"/>
                <a:cs typeface="JetBrains Mono"/>
                <a:sym typeface="JetBrains Mono"/>
              </a:defRPr>
            </a:lvl9pPr>
          </a:lstStyle>
          <a:p>
            <a:endParaRPr/>
          </a:p>
        </p:txBody>
      </p:sp>
      <p:sp>
        <p:nvSpPr>
          <p:cNvPr id="136" name="Google Shape;136;p15"/>
          <p:cNvSpPr txBox="1">
            <a:spLocks noGrp="1"/>
          </p:cNvSpPr>
          <p:nvPr>
            <p:ph type="body" idx="4"/>
          </p:nvPr>
        </p:nvSpPr>
        <p:spPr>
          <a:xfrm>
            <a:off x="5334895" y="5514975"/>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3pPr>
            <a:lvl4pPr marL="2438339" lvl="3"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4pPr>
            <a:lvl5pPr marL="3047924" lvl="4"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5pPr>
            <a:lvl6pPr marL="3657509" lvl="5"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6pPr>
            <a:lvl7pPr marL="4267093" lvl="6"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7pPr>
            <a:lvl8pPr marL="4876678" lvl="7"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8pPr>
            <a:lvl9pPr marL="5486263" lvl="8" indent="-389457" rtl="0">
              <a:spcBef>
                <a:spcPts val="0"/>
              </a:spcBef>
              <a:spcAft>
                <a:spcPts val="0"/>
              </a:spcAft>
              <a:buClr>
                <a:schemeClr val="accent2"/>
              </a:buClr>
              <a:buSzPts val="1000"/>
              <a:buFont typeface="Inter"/>
              <a:buChar char="■"/>
              <a:defRPr sz="1333">
                <a:solidFill>
                  <a:schemeClr val="accent2"/>
                </a:solidFill>
                <a:latin typeface="Inter"/>
                <a:ea typeface="Inter"/>
                <a:cs typeface="Inter"/>
                <a:sym typeface="Inter"/>
              </a:defRPr>
            </a:lvl9pPr>
          </a:lstStyle>
          <a:p>
            <a:endParaRPr/>
          </a:p>
        </p:txBody>
      </p:sp>
      <p:sp>
        <p:nvSpPr>
          <p:cNvPr id="137" name="Google Shape;137;p15"/>
          <p:cNvSpPr txBox="1">
            <a:spLocks noGrp="1"/>
          </p:cNvSpPr>
          <p:nvPr>
            <p:ph type="subTitle" idx="5"/>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B063DBA5-08F6-B16B-930C-50CD5175249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91CD24E-765A-60F7-1878-3719FA3FFDE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99909030"/>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05_SpeakerSlide2" preserve="1">
  <p:cSld name="05_SpeakerSlide2">
    <p:bg>
      <p:bgPr>
        <a:solidFill>
          <a:schemeClr val="tx1"/>
        </a:solidFill>
        <a:effectLst/>
      </p:bgPr>
    </p:bg>
    <p:spTree>
      <p:nvGrpSpPr>
        <p:cNvPr id="1" name="Shape 140"/>
        <p:cNvGrpSpPr/>
        <p:nvPr/>
      </p:nvGrpSpPr>
      <p:grpSpPr>
        <a:xfrm>
          <a:off x="0" y="0"/>
          <a:ext cx="0" cy="0"/>
          <a:chOff x="0" y="0"/>
          <a:chExt cx="0" cy="0"/>
        </a:xfrm>
      </p:grpSpPr>
      <p:sp>
        <p:nvSpPr>
          <p:cNvPr id="141" name="Google Shape;141;p16"/>
          <p:cNvSpPr>
            <a:spLocks noGrp="1"/>
          </p:cNvSpPr>
          <p:nvPr>
            <p:ph type="pic" idx="2"/>
          </p:nvPr>
        </p:nvSpPr>
        <p:spPr>
          <a:xfrm>
            <a:off x="888433" y="688800"/>
            <a:ext cx="3579200" cy="3403600"/>
          </a:xfrm>
          <a:prstGeom prst="roundRect">
            <a:avLst>
              <a:gd name="adj" fmla="val 3520"/>
            </a:avLst>
          </a:prstGeom>
          <a:noFill/>
          <a:ln>
            <a:noFill/>
          </a:ln>
        </p:spPr>
        <p:txBody>
          <a:bodyPr/>
          <a:lstStyle/>
          <a:p>
            <a:endParaRPr lang="en-US"/>
          </a:p>
        </p:txBody>
      </p:sp>
      <p:sp>
        <p:nvSpPr>
          <p:cNvPr id="142" name="Google Shape;142;p16"/>
          <p:cNvSpPr txBox="1">
            <a:spLocks noGrp="1"/>
          </p:cNvSpPr>
          <p:nvPr>
            <p:ph type="title"/>
          </p:nvPr>
        </p:nvSpPr>
        <p:spPr>
          <a:xfrm>
            <a:off x="5334895" y="1245434"/>
            <a:ext cx="50468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3200"/>
              <a:buFont typeface="Inter"/>
              <a:buNone/>
              <a:defRPr sz="4267"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2pPr>
            <a:lvl3pPr lvl="2"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3pPr>
            <a:lvl4pPr lvl="3"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4pPr>
            <a:lvl5pPr lvl="4"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5pPr>
            <a:lvl6pPr lvl="5"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6pPr>
            <a:lvl7pPr lvl="6"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7pPr>
            <a:lvl8pPr lvl="7"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8pPr>
            <a:lvl9pPr lvl="8" rtl="0">
              <a:spcBef>
                <a:spcPts val="0"/>
              </a:spcBef>
              <a:spcAft>
                <a:spcPts val="0"/>
              </a:spcAft>
              <a:buClr>
                <a:schemeClr val="lt1"/>
              </a:buClr>
              <a:buSzPts val="3200"/>
              <a:buFont typeface="Inter"/>
              <a:buNone/>
              <a:defRPr sz="4267" b="1">
                <a:solidFill>
                  <a:schemeClr val="lt1"/>
                </a:solidFill>
                <a:latin typeface="Inter"/>
                <a:ea typeface="Inter"/>
                <a:cs typeface="Inter"/>
                <a:sym typeface="Inter"/>
              </a:defRPr>
            </a:lvl9pPr>
          </a:lstStyle>
          <a:p>
            <a:endParaRPr/>
          </a:p>
        </p:txBody>
      </p:sp>
      <p:sp>
        <p:nvSpPr>
          <p:cNvPr id="143" name="Google Shape;143;p16"/>
          <p:cNvSpPr txBox="1">
            <a:spLocks noGrp="1"/>
          </p:cNvSpPr>
          <p:nvPr>
            <p:ph type="subTitle" idx="1"/>
          </p:nvPr>
        </p:nvSpPr>
        <p:spPr>
          <a:xfrm>
            <a:off x="5334900" y="717933"/>
            <a:ext cx="4418000" cy="2152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0099FF"/>
              </a:buClr>
              <a:buSzPts val="1200"/>
              <a:buFont typeface="JetBrains Mono"/>
              <a:buNone/>
              <a:defRPr sz="1600" b="0">
                <a:solidFill>
                  <a:srgbClr val="0099FF"/>
                </a:solidFill>
                <a:latin typeface="DM Sans 14pt" pitchFamily="2" charset="77"/>
                <a:ea typeface="Open Sans" panose="020B0606030504020204" pitchFamily="34" charset="0"/>
                <a:cs typeface="Open Sans" panose="020B0606030504020204" pitchFamily="34" charset="0"/>
                <a:sym typeface="JetBrains Mono"/>
              </a:defRPr>
            </a:lvl1pPr>
            <a:lvl2pPr lvl="1"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2pPr>
            <a:lvl3pPr lvl="2"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3pPr>
            <a:lvl4pPr lvl="3"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4pPr>
            <a:lvl5pPr lvl="4"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5pPr>
            <a:lvl6pPr lvl="5"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6pPr>
            <a:lvl7pPr lvl="6"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7pPr>
            <a:lvl8pPr lvl="7"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8pPr>
            <a:lvl9pPr lvl="8" rtl="0">
              <a:spcBef>
                <a:spcPts val="0"/>
              </a:spcBef>
              <a:spcAft>
                <a:spcPts val="0"/>
              </a:spcAft>
              <a:buClr>
                <a:srgbClr val="0099FF"/>
              </a:buClr>
              <a:buSzPts val="1200"/>
              <a:buFont typeface="JetBrains Mono"/>
              <a:buNone/>
              <a:defRPr sz="1600" b="1">
                <a:solidFill>
                  <a:srgbClr val="0099FF"/>
                </a:solidFill>
                <a:latin typeface="JetBrains Mono"/>
                <a:ea typeface="JetBrains Mono"/>
                <a:cs typeface="JetBrains Mono"/>
                <a:sym typeface="JetBrains Mono"/>
              </a:defRPr>
            </a:lvl9pPr>
          </a:lstStyle>
          <a:p>
            <a:endParaRPr/>
          </a:p>
        </p:txBody>
      </p:sp>
      <p:sp>
        <p:nvSpPr>
          <p:cNvPr id="144" name="Google Shape;144;p16"/>
          <p:cNvSpPr txBox="1">
            <a:spLocks noGrp="1"/>
          </p:cNvSpPr>
          <p:nvPr>
            <p:ph type="subTitle" idx="3"/>
          </p:nvPr>
        </p:nvSpPr>
        <p:spPr>
          <a:xfrm>
            <a:off x="5334895" y="2697000"/>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1"/>
              </a:buClr>
              <a:buSzPts val="1400"/>
              <a:buFont typeface="Inter"/>
              <a:buNone/>
              <a:defRPr>
                <a:solidFill>
                  <a:schemeClr val="lt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45" name="Google Shape;145;p16"/>
          <p:cNvSpPr txBox="1">
            <a:spLocks noGrp="1"/>
          </p:cNvSpPr>
          <p:nvPr>
            <p:ph type="body" idx="4"/>
          </p:nvPr>
        </p:nvSpPr>
        <p:spPr>
          <a:xfrm>
            <a:off x="877828" y="4575467"/>
            <a:ext cx="35896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2267" b="1">
                <a:solidFill>
                  <a:srgbClr val="0099FF"/>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2pPr>
            <a:lvl3pPr marL="1828754" lvl="2"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3pPr>
            <a:lvl4pPr marL="2438339" lvl="3"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4pPr>
            <a:lvl5pPr marL="3047924" lvl="4"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5pPr>
            <a:lvl6pPr marL="3657509" lvl="5"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6pPr>
            <a:lvl7pPr marL="4267093" lvl="6"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7pPr>
            <a:lvl8pPr marL="4876678" lvl="7"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8pPr>
            <a:lvl9pPr marL="5486263" lvl="8" indent="-448722" rtl="0">
              <a:spcBef>
                <a:spcPts val="0"/>
              </a:spcBef>
              <a:spcAft>
                <a:spcPts val="0"/>
              </a:spcAft>
              <a:buClr>
                <a:srgbClr val="0099FF"/>
              </a:buClr>
              <a:buSzPts val="1700"/>
              <a:buFont typeface="Inter"/>
              <a:buChar char="■"/>
              <a:defRPr sz="2267" b="1">
                <a:solidFill>
                  <a:srgbClr val="0099FF"/>
                </a:solidFill>
                <a:latin typeface="Inter"/>
                <a:ea typeface="Inter"/>
                <a:cs typeface="Inter"/>
                <a:sym typeface="Inter"/>
              </a:defRPr>
            </a:lvl9pPr>
          </a:lstStyle>
          <a:p>
            <a:endParaRPr/>
          </a:p>
        </p:txBody>
      </p:sp>
      <p:sp>
        <p:nvSpPr>
          <p:cNvPr id="146" name="Google Shape;146;p16"/>
          <p:cNvSpPr txBox="1">
            <a:spLocks noGrp="1"/>
          </p:cNvSpPr>
          <p:nvPr>
            <p:ph type="body" idx="5"/>
          </p:nvPr>
        </p:nvSpPr>
        <p:spPr>
          <a:xfrm>
            <a:off x="877828" y="5075741"/>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2pPr>
            <a:lvl3pPr marL="1828754" lvl="2"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3pPr>
            <a:lvl4pPr marL="2438339" lvl="3"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4pPr>
            <a:lvl5pPr marL="3047924" lvl="4"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5pPr>
            <a:lvl6pPr marL="3657509" lvl="5"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6pPr>
            <a:lvl7pPr marL="4267093" lvl="6"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7pPr>
            <a:lvl8pPr marL="4876678" lvl="7"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8pPr>
            <a:lvl9pPr marL="5486263" lvl="8" indent="-406390" rtl="0">
              <a:spcBef>
                <a:spcPts val="0"/>
              </a:spcBef>
              <a:spcAft>
                <a:spcPts val="0"/>
              </a:spcAft>
              <a:buClr>
                <a:schemeClr val="lt1"/>
              </a:buClr>
              <a:buSzPts val="1200"/>
              <a:buFont typeface="Inter"/>
              <a:buChar char="■"/>
              <a:defRPr sz="1600">
                <a:solidFill>
                  <a:schemeClr val="lt1"/>
                </a:solidFill>
                <a:latin typeface="Inter"/>
                <a:ea typeface="Inter"/>
                <a:cs typeface="Inter"/>
                <a:sym typeface="Inter"/>
              </a:defRPr>
            </a:lvl9pPr>
          </a:lstStyle>
          <a:p>
            <a:endParaRPr/>
          </a:p>
        </p:txBody>
      </p:sp>
      <p:sp>
        <p:nvSpPr>
          <p:cNvPr id="6" name="Footer Placeholder 3">
            <a:extLst>
              <a:ext uri="{FF2B5EF4-FFF2-40B4-BE49-F238E27FC236}">
                <a16:creationId xmlns:a16="http://schemas.microsoft.com/office/drawing/2014/main" id="{4B337281-1A85-1251-8C68-062FE93F9A4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8" name="Graphic 7">
            <a:extLst>
              <a:ext uri="{FF2B5EF4-FFF2-40B4-BE49-F238E27FC236}">
                <a16:creationId xmlns:a16="http://schemas.microsoft.com/office/drawing/2014/main" id="{D79707AE-136D-EB51-B779-A5FEE6F820C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95646818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05_Speaker4 + Photos" preserve="1">
  <p:cSld name="05_Speaker4 + Photos">
    <p:bg>
      <p:bgPr>
        <a:solidFill>
          <a:schemeClr val="tx1"/>
        </a:solidFill>
        <a:effectLst/>
      </p:bgPr>
    </p:bg>
    <p:spTree>
      <p:nvGrpSpPr>
        <p:cNvPr id="1" name="Shape 149"/>
        <p:cNvGrpSpPr/>
        <p:nvPr/>
      </p:nvGrpSpPr>
      <p:grpSpPr>
        <a:xfrm>
          <a:off x="0" y="0"/>
          <a:ext cx="0" cy="0"/>
          <a:chOff x="0" y="0"/>
          <a:chExt cx="0" cy="0"/>
        </a:xfrm>
      </p:grpSpPr>
      <p:sp>
        <p:nvSpPr>
          <p:cNvPr id="150" name="Google Shape;150;p17"/>
          <p:cNvSpPr txBox="1">
            <a:spLocks noGrp="1"/>
          </p:cNvSpPr>
          <p:nvPr>
            <p:ph type="title"/>
          </p:nvPr>
        </p:nvSpPr>
        <p:spPr>
          <a:xfrm>
            <a:off x="438871" y="457201"/>
            <a:ext cx="76572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51" name="Google Shape;151;p17"/>
          <p:cNvSpPr txBox="1">
            <a:spLocks noGrp="1"/>
          </p:cNvSpPr>
          <p:nvPr>
            <p:ph type="body" idx="1"/>
          </p:nvPr>
        </p:nvSpPr>
        <p:spPr>
          <a:xfrm>
            <a:off x="438868"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52" name="Google Shape;152;p17"/>
          <p:cNvSpPr txBox="1">
            <a:spLocks noGrp="1"/>
          </p:cNvSpPr>
          <p:nvPr>
            <p:ph type="body" idx="2"/>
          </p:nvPr>
        </p:nvSpPr>
        <p:spPr>
          <a:xfrm>
            <a:off x="438867"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53" name="Google Shape;153;p17"/>
          <p:cNvSpPr>
            <a:spLocks noGrp="1"/>
          </p:cNvSpPr>
          <p:nvPr>
            <p:ph type="pic" idx="3"/>
          </p:nvPr>
        </p:nvSpPr>
        <p:spPr>
          <a:xfrm>
            <a:off x="438800"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4" name="Google Shape;154;p17"/>
          <p:cNvSpPr>
            <a:spLocks noGrp="1"/>
          </p:cNvSpPr>
          <p:nvPr>
            <p:ph type="pic" idx="4"/>
          </p:nvPr>
        </p:nvSpPr>
        <p:spPr>
          <a:xfrm>
            <a:off x="3485133"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5" name="Google Shape;155;p17"/>
          <p:cNvSpPr>
            <a:spLocks noGrp="1"/>
          </p:cNvSpPr>
          <p:nvPr>
            <p:ph type="pic" idx="5"/>
          </p:nvPr>
        </p:nvSpPr>
        <p:spPr>
          <a:xfrm>
            <a:off x="6531467"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6" name="Google Shape;156;p17"/>
          <p:cNvSpPr>
            <a:spLocks noGrp="1"/>
          </p:cNvSpPr>
          <p:nvPr>
            <p:ph type="pic" idx="6"/>
          </p:nvPr>
        </p:nvSpPr>
        <p:spPr>
          <a:xfrm>
            <a:off x="9577800" y="1943100"/>
            <a:ext cx="2175200" cy="2112400"/>
          </a:xfrm>
          <a:prstGeom prst="roundRect">
            <a:avLst>
              <a:gd name="adj" fmla="val 5925"/>
            </a:avLst>
          </a:prstGeom>
          <a:noFill/>
          <a:ln w="9525" cap="flat" cmpd="sng">
            <a:solidFill>
              <a:schemeClr val="accent2"/>
            </a:solidFill>
            <a:prstDash val="solid"/>
            <a:round/>
            <a:headEnd type="none" w="sm" len="sm"/>
            <a:tailEnd type="none" w="sm" len="sm"/>
          </a:ln>
        </p:spPr>
        <p:txBody>
          <a:bodyPr/>
          <a:lstStyle/>
          <a:p>
            <a:endParaRPr lang="en-US"/>
          </a:p>
        </p:txBody>
      </p:sp>
      <p:sp>
        <p:nvSpPr>
          <p:cNvPr id="157" name="Google Shape;157;p17"/>
          <p:cNvSpPr txBox="1">
            <a:spLocks noGrp="1"/>
          </p:cNvSpPr>
          <p:nvPr>
            <p:ph type="body" idx="7"/>
          </p:nvPr>
        </p:nvSpPr>
        <p:spPr>
          <a:xfrm>
            <a:off x="3485135"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58" name="Google Shape;158;p17"/>
          <p:cNvSpPr txBox="1">
            <a:spLocks noGrp="1"/>
          </p:cNvSpPr>
          <p:nvPr>
            <p:ph type="body" idx="8"/>
          </p:nvPr>
        </p:nvSpPr>
        <p:spPr>
          <a:xfrm>
            <a:off x="3485133"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59" name="Google Shape;159;p17"/>
          <p:cNvSpPr txBox="1">
            <a:spLocks noGrp="1"/>
          </p:cNvSpPr>
          <p:nvPr>
            <p:ph type="body" idx="9"/>
          </p:nvPr>
        </p:nvSpPr>
        <p:spPr>
          <a:xfrm>
            <a:off x="6531401"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60" name="Google Shape;160;p17"/>
          <p:cNvSpPr txBox="1">
            <a:spLocks noGrp="1"/>
          </p:cNvSpPr>
          <p:nvPr>
            <p:ph type="body" idx="13"/>
          </p:nvPr>
        </p:nvSpPr>
        <p:spPr>
          <a:xfrm>
            <a:off x="6531400"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161" name="Google Shape;161;p17"/>
          <p:cNvSpPr txBox="1">
            <a:spLocks noGrp="1"/>
          </p:cNvSpPr>
          <p:nvPr>
            <p:ph type="body" idx="14"/>
          </p:nvPr>
        </p:nvSpPr>
        <p:spPr>
          <a:xfrm>
            <a:off x="9577668" y="4308200"/>
            <a:ext cx="21752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162" name="Google Shape;162;p17"/>
          <p:cNvSpPr txBox="1">
            <a:spLocks noGrp="1"/>
          </p:cNvSpPr>
          <p:nvPr>
            <p:ph type="body" idx="15"/>
          </p:nvPr>
        </p:nvSpPr>
        <p:spPr>
          <a:xfrm>
            <a:off x="9577667" y="4727400"/>
            <a:ext cx="2175200" cy="74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3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2pPr>
            <a:lvl3pPr marL="1828754" lvl="2"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3pPr>
            <a:lvl4pPr marL="2438339" lvl="3"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4pPr>
            <a:lvl5pPr marL="3047924" lvl="4"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5pPr>
            <a:lvl6pPr marL="3657509" lvl="5"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6pPr>
            <a:lvl7pPr marL="4267093" lvl="6"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7pPr>
            <a:lvl8pPr marL="4876678" lvl="7"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8pPr>
            <a:lvl9pPr marL="5486263" lvl="8" indent="-389457" rtl="0">
              <a:spcBef>
                <a:spcPts val="0"/>
              </a:spcBef>
              <a:spcAft>
                <a:spcPts val="0"/>
              </a:spcAft>
              <a:buClr>
                <a:schemeClr val="lt2"/>
              </a:buClr>
              <a:buSzPts val="1000"/>
              <a:buFont typeface="Inter"/>
              <a:buChar char="■"/>
              <a:defRPr sz="1333">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47B55B22-7B15-8EB6-42D5-384C7184378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68E1AB4-BF66-E566-C3F4-24D67F875E8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048556947"/>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08_GraphSlide" preserve="1">
  <p:cSld name="08_GraphSlide">
    <p:spTree>
      <p:nvGrpSpPr>
        <p:cNvPr id="1" name="Shape 165"/>
        <p:cNvGrpSpPr/>
        <p:nvPr/>
      </p:nvGrpSpPr>
      <p:grpSpPr>
        <a:xfrm>
          <a:off x="0" y="0"/>
          <a:ext cx="0" cy="0"/>
          <a:chOff x="0" y="0"/>
          <a:chExt cx="0" cy="0"/>
        </a:xfrm>
      </p:grpSpPr>
      <p:sp>
        <p:nvSpPr>
          <p:cNvPr id="166" name="Google Shape;166;p18"/>
          <p:cNvSpPr/>
          <p:nvPr/>
        </p:nvSpPr>
        <p:spPr>
          <a:xfrm>
            <a:off x="33" y="0"/>
            <a:ext cx="12192000" cy="6159200"/>
          </a:xfrm>
          <a:prstGeom prst="rect">
            <a:avLst/>
          </a:prstGeom>
          <a:solidFill>
            <a:schemeClr val="tx1"/>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67" name="Google Shape;167;p18"/>
          <p:cNvSpPr txBox="1">
            <a:spLocks noGrp="1"/>
          </p:cNvSpPr>
          <p:nvPr>
            <p:ph type="title"/>
          </p:nvPr>
        </p:nvSpPr>
        <p:spPr>
          <a:xfrm>
            <a:off x="2600763" y="395412"/>
            <a:ext cx="6990400" cy="74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000" b="0">
                <a:solidFill>
                  <a:schemeClr val="bg1"/>
                </a:solidFill>
                <a:latin typeface="Bebas Neue" panose="020B0606020202050201" pitchFamily="34" charset="77"/>
                <a:ea typeface="Open Sans" panose="020B0606030504020204" pitchFamily="34" charset="0"/>
                <a:cs typeface="Open Sans" panose="020B0606030504020204" pitchFamily="34" charset="0"/>
                <a:sym typeface="Inter"/>
              </a:defRPr>
            </a:lvl1pPr>
            <a:lvl2pPr lvl="1" algn="ctr" rtl="0">
              <a:spcBef>
                <a:spcPts val="0"/>
              </a:spcBef>
              <a:spcAft>
                <a:spcPts val="0"/>
              </a:spcAft>
              <a:buSzPts val="2700"/>
              <a:buFont typeface="Inter"/>
              <a:buNone/>
              <a:defRPr sz="3600" b="1">
                <a:latin typeface="Inter"/>
                <a:ea typeface="Inter"/>
                <a:cs typeface="Inter"/>
                <a:sym typeface="Inter"/>
              </a:defRPr>
            </a:lvl2pPr>
            <a:lvl3pPr lvl="2" algn="ctr" rtl="0">
              <a:spcBef>
                <a:spcPts val="0"/>
              </a:spcBef>
              <a:spcAft>
                <a:spcPts val="0"/>
              </a:spcAft>
              <a:buSzPts val="2700"/>
              <a:buFont typeface="Inter"/>
              <a:buNone/>
              <a:defRPr sz="3600" b="1">
                <a:latin typeface="Inter"/>
                <a:ea typeface="Inter"/>
                <a:cs typeface="Inter"/>
                <a:sym typeface="Inter"/>
              </a:defRPr>
            </a:lvl3pPr>
            <a:lvl4pPr lvl="3" algn="ctr" rtl="0">
              <a:spcBef>
                <a:spcPts val="0"/>
              </a:spcBef>
              <a:spcAft>
                <a:spcPts val="0"/>
              </a:spcAft>
              <a:buSzPts val="2700"/>
              <a:buFont typeface="Inter"/>
              <a:buNone/>
              <a:defRPr sz="3600" b="1">
                <a:latin typeface="Inter"/>
                <a:ea typeface="Inter"/>
                <a:cs typeface="Inter"/>
                <a:sym typeface="Inter"/>
              </a:defRPr>
            </a:lvl4pPr>
            <a:lvl5pPr lvl="4" algn="ctr" rtl="0">
              <a:spcBef>
                <a:spcPts val="0"/>
              </a:spcBef>
              <a:spcAft>
                <a:spcPts val="0"/>
              </a:spcAft>
              <a:buSzPts val="2700"/>
              <a:buFont typeface="Inter"/>
              <a:buNone/>
              <a:defRPr sz="3600" b="1">
                <a:latin typeface="Inter"/>
                <a:ea typeface="Inter"/>
                <a:cs typeface="Inter"/>
                <a:sym typeface="Inter"/>
              </a:defRPr>
            </a:lvl5pPr>
            <a:lvl6pPr lvl="5" algn="ctr" rtl="0">
              <a:spcBef>
                <a:spcPts val="0"/>
              </a:spcBef>
              <a:spcAft>
                <a:spcPts val="0"/>
              </a:spcAft>
              <a:buSzPts val="2700"/>
              <a:buFont typeface="Inter"/>
              <a:buNone/>
              <a:defRPr sz="3600" b="1">
                <a:latin typeface="Inter"/>
                <a:ea typeface="Inter"/>
                <a:cs typeface="Inter"/>
                <a:sym typeface="Inter"/>
              </a:defRPr>
            </a:lvl6pPr>
            <a:lvl7pPr lvl="6" algn="ctr" rtl="0">
              <a:spcBef>
                <a:spcPts val="0"/>
              </a:spcBef>
              <a:spcAft>
                <a:spcPts val="0"/>
              </a:spcAft>
              <a:buSzPts val="2700"/>
              <a:buFont typeface="Inter"/>
              <a:buNone/>
              <a:defRPr sz="3600" b="1">
                <a:latin typeface="Inter"/>
                <a:ea typeface="Inter"/>
                <a:cs typeface="Inter"/>
                <a:sym typeface="Inter"/>
              </a:defRPr>
            </a:lvl7pPr>
            <a:lvl8pPr lvl="7" algn="ctr" rtl="0">
              <a:spcBef>
                <a:spcPts val="0"/>
              </a:spcBef>
              <a:spcAft>
                <a:spcPts val="0"/>
              </a:spcAft>
              <a:buSzPts val="2700"/>
              <a:buFont typeface="Inter"/>
              <a:buNone/>
              <a:defRPr sz="3600" b="1">
                <a:latin typeface="Inter"/>
                <a:ea typeface="Inter"/>
                <a:cs typeface="Inter"/>
                <a:sym typeface="Inter"/>
              </a:defRPr>
            </a:lvl8pPr>
            <a:lvl9pPr lvl="8" algn="ctr" rtl="0">
              <a:spcBef>
                <a:spcPts val="0"/>
              </a:spcBef>
              <a:spcAft>
                <a:spcPts val="0"/>
              </a:spcAft>
              <a:buSzPts val="2700"/>
              <a:buFont typeface="Inter"/>
              <a:buNone/>
              <a:defRPr sz="3600" b="1">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2E19C42-3C71-BE21-7F6E-A72328F89F0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FB51793-C2A8-115D-0718-80F8D63B93D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787756139"/>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08_GraphSlide2" preserve="1">
  <p:cSld name="08_GraphSlide2">
    <p:bg>
      <p:bgPr>
        <a:solidFill>
          <a:schemeClr val="bg1"/>
        </a:solidFill>
        <a:effectLst/>
      </p:bgPr>
    </p:bg>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438867" y="457201"/>
            <a:ext cx="4571600" cy="574516"/>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800"/>
              <a:buFont typeface="Inter"/>
              <a:buNone/>
              <a:defRPr sz="3733"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9pPr>
          </a:lstStyle>
          <a:p>
            <a:endParaRPr/>
          </a:p>
        </p:txBody>
      </p:sp>
      <p:sp>
        <p:nvSpPr>
          <p:cNvPr id="172" name="Google Shape;172;p19"/>
          <p:cNvSpPr txBox="1">
            <a:spLocks noGrp="1"/>
          </p:cNvSpPr>
          <p:nvPr>
            <p:ph type="body" idx="1"/>
          </p:nvPr>
        </p:nvSpPr>
        <p:spPr>
          <a:xfrm>
            <a:off x="438867" y="1159796"/>
            <a:ext cx="4571600" cy="1094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173" name="Google Shape;173;p19"/>
          <p:cNvSpPr txBox="1">
            <a:spLocks noGrp="1"/>
          </p:cNvSpPr>
          <p:nvPr>
            <p:ph type="body" idx="2"/>
          </p:nvPr>
        </p:nvSpPr>
        <p:spPr>
          <a:xfrm>
            <a:off x="6096000" y="1159796"/>
            <a:ext cx="4571600" cy="10948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EEBDF09-5706-9221-9A10-3AA8F44C011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0862B4-7E47-4B48-2873-C13ADABA5B2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251330552"/>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08_GraphSlide2" preserve="1">
  <p:cSld name="9_GraphSlide2">
    <p:bg>
      <p:bgPr>
        <a:solidFill>
          <a:schemeClr val="tx1"/>
        </a:solidFill>
        <a:effectLst/>
      </p:bgPr>
    </p:bg>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438867" y="457201"/>
            <a:ext cx="4571600" cy="574516"/>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800"/>
              <a:buFont typeface="Inter"/>
              <a:buNone/>
              <a:defRPr sz="3733"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b="1">
                <a:solidFill>
                  <a:schemeClr val="lt2"/>
                </a:solidFill>
                <a:latin typeface="Inter"/>
                <a:ea typeface="Inter"/>
                <a:cs typeface="Inter"/>
                <a:sym typeface="Inter"/>
              </a:defRPr>
            </a:lvl9pPr>
          </a:lstStyle>
          <a:p>
            <a:endParaRPr/>
          </a:p>
        </p:txBody>
      </p:sp>
      <p:sp>
        <p:nvSpPr>
          <p:cNvPr id="172" name="Google Shape;172;p19"/>
          <p:cNvSpPr txBox="1">
            <a:spLocks noGrp="1"/>
          </p:cNvSpPr>
          <p:nvPr>
            <p:ph type="body" idx="1"/>
          </p:nvPr>
        </p:nvSpPr>
        <p:spPr>
          <a:xfrm>
            <a:off x="438867" y="1159796"/>
            <a:ext cx="4571600" cy="1094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173" name="Google Shape;173;p19"/>
          <p:cNvSpPr txBox="1">
            <a:spLocks noGrp="1"/>
          </p:cNvSpPr>
          <p:nvPr>
            <p:ph type="body" idx="2"/>
          </p:nvPr>
        </p:nvSpPr>
        <p:spPr>
          <a:xfrm>
            <a:off x="6096000" y="1159796"/>
            <a:ext cx="4571600" cy="10948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EA3B5DCC-88D1-8D3D-5B4F-B547E1F2B47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2E105C49-8291-F386-6BB5-C5DFA2B496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190286214"/>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11_DesktopScreen" preserve="1">
  <p:cSld name="11_DesktopScreen">
    <p:bg>
      <p:bgPr>
        <a:gradFill>
          <a:gsLst>
            <a:gs pos="0">
              <a:schemeClr val="tx1"/>
            </a:gs>
            <a:gs pos="100000">
              <a:schemeClr val="bg2"/>
            </a:gs>
          </a:gsLst>
          <a:lin ang="18900000" scaled="1"/>
        </a:gradFill>
        <a:effectLst/>
      </p:bgPr>
    </p:bg>
    <p:spTree>
      <p:nvGrpSpPr>
        <p:cNvPr id="1" name="Shape 176"/>
        <p:cNvGrpSpPr/>
        <p:nvPr/>
      </p:nvGrpSpPr>
      <p:grpSpPr>
        <a:xfrm>
          <a:off x="0" y="0"/>
          <a:ext cx="0" cy="0"/>
          <a:chOff x="0" y="0"/>
          <a:chExt cx="0" cy="0"/>
        </a:xfrm>
      </p:grpSpPr>
      <p:pic>
        <p:nvPicPr>
          <p:cNvPr id="17" name="Picture 16" descr="A blue and black background with dots&#10;&#10;AI-generated content may be incorrect.">
            <a:extLst>
              <a:ext uri="{FF2B5EF4-FFF2-40B4-BE49-F238E27FC236}">
                <a16:creationId xmlns:a16="http://schemas.microsoft.com/office/drawing/2014/main" id="{FC368743-3F87-5CDF-FBFD-2E95E4D496E7}"/>
              </a:ext>
            </a:extLst>
          </p:cNvPr>
          <p:cNvPicPr>
            <a:picLocks noChangeAspect="1"/>
          </p:cNvPicPr>
          <p:nvPr userDrawn="1"/>
        </p:nvPicPr>
        <p:blipFill>
          <a:blip r:embed="rId2"/>
          <a:srcRect r="9828"/>
          <a:stretch>
            <a:fillRect/>
          </a:stretch>
        </p:blipFill>
        <p:spPr>
          <a:xfrm>
            <a:off x="4474581" y="0"/>
            <a:ext cx="7717420" cy="6858000"/>
          </a:xfrm>
          <a:prstGeom prst="rect">
            <a:avLst/>
          </a:prstGeom>
        </p:spPr>
      </p:pic>
      <p:pic>
        <p:nvPicPr>
          <p:cNvPr id="177" name="Google Shape;177;p20"/>
          <p:cNvPicPr preferRelativeResize="0"/>
          <p:nvPr/>
        </p:nvPicPr>
        <p:blipFill>
          <a:blip r:embed="rId3">
            <a:alphaModFix/>
          </a:blip>
          <a:stretch>
            <a:fillRect/>
          </a:stretch>
        </p:blipFill>
        <p:spPr>
          <a:xfrm>
            <a:off x="4840382" y="793604"/>
            <a:ext cx="6909473" cy="5003285"/>
          </a:xfrm>
          <a:prstGeom prst="rect">
            <a:avLst/>
          </a:prstGeom>
          <a:noFill/>
          <a:ln>
            <a:noFill/>
          </a:ln>
          <a:effectLst/>
        </p:spPr>
      </p:pic>
      <p:sp>
        <p:nvSpPr>
          <p:cNvPr id="178" name="Google Shape;178;p20"/>
          <p:cNvSpPr txBox="1">
            <a:spLocks noGrp="1"/>
          </p:cNvSpPr>
          <p:nvPr>
            <p:ph type="title"/>
          </p:nvPr>
        </p:nvSpPr>
        <p:spPr>
          <a:xfrm>
            <a:off x="438871" y="499001"/>
            <a:ext cx="34836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lt2"/>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79" name="Google Shape;179;p20"/>
          <p:cNvSpPr txBox="1">
            <a:spLocks noGrp="1"/>
          </p:cNvSpPr>
          <p:nvPr>
            <p:ph type="body" idx="1"/>
          </p:nvPr>
        </p:nvSpPr>
        <p:spPr>
          <a:xfrm>
            <a:off x="438871" y="2369912"/>
            <a:ext cx="3483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733">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180" name="Google Shape;180;p20"/>
          <p:cNvSpPr>
            <a:spLocks noGrp="1"/>
          </p:cNvSpPr>
          <p:nvPr>
            <p:ph type="pic" idx="2"/>
          </p:nvPr>
        </p:nvSpPr>
        <p:spPr>
          <a:xfrm>
            <a:off x="4946152" y="1061111"/>
            <a:ext cx="6697931" cy="4631855"/>
          </a:xfrm>
          <a:prstGeom prst="roundRect">
            <a:avLst>
              <a:gd name="adj" fmla="val 858"/>
            </a:avLst>
          </a:prstGeom>
          <a:noFill/>
          <a:ln>
            <a:noFill/>
          </a:ln>
        </p:spPr>
        <p:txBody>
          <a:bodyPr/>
          <a:lstStyle/>
          <a:p>
            <a:endParaRPr lang="en-US"/>
          </a:p>
        </p:txBody>
      </p:sp>
      <p:sp>
        <p:nvSpPr>
          <p:cNvPr id="3" name="Footer Placeholder 3">
            <a:extLst>
              <a:ext uri="{FF2B5EF4-FFF2-40B4-BE49-F238E27FC236}">
                <a16:creationId xmlns:a16="http://schemas.microsoft.com/office/drawing/2014/main" id="{DF7555FC-3DC6-CA4A-30FC-D9624A2EA21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10" name="Graphic 9">
            <a:extLst>
              <a:ext uri="{FF2B5EF4-FFF2-40B4-BE49-F238E27FC236}">
                <a16:creationId xmlns:a16="http://schemas.microsoft.com/office/drawing/2014/main" id="{D74075CA-7B6C-A4F8-9295-7B1130EE55B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416202376"/>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11_Coding Screen Slide" preserve="1">
  <p:cSld name="11_Coding Screen Slide">
    <p:spTree>
      <p:nvGrpSpPr>
        <p:cNvPr id="1" name="Shape 183"/>
        <p:cNvGrpSpPr/>
        <p:nvPr/>
      </p:nvGrpSpPr>
      <p:grpSpPr>
        <a:xfrm>
          <a:off x="0" y="0"/>
          <a:ext cx="0" cy="0"/>
          <a:chOff x="0" y="0"/>
          <a:chExt cx="0" cy="0"/>
        </a:xfrm>
      </p:grpSpPr>
      <p:pic>
        <p:nvPicPr>
          <p:cNvPr id="5" name="Picture 4" descr="A blue and black background with dots&#10;&#10;AI-generated content may be incorrect.">
            <a:extLst>
              <a:ext uri="{FF2B5EF4-FFF2-40B4-BE49-F238E27FC236}">
                <a16:creationId xmlns:a16="http://schemas.microsoft.com/office/drawing/2014/main" id="{F9300C3C-AAB9-475C-1634-432139CF3700}"/>
              </a:ext>
            </a:extLst>
          </p:cNvPr>
          <p:cNvPicPr>
            <a:picLocks noChangeAspect="1"/>
          </p:cNvPicPr>
          <p:nvPr userDrawn="1"/>
        </p:nvPicPr>
        <p:blipFill>
          <a:blip r:embed="rId2"/>
          <a:srcRect l="-1" r="28775"/>
          <a:stretch>
            <a:fillRect/>
          </a:stretch>
        </p:blipFill>
        <p:spPr>
          <a:xfrm>
            <a:off x="6096001" y="0"/>
            <a:ext cx="6095900" cy="6858000"/>
          </a:xfrm>
          <a:prstGeom prst="rect">
            <a:avLst/>
          </a:prstGeom>
        </p:spPr>
      </p:pic>
      <p:sp>
        <p:nvSpPr>
          <p:cNvPr id="185" name="Google Shape;185;p21"/>
          <p:cNvSpPr txBox="1">
            <a:spLocks noGrp="1"/>
          </p:cNvSpPr>
          <p:nvPr>
            <p:ph type="title"/>
          </p:nvPr>
        </p:nvSpPr>
        <p:spPr>
          <a:xfrm>
            <a:off x="438871" y="457201"/>
            <a:ext cx="4571600" cy="656591"/>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186" name="Google Shape;186;p21"/>
          <p:cNvSpPr txBox="1">
            <a:spLocks noGrp="1"/>
          </p:cNvSpPr>
          <p:nvPr>
            <p:ph type="body" idx="1"/>
          </p:nvPr>
        </p:nvSpPr>
        <p:spPr>
          <a:xfrm>
            <a:off x="438871" y="1943100"/>
            <a:ext cx="4571600" cy="3252000"/>
          </a:xfrm>
          <a:prstGeom prst="rect">
            <a:avLst/>
          </a:prstGeom>
          <a:noFill/>
          <a:ln>
            <a:noFill/>
          </a:ln>
        </p:spPr>
        <p:txBody>
          <a:bodyPr spcFirstLastPara="1" wrap="square" lIns="0" tIns="0" rIns="0" bIns="0" anchor="t" anchorCtr="0">
            <a:noAutofit/>
          </a:bodyPr>
          <a:lstStyle>
            <a:lvl1pPr marL="293688" lvl="0" indent="-285750" rtl="0">
              <a:spcBef>
                <a:spcPts val="0"/>
              </a:spcBef>
              <a:spcAft>
                <a:spcPts val="0"/>
              </a:spcAft>
              <a:buClrTx/>
              <a:buSzPct val="110000"/>
              <a:buFont typeface="Arial" panose="020B0604020202020204" pitchFamily="34" charset="0"/>
              <a:buChar char="•"/>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pic>
        <p:nvPicPr>
          <p:cNvPr id="187" name="Google Shape;187;p21"/>
          <p:cNvPicPr preferRelativeResize="0"/>
          <p:nvPr/>
        </p:nvPicPr>
        <p:blipFill rotWithShape="1">
          <a:blip r:embed="rId3">
            <a:alphaModFix/>
          </a:blip>
          <a:srcRect r="18267"/>
          <a:stretch/>
        </p:blipFill>
        <p:spPr>
          <a:xfrm>
            <a:off x="6823597" y="763538"/>
            <a:ext cx="5368440" cy="4756863"/>
          </a:xfrm>
          <a:prstGeom prst="rect">
            <a:avLst/>
          </a:prstGeom>
          <a:noFill/>
          <a:ln>
            <a:noFill/>
          </a:ln>
        </p:spPr>
      </p:pic>
      <p:sp>
        <p:nvSpPr>
          <p:cNvPr id="188" name="Google Shape;188;p21"/>
          <p:cNvSpPr txBox="1">
            <a:spLocks noGrp="1"/>
          </p:cNvSpPr>
          <p:nvPr>
            <p:ph type="body" idx="2"/>
          </p:nvPr>
        </p:nvSpPr>
        <p:spPr>
          <a:xfrm>
            <a:off x="7222109" y="1333500"/>
            <a:ext cx="4571600" cy="3252000"/>
          </a:xfrm>
          <a:prstGeom prst="rect">
            <a:avLst/>
          </a:prstGeom>
          <a:noFill/>
          <a:ln>
            <a:noFill/>
          </a:ln>
        </p:spPr>
        <p:txBody>
          <a:bodyPr spcFirstLastPara="1" wrap="square" lIns="0" tIns="0" rIns="0" bIns="0" anchor="t" anchorCtr="0">
            <a:noAutofit/>
          </a:bodyPr>
          <a:lstStyle>
            <a:lvl1pPr marL="609585" lvl="0" indent="-397923" rtl="0">
              <a:spcBef>
                <a:spcPts val="0"/>
              </a:spcBef>
              <a:spcAft>
                <a:spcPts val="0"/>
              </a:spcAft>
              <a:buClrTx/>
              <a:buSzPct val="110000"/>
              <a:buFont typeface="Arial" panose="020B0604020202020204" pitchFamily="34" charset="0"/>
              <a:buChar char="•"/>
              <a:defRPr sz="1467">
                <a:solidFill>
                  <a:schemeClr val="bg1"/>
                </a:solidFill>
                <a:latin typeface="JetBrains Mono"/>
                <a:ea typeface="JetBrains Mono"/>
                <a:cs typeface="JetBrains Mono"/>
                <a:sym typeface="JetBrains Mono"/>
              </a:defRPr>
            </a:lvl1pPr>
            <a:lvl2pPr marL="1219170" lvl="1"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2pPr>
            <a:lvl3pPr marL="1828754" lvl="2"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3pPr>
            <a:lvl4pPr marL="2438339" lvl="3"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4pPr>
            <a:lvl5pPr marL="3047924" lvl="4"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5pPr>
            <a:lvl6pPr marL="3657509" lvl="5"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6pPr>
            <a:lvl7pPr marL="4267093" lvl="6"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7pPr>
            <a:lvl8pPr marL="4876678" lvl="7"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8pPr>
            <a:lvl9pPr marL="5486263" lvl="8" indent="-397923" rtl="0">
              <a:spcBef>
                <a:spcPts val="0"/>
              </a:spcBef>
              <a:spcAft>
                <a:spcPts val="0"/>
              </a:spcAft>
              <a:buClr>
                <a:schemeClr val="accent5"/>
              </a:buClr>
              <a:buSzPts val="1100"/>
              <a:buFont typeface="JetBrains Mono"/>
              <a:buChar char="■"/>
              <a:defRPr sz="1467">
                <a:solidFill>
                  <a:schemeClr val="accent5"/>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861BF3EB-878E-A61B-F70B-4FDC802D597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0DA8105E-AE7C-10C6-C3F1-CDA2A8A9F612}"/>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981612048"/>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10_Stats2Split" preserve="1">
  <p:cSld name="10_Stats2Split">
    <p:spTree>
      <p:nvGrpSpPr>
        <p:cNvPr id="1" name="Shape 191"/>
        <p:cNvGrpSpPr/>
        <p:nvPr/>
      </p:nvGrpSpPr>
      <p:grpSpPr>
        <a:xfrm>
          <a:off x="0" y="0"/>
          <a:ext cx="0" cy="0"/>
          <a:chOff x="0" y="0"/>
          <a:chExt cx="0" cy="0"/>
        </a:xfrm>
      </p:grpSpPr>
      <p:sp>
        <p:nvSpPr>
          <p:cNvPr id="192" name="Google Shape;192;p22"/>
          <p:cNvSpPr/>
          <p:nvPr/>
        </p:nvSpPr>
        <p:spPr>
          <a:xfrm>
            <a:off x="609830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193" name="Google Shape;193;p22"/>
          <p:cNvSpPr txBox="1">
            <a:spLocks noGrp="1"/>
          </p:cNvSpPr>
          <p:nvPr>
            <p:ph type="title"/>
          </p:nvPr>
        </p:nvSpPr>
        <p:spPr>
          <a:xfrm>
            <a:off x="6861704" y="1190649"/>
            <a:ext cx="4512800" cy="2665600"/>
          </a:xfrm>
          <a:prstGeom prst="rect">
            <a:avLst/>
          </a:prstGeom>
          <a:noFill/>
          <a:ln>
            <a:noFill/>
          </a:ln>
        </p:spPr>
        <p:txBody>
          <a:bodyPr spcFirstLastPara="1" wrap="square" lIns="0" tIns="0" rIns="0" bIns="0" anchor="b" anchorCtr="0">
            <a:noAutofit/>
          </a:bodyPr>
          <a:lstStyle>
            <a:lvl1pPr lvl="0" algn="ctr" rtl="0">
              <a:lnSpc>
                <a:spcPts val="10000"/>
              </a:lnSpc>
              <a:spcBef>
                <a:spcPts val="0"/>
              </a:spcBef>
              <a:spcAft>
                <a:spcPts val="0"/>
              </a:spcAft>
              <a:buClr>
                <a:schemeClr val="accent2"/>
              </a:buClr>
              <a:buSzPts val="9000"/>
              <a:buFont typeface="JetBrains Mono"/>
              <a:buNone/>
              <a:defRPr sz="9600" b="0">
                <a:solidFill>
                  <a:schemeClr val="tx1"/>
                </a:solidFill>
                <a:latin typeface="Bebas Neue" panose="020B0606020202050201" pitchFamily="34" charset="77"/>
                <a:ea typeface="Bebas Neue" panose="020B0606020202050201" pitchFamily="34" charset="77"/>
                <a:cs typeface="Bebas Neue" panose="020B0606020202050201" pitchFamily="34" charset="77"/>
                <a:sym typeface="JetBrains Mono"/>
              </a:defRPr>
            </a:lvl1pPr>
            <a:lvl2pPr lvl="1"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9pPr>
          </a:lstStyle>
          <a:p>
            <a:endParaRPr/>
          </a:p>
        </p:txBody>
      </p:sp>
      <p:sp>
        <p:nvSpPr>
          <p:cNvPr id="194" name="Google Shape;194;p22"/>
          <p:cNvSpPr txBox="1">
            <a:spLocks noGrp="1"/>
          </p:cNvSpPr>
          <p:nvPr>
            <p:ph type="subTitle" idx="1"/>
          </p:nvPr>
        </p:nvSpPr>
        <p:spPr>
          <a:xfrm>
            <a:off x="6879203" y="4388312"/>
            <a:ext cx="45128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800" spc="-150">
                <a:solidFill>
                  <a:schemeClr val="accent1"/>
                </a:solidFill>
                <a:latin typeface="DM Sans 14pt" pitchFamily="2" charset="77"/>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195" name="Google Shape;195;p22"/>
          <p:cNvSpPr txBox="1">
            <a:spLocks noGrp="1"/>
          </p:cNvSpPr>
          <p:nvPr>
            <p:ph type="title" idx="2"/>
          </p:nvPr>
        </p:nvSpPr>
        <p:spPr>
          <a:xfrm>
            <a:off x="780903" y="1190649"/>
            <a:ext cx="4554000" cy="2665600"/>
          </a:xfrm>
          <a:prstGeom prst="rect">
            <a:avLst/>
          </a:prstGeom>
          <a:noFill/>
          <a:ln>
            <a:noFill/>
          </a:ln>
        </p:spPr>
        <p:txBody>
          <a:bodyPr spcFirstLastPara="1" wrap="square" lIns="0" tIns="0" rIns="0" bIns="0" anchor="b" anchorCtr="0">
            <a:noAutofit/>
          </a:bodyPr>
          <a:lstStyle>
            <a:lvl1pPr lvl="0" algn="ctr" rtl="0">
              <a:lnSpc>
                <a:spcPts val="10000"/>
              </a:lnSpc>
              <a:spcBef>
                <a:spcPts val="0"/>
              </a:spcBef>
              <a:spcAft>
                <a:spcPts val="0"/>
              </a:spcAft>
              <a:buClr>
                <a:schemeClr val="accent2"/>
              </a:buClr>
              <a:buSzPts val="9000"/>
              <a:buFont typeface="JetBrains Mono"/>
              <a:buNone/>
              <a:defRPr sz="9600" b="0">
                <a:solidFill>
                  <a:schemeClr val="tx1"/>
                </a:solidFill>
                <a:latin typeface="Bebas Neue" panose="020B0606020202050201" pitchFamily="34" charset="77"/>
                <a:ea typeface="Bebas Neue" panose="020B0606020202050201" pitchFamily="34" charset="77"/>
                <a:cs typeface="Bebas Neue" panose="020B0606020202050201" pitchFamily="34" charset="77"/>
                <a:sym typeface="JetBrains Mono"/>
              </a:defRPr>
            </a:lvl1pPr>
            <a:lvl2pPr lvl="1"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9000"/>
              <a:buFont typeface="JetBrains Mono"/>
              <a:buNone/>
              <a:defRPr sz="12000" b="1">
                <a:solidFill>
                  <a:schemeClr val="accent2"/>
                </a:solidFill>
                <a:latin typeface="JetBrains Mono"/>
                <a:ea typeface="JetBrains Mono"/>
                <a:cs typeface="JetBrains Mono"/>
                <a:sym typeface="JetBrains Mono"/>
              </a:defRPr>
            </a:lvl9pPr>
          </a:lstStyle>
          <a:p>
            <a:endParaRPr/>
          </a:p>
        </p:txBody>
      </p:sp>
      <p:sp>
        <p:nvSpPr>
          <p:cNvPr id="196" name="Google Shape;196;p22"/>
          <p:cNvSpPr txBox="1">
            <a:spLocks noGrp="1"/>
          </p:cNvSpPr>
          <p:nvPr>
            <p:ph type="subTitle" idx="3"/>
          </p:nvPr>
        </p:nvSpPr>
        <p:spPr>
          <a:xfrm>
            <a:off x="763429" y="4388312"/>
            <a:ext cx="45540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800" spc="-150">
                <a:solidFill>
                  <a:schemeClr val="accent1"/>
                </a:solidFill>
                <a:latin typeface="DM Sans 14pt" pitchFamily="2" charset="77"/>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15D38AB5-74A5-48FE-24A0-DEDE8810E0C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6D8C7DFC-5643-36E4-CB26-E851435201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176316002"/>
      </p:ext>
    </p:extLst>
  </p:cSld>
  <p:clrMapOvr>
    <a:masterClrMapping/>
  </p:clrMapOvr>
  <p:extLst>
    <p:ext uri="{DCECCB84-F9BA-43D5-87BE-67443E8EF086}">
      <p15:sldGuideLst xmlns:p15="http://schemas.microsoft.com/office/powerpoint/2012/main">
        <p15:guide id="1" pos="3395">
          <p15:clr>
            <a:schemeClr val="accent6"/>
          </p15:clr>
        </p15:guide>
        <p15:guide id="2" pos="4323">
          <p15:clr>
            <a:schemeClr val="accent6"/>
          </p15:clr>
        </p15:guide>
        <p15:guide id="3" pos="721">
          <p15:clr>
            <a:schemeClr val="accent6"/>
          </p15:clr>
        </p15:guide>
        <p15:guide id="4" pos="6959">
          <p15:clr>
            <a:schemeClr val="accent6"/>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03_Text-heavy 2 columns" preserve="1">
  <p:cSld name="03_Text-heavy 2 columns">
    <p:spTree>
      <p:nvGrpSpPr>
        <p:cNvPr id="1" name="Shape 199"/>
        <p:cNvGrpSpPr/>
        <p:nvPr/>
      </p:nvGrpSpPr>
      <p:grpSpPr>
        <a:xfrm>
          <a:off x="0" y="0"/>
          <a:ext cx="0" cy="0"/>
          <a:chOff x="0" y="0"/>
          <a:chExt cx="0" cy="0"/>
        </a:xfrm>
      </p:grpSpPr>
      <p:sp>
        <p:nvSpPr>
          <p:cNvPr id="200" name="Google Shape;200;p23"/>
          <p:cNvSpPr/>
          <p:nvPr/>
        </p:nvSpPr>
        <p:spPr>
          <a:xfrm>
            <a:off x="6096000" y="1342267"/>
            <a:ext cx="6093600" cy="48468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01" name="Google Shape;201;p23"/>
          <p:cNvSpPr/>
          <p:nvPr/>
        </p:nvSpPr>
        <p:spPr>
          <a:xfrm>
            <a:off x="2267" y="1342267"/>
            <a:ext cx="6093600" cy="4846800"/>
          </a:xfrm>
          <a:prstGeom prst="rect">
            <a:avLst/>
          </a:prstGeom>
          <a:solidFill>
            <a:schemeClr val="tx1"/>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02" name="Google Shape;202;p23"/>
          <p:cNvSpPr txBox="1">
            <a:spLocks noGrp="1"/>
          </p:cNvSpPr>
          <p:nvPr>
            <p:ph type="title"/>
          </p:nvPr>
        </p:nvSpPr>
        <p:spPr>
          <a:xfrm>
            <a:off x="2691800" y="457201"/>
            <a:ext cx="6808400" cy="656591"/>
          </a:xfrm>
          <a:prstGeom prst="rect">
            <a:avLst/>
          </a:prstGeom>
          <a:noFill/>
          <a:ln>
            <a:noFill/>
          </a:ln>
        </p:spPr>
        <p:txBody>
          <a:bodyPr spcFirstLastPara="1" wrap="square" lIns="0" tIns="0" rIns="0" bIns="0" anchor="t" anchorCtr="0">
            <a:spAutoFit/>
          </a:bodyPr>
          <a:lstStyle>
            <a:lvl1pPr lvl="0" algn="ctr"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05" name="Google Shape;205;p23"/>
          <p:cNvSpPr txBox="1">
            <a:spLocks noGrp="1"/>
          </p:cNvSpPr>
          <p:nvPr>
            <p:ph type="body" idx="1"/>
          </p:nvPr>
        </p:nvSpPr>
        <p:spPr>
          <a:xfrm>
            <a:off x="518700" y="2203779"/>
            <a:ext cx="3244800" cy="2960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06" name="Google Shape;206;p23"/>
          <p:cNvSpPr txBox="1">
            <a:spLocks noGrp="1"/>
          </p:cNvSpPr>
          <p:nvPr>
            <p:ph type="body" idx="2"/>
          </p:nvPr>
        </p:nvSpPr>
        <p:spPr>
          <a:xfrm>
            <a:off x="518700" y="1793233"/>
            <a:ext cx="3244800" cy="419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207" name="Google Shape;207;p23"/>
          <p:cNvSpPr txBox="1">
            <a:spLocks noGrp="1"/>
          </p:cNvSpPr>
          <p:nvPr>
            <p:ph type="body" idx="3"/>
          </p:nvPr>
        </p:nvSpPr>
        <p:spPr>
          <a:xfrm>
            <a:off x="6667933" y="2203779"/>
            <a:ext cx="3244800" cy="2960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08" name="Google Shape;208;p23"/>
          <p:cNvSpPr txBox="1">
            <a:spLocks noGrp="1"/>
          </p:cNvSpPr>
          <p:nvPr>
            <p:ph type="body" idx="4"/>
          </p:nvPr>
        </p:nvSpPr>
        <p:spPr>
          <a:xfrm>
            <a:off x="6667933" y="1793233"/>
            <a:ext cx="3244800" cy="419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217E901-D256-287A-40FA-AD1A653A2196}"/>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9CB0478E-EDBD-CCC8-E5FD-C714EA4A382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035817055"/>
      </p:ext>
    </p:extLst>
  </p:cSld>
  <p:clrMapOvr>
    <a:masterClrMapping/>
  </p:clrMapOvr>
  <p:extLst>
    <p:ext uri="{DCECCB84-F9BA-43D5-87BE-67443E8EF086}">
      <p15:sldGuideLst xmlns:p15="http://schemas.microsoft.com/office/powerpoint/2012/main">
        <p15:guide id="1" pos="3395">
          <p15:clr>
            <a:schemeClr val="accent6"/>
          </p15:clr>
        </p15:guide>
        <p15:guide id="2" pos="4323">
          <p15:clr>
            <a:schemeClr val="accent6"/>
          </p15:clr>
        </p15:guide>
        <p15:guide id="3" pos="721">
          <p15:clr>
            <a:schemeClr val="accent6"/>
          </p15:clr>
        </p15:guide>
        <p15:guide id="4" pos="6959">
          <p15:clr>
            <a:schemeClr val="accent6"/>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00_Blank" preserve="1">
  <p:cSld name="00_Blank">
    <p:bg>
      <p:bgPr>
        <a:solidFill>
          <a:schemeClr val="tx2"/>
        </a:solidFill>
        <a:effectLst/>
      </p:bgPr>
    </p:bg>
    <p:spTree>
      <p:nvGrpSpPr>
        <p:cNvPr id="1" name="Shape 209"/>
        <p:cNvGrpSpPr/>
        <p:nvPr/>
      </p:nvGrpSpPr>
      <p:grpSpPr>
        <a:xfrm>
          <a:off x="0" y="0"/>
          <a:ext cx="0" cy="0"/>
          <a:chOff x="0" y="0"/>
          <a:chExt cx="0" cy="0"/>
        </a:xfrm>
      </p:grpSpPr>
      <p:sp>
        <p:nvSpPr>
          <p:cNvPr id="3" name="Footer Placeholder 3">
            <a:extLst>
              <a:ext uri="{FF2B5EF4-FFF2-40B4-BE49-F238E27FC236}">
                <a16:creationId xmlns:a16="http://schemas.microsoft.com/office/drawing/2014/main" id="{87109C73-59D3-5EAA-D3FB-6BD559DC4FB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8129B1-0339-6D65-E6BE-4896A03DE8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
        <p:nvSpPr>
          <p:cNvPr id="2" name="Google Shape;785;p88">
            <a:extLst>
              <a:ext uri="{FF2B5EF4-FFF2-40B4-BE49-F238E27FC236}">
                <a16:creationId xmlns:a16="http://schemas.microsoft.com/office/drawing/2014/main" id="{CCEF1BEA-FA12-A68C-3D50-B981DBE40FD4}"/>
              </a:ext>
            </a:extLst>
          </p:cNvPr>
          <p:cNvSpPr/>
          <p:nvPr userDrawn="1"/>
        </p:nvSpPr>
        <p:spPr>
          <a:xfrm>
            <a:off x="9567" y="9567"/>
            <a:ext cx="12182400" cy="1721200"/>
          </a:xfrm>
          <a:prstGeom prst="rect">
            <a:avLst/>
          </a:prstGeom>
          <a:solidFill>
            <a:schemeClr val="tx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Tree>
    <p:extLst>
      <p:ext uri="{BB962C8B-B14F-4D97-AF65-F5344CB8AC3E}">
        <p14:creationId xmlns:p14="http://schemas.microsoft.com/office/powerpoint/2010/main" val="445912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00_Blank" preserve="1">
  <p:cSld name="1_Blank">
    <p:bg>
      <p:bgPr>
        <a:solidFill>
          <a:schemeClr val="tx2"/>
        </a:solidFill>
        <a:effectLst/>
      </p:bgPr>
    </p:bg>
    <p:spTree>
      <p:nvGrpSpPr>
        <p:cNvPr id="1" name="Shape 209"/>
        <p:cNvGrpSpPr/>
        <p:nvPr/>
      </p:nvGrpSpPr>
      <p:grpSpPr>
        <a:xfrm>
          <a:off x="0" y="0"/>
          <a:ext cx="0" cy="0"/>
          <a:chOff x="0" y="0"/>
          <a:chExt cx="0" cy="0"/>
        </a:xfrm>
      </p:grpSpPr>
      <p:sp>
        <p:nvSpPr>
          <p:cNvPr id="3" name="Footer Placeholder 3">
            <a:extLst>
              <a:ext uri="{FF2B5EF4-FFF2-40B4-BE49-F238E27FC236}">
                <a16:creationId xmlns:a16="http://schemas.microsoft.com/office/drawing/2014/main" id="{87109C73-59D3-5EAA-D3FB-6BD559DC4FB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68129B1-0339-6D65-E6BE-4896A03DE8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99012879"/>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00_Blank" preserve="1">
  <p:cSld name="1_Blank">
    <p:bg>
      <p:bgPr>
        <a:solidFill>
          <a:schemeClr val="tx1"/>
        </a:solidFill>
        <a:effectLst/>
      </p:bgPr>
    </p:bg>
    <p:spTree>
      <p:nvGrpSpPr>
        <p:cNvPr id="1" name="Shape 209"/>
        <p:cNvGrpSpPr/>
        <p:nvPr/>
      </p:nvGrpSpPr>
      <p:grpSpPr>
        <a:xfrm>
          <a:off x="0" y="0"/>
          <a:ext cx="0" cy="0"/>
          <a:chOff x="0" y="0"/>
          <a:chExt cx="0" cy="0"/>
        </a:xfrm>
      </p:grpSpPr>
      <p:sp>
        <p:nvSpPr>
          <p:cNvPr id="7" name="Footer Placeholder 3">
            <a:extLst>
              <a:ext uri="{FF2B5EF4-FFF2-40B4-BE49-F238E27FC236}">
                <a16:creationId xmlns:a16="http://schemas.microsoft.com/office/drawing/2014/main" id="{FBF00F8E-0C3D-E1DF-D1B6-47CF6C7E915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9" name="Graphic 8">
            <a:extLst>
              <a:ext uri="{FF2B5EF4-FFF2-40B4-BE49-F238E27FC236}">
                <a16:creationId xmlns:a16="http://schemas.microsoft.com/office/drawing/2014/main" id="{FFF05D5D-4558-86E1-EAAA-950EBDDFE5F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90239757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09_List4" preserve="1">
  <p:cSld name="09_List4">
    <p:spTree>
      <p:nvGrpSpPr>
        <p:cNvPr id="1" name="Shape 212"/>
        <p:cNvGrpSpPr/>
        <p:nvPr/>
      </p:nvGrpSpPr>
      <p:grpSpPr>
        <a:xfrm>
          <a:off x="0" y="0"/>
          <a:ext cx="0" cy="0"/>
          <a:chOff x="0" y="0"/>
          <a:chExt cx="0" cy="0"/>
        </a:xfrm>
      </p:grpSpPr>
      <p:sp>
        <p:nvSpPr>
          <p:cNvPr id="213" name="Google Shape;213;p25"/>
          <p:cNvSpPr txBox="1">
            <a:spLocks noGrp="1"/>
          </p:cNvSpPr>
          <p:nvPr>
            <p:ph type="body" idx="1"/>
          </p:nvPr>
        </p:nvSpPr>
        <p:spPr>
          <a:xfrm>
            <a:off x="4681727"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4" name="Google Shape;214;p25"/>
          <p:cNvSpPr txBox="1">
            <a:spLocks noGrp="1"/>
          </p:cNvSpPr>
          <p:nvPr>
            <p:ph type="body" idx="2"/>
          </p:nvPr>
        </p:nvSpPr>
        <p:spPr>
          <a:xfrm>
            <a:off x="8420535" y="1158112"/>
            <a:ext cx="2971600" cy="1828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5" name="Google Shape;215;p25"/>
          <p:cNvSpPr txBox="1">
            <a:spLocks noGrp="1"/>
          </p:cNvSpPr>
          <p:nvPr>
            <p:ph type="body" idx="3"/>
          </p:nvPr>
        </p:nvSpPr>
        <p:spPr>
          <a:xfrm>
            <a:off x="4681727"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6" name="Google Shape;216;p25"/>
          <p:cNvSpPr txBox="1">
            <a:spLocks noGrp="1"/>
          </p:cNvSpPr>
          <p:nvPr>
            <p:ph type="body" idx="4"/>
          </p:nvPr>
        </p:nvSpPr>
        <p:spPr>
          <a:xfrm>
            <a:off x="8420535"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7" name="Google Shape;217;p25"/>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18" name="Google Shape;218;p25"/>
          <p:cNvSpPr txBox="1">
            <a:spLocks noGrp="1"/>
          </p:cNvSpPr>
          <p:nvPr>
            <p:ph type="subTitle" idx="5"/>
          </p:nvPr>
        </p:nvSpPr>
        <p:spPr>
          <a:xfrm>
            <a:off x="4689725" y="457200"/>
            <a:ext cx="3332400" cy="70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19" name="Google Shape;219;p25"/>
          <p:cNvSpPr txBox="1">
            <a:spLocks noGrp="1"/>
          </p:cNvSpPr>
          <p:nvPr>
            <p:ph type="subTitle" idx="6"/>
          </p:nvPr>
        </p:nvSpPr>
        <p:spPr>
          <a:xfrm>
            <a:off x="8420547" y="457200"/>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0" name="Google Shape;220;p25"/>
          <p:cNvSpPr txBox="1">
            <a:spLocks noGrp="1"/>
          </p:cNvSpPr>
          <p:nvPr>
            <p:ph type="subTitle" idx="7"/>
          </p:nvPr>
        </p:nvSpPr>
        <p:spPr>
          <a:xfrm>
            <a:off x="4689725"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1" name="Google Shape;221;p25"/>
          <p:cNvSpPr txBox="1">
            <a:spLocks noGrp="1"/>
          </p:cNvSpPr>
          <p:nvPr>
            <p:ph type="subTitle" idx="8"/>
          </p:nvPr>
        </p:nvSpPr>
        <p:spPr>
          <a:xfrm>
            <a:off x="8420547"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C87023C-99FC-892F-45C7-8BED48A86C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9F14C4F-70C5-339A-E79C-84A96C658D9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01448843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09_List4" preserve="1">
  <p:cSld name="10_List4">
    <p:bg>
      <p:bgPr>
        <a:solidFill>
          <a:schemeClr val="tx1"/>
        </a:solidFill>
        <a:effectLst/>
      </p:bgPr>
    </p:bg>
    <p:spTree>
      <p:nvGrpSpPr>
        <p:cNvPr id="1" name="Shape 212"/>
        <p:cNvGrpSpPr/>
        <p:nvPr/>
      </p:nvGrpSpPr>
      <p:grpSpPr>
        <a:xfrm>
          <a:off x="0" y="0"/>
          <a:ext cx="0" cy="0"/>
          <a:chOff x="0" y="0"/>
          <a:chExt cx="0" cy="0"/>
        </a:xfrm>
      </p:grpSpPr>
      <p:sp>
        <p:nvSpPr>
          <p:cNvPr id="213" name="Google Shape;213;p25"/>
          <p:cNvSpPr txBox="1">
            <a:spLocks noGrp="1"/>
          </p:cNvSpPr>
          <p:nvPr>
            <p:ph type="body" idx="1"/>
          </p:nvPr>
        </p:nvSpPr>
        <p:spPr>
          <a:xfrm>
            <a:off x="4681727"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4" name="Google Shape;214;p25"/>
          <p:cNvSpPr txBox="1">
            <a:spLocks noGrp="1"/>
          </p:cNvSpPr>
          <p:nvPr>
            <p:ph type="body" idx="2"/>
          </p:nvPr>
        </p:nvSpPr>
        <p:spPr>
          <a:xfrm>
            <a:off x="8420535" y="1158112"/>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5" name="Google Shape;215;p25"/>
          <p:cNvSpPr txBox="1">
            <a:spLocks noGrp="1"/>
          </p:cNvSpPr>
          <p:nvPr>
            <p:ph type="body" idx="3"/>
          </p:nvPr>
        </p:nvSpPr>
        <p:spPr>
          <a:xfrm>
            <a:off x="4681727"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6" name="Google Shape;216;p25"/>
          <p:cNvSpPr txBox="1">
            <a:spLocks noGrp="1"/>
          </p:cNvSpPr>
          <p:nvPr>
            <p:ph type="body" idx="4"/>
          </p:nvPr>
        </p:nvSpPr>
        <p:spPr>
          <a:xfrm>
            <a:off x="8420535" y="3758319"/>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17" name="Google Shape;217;p25"/>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18" name="Google Shape;218;p25"/>
          <p:cNvSpPr txBox="1">
            <a:spLocks noGrp="1"/>
          </p:cNvSpPr>
          <p:nvPr>
            <p:ph type="subTitle" idx="5"/>
          </p:nvPr>
        </p:nvSpPr>
        <p:spPr>
          <a:xfrm>
            <a:off x="4689725" y="457200"/>
            <a:ext cx="3332400" cy="70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19" name="Google Shape;219;p25"/>
          <p:cNvSpPr txBox="1">
            <a:spLocks noGrp="1"/>
          </p:cNvSpPr>
          <p:nvPr>
            <p:ph type="subTitle" idx="6"/>
          </p:nvPr>
        </p:nvSpPr>
        <p:spPr>
          <a:xfrm>
            <a:off x="8420547" y="457200"/>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0" name="Google Shape;220;p25"/>
          <p:cNvSpPr txBox="1">
            <a:spLocks noGrp="1"/>
          </p:cNvSpPr>
          <p:nvPr>
            <p:ph type="subTitle" idx="7"/>
          </p:nvPr>
        </p:nvSpPr>
        <p:spPr>
          <a:xfrm>
            <a:off x="4689725"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21" name="Google Shape;221;p25"/>
          <p:cNvSpPr txBox="1">
            <a:spLocks noGrp="1"/>
          </p:cNvSpPr>
          <p:nvPr>
            <p:ph type="subTitle" idx="8"/>
          </p:nvPr>
        </p:nvSpPr>
        <p:spPr>
          <a:xfrm>
            <a:off x="8420547" y="3057369"/>
            <a:ext cx="3332400" cy="70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 name="Footer Placeholder 3">
            <a:extLst>
              <a:ext uri="{FF2B5EF4-FFF2-40B4-BE49-F238E27FC236}">
                <a16:creationId xmlns:a16="http://schemas.microsoft.com/office/drawing/2014/main" id="{293CCEE9-6BC0-373E-D29B-EC1E05C2C69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2D4A3717-ACEF-B62B-E158-907BF9114E6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927055050"/>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09_List4 + Icons" preserve="1">
  <p:cSld name="09_List4 + Icons">
    <p:spTree>
      <p:nvGrpSpPr>
        <p:cNvPr id="1" name="Shape 224"/>
        <p:cNvGrpSpPr/>
        <p:nvPr/>
      </p:nvGrpSpPr>
      <p:grpSpPr>
        <a:xfrm>
          <a:off x="0" y="0"/>
          <a:ext cx="0" cy="0"/>
          <a:chOff x="0" y="0"/>
          <a:chExt cx="0" cy="0"/>
        </a:xfrm>
      </p:grpSpPr>
      <p:sp>
        <p:nvSpPr>
          <p:cNvPr id="225" name="Google Shape;225;p26"/>
          <p:cNvSpPr txBox="1">
            <a:spLocks noGrp="1"/>
          </p:cNvSpPr>
          <p:nvPr>
            <p:ph type="body" idx="1"/>
          </p:nvPr>
        </p:nvSpPr>
        <p:spPr>
          <a:xfrm>
            <a:off x="468172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6" name="Google Shape;226;p26"/>
          <p:cNvSpPr txBox="1">
            <a:spLocks noGrp="1"/>
          </p:cNvSpPr>
          <p:nvPr>
            <p:ph type="body" idx="2"/>
          </p:nvPr>
        </p:nvSpPr>
        <p:spPr>
          <a:xfrm>
            <a:off x="833885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7" name="Google Shape;227;p26"/>
          <p:cNvSpPr txBox="1">
            <a:spLocks noGrp="1"/>
          </p:cNvSpPr>
          <p:nvPr>
            <p:ph type="body" idx="3"/>
          </p:nvPr>
        </p:nvSpPr>
        <p:spPr>
          <a:xfrm>
            <a:off x="468172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8" name="Google Shape;228;p26"/>
          <p:cNvSpPr txBox="1">
            <a:spLocks noGrp="1"/>
          </p:cNvSpPr>
          <p:nvPr>
            <p:ph type="body" idx="4"/>
          </p:nvPr>
        </p:nvSpPr>
        <p:spPr>
          <a:xfrm>
            <a:off x="833885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9" name="Google Shape;229;p26"/>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212E61FC-EE78-658A-E879-EAB7E3B3A871}"/>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7D83C27-81A8-96BE-4A69-B9E703C35C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6878860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09_List4 + Icons" preserve="1">
  <p:cSld name="10_List4 + Icons">
    <p:bg>
      <p:bgPr>
        <a:solidFill>
          <a:schemeClr val="tx1"/>
        </a:solidFill>
        <a:effectLst/>
      </p:bgPr>
    </p:bg>
    <p:spTree>
      <p:nvGrpSpPr>
        <p:cNvPr id="1" name="Shape 224"/>
        <p:cNvGrpSpPr/>
        <p:nvPr/>
      </p:nvGrpSpPr>
      <p:grpSpPr>
        <a:xfrm>
          <a:off x="0" y="0"/>
          <a:ext cx="0" cy="0"/>
          <a:chOff x="0" y="0"/>
          <a:chExt cx="0" cy="0"/>
        </a:xfrm>
      </p:grpSpPr>
      <p:sp>
        <p:nvSpPr>
          <p:cNvPr id="225" name="Google Shape;225;p26"/>
          <p:cNvSpPr txBox="1">
            <a:spLocks noGrp="1"/>
          </p:cNvSpPr>
          <p:nvPr>
            <p:ph type="body" idx="1"/>
          </p:nvPr>
        </p:nvSpPr>
        <p:spPr>
          <a:xfrm>
            <a:off x="468172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6" name="Google Shape;226;p26"/>
          <p:cNvSpPr txBox="1">
            <a:spLocks noGrp="1"/>
          </p:cNvSpPr>
          <p:nvPr>
            <p:ph type="body" idx="2"/>
          </p:nvPr>
        </p:nvSpPr>
        <p:spPr>
          <a:xfrm>
            <a:off x="8338857" y="1472437"/>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7" name="Google Shape;227;p26"/>
          <p:cNvSpPr txBox="1">
            <a:spLocks noGrp="1"/>
          </p:cNvSpPr>
          <p:nvPr>
            <p:ph type="body" idx="3"/>
          </p:nvPr>
        </p:nvSpPr>
        <p:spPr>
          <a:xfrm>
            <a:off x="4681727" y="4072644"/>
            <a:ext cx="2971600" cy="18288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8" name="Google Shape;228;p26"/>
          <p:cNvSpPr txBox="1">
            <a:spLocks noGrp="1"/>
          </p:cNvSpPr>
          <p:nvPr>
            <p:ph type="body" idx="4"/>
          </p:nvPr>
        </p:nvSpPr>
        <p:spPr>
          <a:xfrm>
            <a:off x="8338857" y="4072644"/>
            <a:ext cx="2971600" cy="1828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29" name="Google Shape;229;p26"/>
          <p:cNvSpPr txBox="1">
            <a:spLocks noGrp="1"/>
          </p:cNvSpPr>
          <p:nvPr>
            <p:ph type="title"/>
          </p:nvPr>
        </p:nvSpPr>
        <p:spPr>
          <a:xfrm>
            <a:off x="438871" y="457200"/>
            <a:ext cx="2742800" cy="266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7105F97-9F8D-5AE1-1867-D0206D1EBE3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40BDC92E-5F9F-A49A-D636-6C77288BDFE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54416695"/>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09_List6" preserve="1">
  <p:cSld name="09_List6">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234" name="Google Shape;234;p2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35" name="Google Shape;235;p27"/>
          <p:cNvSpPr txBox="1">
            <a:spLocks noGrp="1"/>
          </p:cNvSpPr>
          <p:nvPr>
            <p:ph type="subTitle" idx="2"/>
          </p:nvPr>
        </p:nvSpPr>
        <p:spPr>
          <a:xfrm>
            <a:off x="440351"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6" name="Google Shape;236;p27"/>
          <p:cNvSpPr txBox="1">
            <a:spLocks noGrp="1"/>
          </p:cNvSpPr>
          <p:nvPr>
            <p:ph type="subTitle" idx="3"/>
          </p:nvPr>
        </p:nvSpPr>
        <p:spPr>
          <a:xfrm>
            <a:off x="440351"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7" name="Google Shape;237;p27"/>
          <p:cNvSpPr txBox="1">
            <a:spLocks noGrp="1"/>
          </p:cNvSpPr>
          <p:nvPr>
            <p:ph type="subTitle" idx="4"/>
          </p:nvPr>
        </p:nvSpPr>
        <p:spPr>
          <a:xfrm>
            <a:off x="4330940"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8" name="Google Shape;238;p27"/>
          <p:cNvSpPr txBox="1">
            <a:spLocks noGrp="1"/>
          </p:cNvSpPr>
          <p:nvPr>
            <p:ph type="subTitle" idx="5"/>
          </p:nvPr>
        </p:nvSpPr>
        <p:spPr>
          <a:xfrm>
            <a:off x="4330940"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9" name="Google Shape;239;p27"/>
          <p:cNvSpPr txBox="1">
            <a:spLocks noGrp="1"/>
          </p:cNvSpPr>
          <p:nvPr>
            <p:ph type="subTitle" idx="6"/>
          </p:nvPr>
        </p:nvSpPr>
        <p:spPr>
          <a:xfrm>
            <a:off x="8221528"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0" name="Google Shape;240;p27"/>
          <p:cNvSpPr txBox="1">
            <a:spLocks noGrp="1"/>
          </p:cNvSpPr>
          <p:nvPr>
            <p:ph type="subTitle" idx="7"/>
          </p:nvPr>
        </p:nvSpPr>
        <p:spPr>
          <a:xfrm>
            <a:off x="8221528"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41" name="Google Shape;241;p27"/>
          <p:cNvSpPr txBox="1">
            <a:spLocks noGrp="1"/>
          </p:cNvSpPr>
          <p:nvPr>
            <p:ph type="subTitle" idx="8"/>
          </p:nvPr>
        </p:nvSpPr>
        <p:spPr>
          <a:xfrm>
            <a:off x="440351"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2" name="Google Shape;242;p27"/>
          <p:cNvSpPr txBox="1">
            <a:spLocks noGrp="1"/>
          </p:cNvSpPr>
          <p:nvPr>
            <p:ph type="subTitle" idx="9"/>
          </p:nvPr>
        </p:nvSpPr>
        <p:spPr>
          <a:xfrm>
            <a:off x="440351"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3" name="Google Shape;243;p27"/>
          <p:cNvSpPr txBox="1">
            <a:spLocks noGrp="1"/>
          </p:cNvSpPr>
          <p:nvPr>
            <p:ph type="subTitle" idx="13"/>
          </p:nvPr>
        </p:nvSpPr>
        <p:spPr>
          <a:xfrm>
            <a:off x="4330940"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4" name="Google Shape;244;p27"/>
          <p:cNvSpPr txBox="1">
            <a:spLocks noGrp="1"/>
          </p:cNvSpPr>
          <p:nvPr>
            <p:ph type="subTitle" idx="14"/>
          </p:nvPr>
        </p:nvSpPr>
        <p:spPr>
          <a:xfrm>
            <a:off x="4330940"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5" name="Google Shape;245;p27"/>
          <p:cNvSpPr txBox="1">
            <a:spLocks noGrp="1"/>
          </p:cNvSpPr>
          <p:nvPr>
            <p:ph type="subTitle" idx="15"/>
          </p:nvPr>
        </p:nvSpPr>
        <p:spPr>
          <a:xfrm>
            <a:off x="8221528"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6" name="Google Shape;246;p27"/>
          <p:cNvSpPr txBox="1">
            <a:spLocks noGrp="1"/>
          </p:cNvSpPr>
          <p:nvPr>
            <p:ph type="subTitle" idx="16"/>
          </p:nvPr>
        </p:nvSpPr>
        <p:spPr>
          <a:xfrm>
            <a:off x="8221528"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1BD36F5-CF25-24F4-6212-DAFC8641D2F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BC59A85-5150-87E9-5D1B-2602D0CD1A9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61011670"/>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09_List6" preserve="1">
  <p:cSld name="10_List6">
    <p:bg>
      <p:bgPr>
        <a:solidFill>
          <a:schemeClr val="tx1"/>
        </a:solidFill>
        <a:effectLst/>
      </p:bgPr>
    </p:bg>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234" name="Google Shape;234;p2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35" name="Google Shape;235;p27"/>
          <p:cNvSpPr txBox="1">
            <a:spLocks noGrp="1"/>
          </p:cNvSpPr>
          <p:nvPr>
            <p:ph type="subTitle" idx="2"/>
          </p:nvPr>
        </p:nvSpPr>
        <p:spPr>
          <a:xfrm>
            <a:off x="440351"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6" name="Google Shape;236;p27"/>
          <p:cNvSpPr txBox="1">
            <a:spLocks noGrp="1"/>
          </p:cNvSpPr>
          <p:nvPr>
            <p:ph type="subTitle" idx="3"/>
          </p:nvPr>
        </p:nvSpPr>
        <p:spPr>
          <a:xfrm>
            <a:off x="440351"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7" name="Google Shape;237;p27"/>
          <p:cNvSpPr txBox="1">
            <a:spLocks noGrp="1"/>
          </p:cNvSpPr>
          <p:nvPr>
            <p:ph type="subTitle" idx="4"/>
          </p:nvPr>
        </p:nvSpPr>
        <p:spPr>
          <a:xfrm>
            <a:off x="4330940"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38" name="Google Shape;238;p27"/>
          <p:cNvSpPr txBox="1">
            <a:spLocks noGrp="1"/>
          </p:cNvSpPr>
          <p:nvPr>
            <p:ph type="subTitle" idx="5"/>
          </p:nvPr>
        </p:nvSpPr>
        <p:spPr>
          <a:xfrm>
            <a:off x="4330940"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39" name="Google Shape;239;p27"/>
          <p:cNvSpPr txBox="1">
            <a:spLocks noGrp="1"/>
          </p:cNvSpPr>
          <p:nvPr>
            <p:ph type="subTitle" idx="6"/>
          </p:nvPr>
        </p:nvSpPr>
        <p:spPr>
          <a:xfrm>
            <a:off x="8221528" y="31570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0" name="Google Shape;240;p27"/>
          <p:cNvSpPr txBox="1">
            <a:spLocks noGrp="1"/>
          </p:cNvSpPr>
          <p:nvPr>
            <p:ph type="subTitle" idx="7"/>
          </p:nvPr>
        </p:nvSpPr>
        <p:spPr>
          <a:xfrm>
            <a:off x="8221528" y="34926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41" name="Google Shape;241;p27"/>
          <p:cNvSpPr txBox="1">
            <a:spLocks noGrp="1"/>
          </p:cNvSpPr>
          <p:nvPr>
            <p:ph type="subTitle" idx="8"/>
          </p:nvPr>
        </p:nvSpPr>
        <p:spPr>
          <a:xfrm>
            <a:off x="440351"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2" name="Google Shape;242;p27"/>
          <p:cNvSpPr txBox="1">
            <a:spLocks noGrp="1"/>
          </p:cNvSpPr>
          <p:nvPr>
            <p:ph type="subTitle" idx="9"/>
          </p:nvPr>
        </p:nvSpPr>
        <p:spPr>
          <a:xfrm>
            <a:off x="440351"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3" name="Google Shape;243;p27"/>
          <p:cNvSpPr txBox="1">
            <a:spLocks noGrp="1"/>
          </p:cNvSpPr>
          <p:nvPr>
            <p:ph type="subTitle" idx="13"/>
          </p:nvPr>
        </p:nvSpPr>
        <p:spPr>
          <a:xfrm>
            <a:off x="4330940"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4" name="Google Shape;244;p27"/>
          <p:cNvSpPr txBox="1">
            <a:spLocks noGrp="1"/>
          </p:cNvSpPr>
          <p:nvPr>
            <p:ph type="subTitle" idx="14"/>
          </p:nvPr>
        </p:nvSpPr>
        <p:spPr>
          <a:xfrm>
            <a:off x="4330940"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245" name="Google Shape;245;p27"/>
          <p:cNvSpPr txBox="1">
            <a:spLocks noGrp="1"/>
          </p:cNvSpPr>
          <p:nvPr>
            <p:ph type="subTitle" idx="15"/>
          </p:nvPr>
        </p:nvSpPr>
        <p:spPr>
          <a:xfrm>
            <a:off x="8221528" y="5019337"/>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46" name="Google Shape;246;p27"/>
          <p:cNvSpPr txBox="1">
            <a:spLocks noGrp="1"/>
          </p:cNvSpPr>
          <p:nvPr>
            <p:ph type="subTitle" idx="16"/>
          </p:nvPr>
        </p:nvSpPr>
        <p:spPr>
          <a:xfrm>
            <a:off x="8221528" y="5355012"/>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2pPr>
            <a:lvl3pPr lvl="2"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3pPr>
            <a:lvl4pPr lvl="3"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4pPr>
            <a:lvl5pPr lvl="4"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5pPr>
            <a:lvl6pPr lvl="5"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6pPr>
            <a:lvl7pPr lvl="6"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7pPr>
            <a:lvl8pPr lvl="7"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8pPr>
            <a:lvl9pPr lvl="8" rtl="0">
              <a:spcBef>
                <a:spcPts val="0"/>
              </a:spcBef>
              <a:spcAft>
                <a:spcPts val="0"/>
              </a:spcAft>
              <a:buClr>
                <a:schemeClr val="dk1"/>
              </a:buClr>
              <a:buSzPts val="1100"/>
              <a:buFont typeface="Inter"/>
              <a:buNone/>
              <a:defRPr sz="1467">
                <a:solidFill>
                  <a:schemeClr val="dk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381565C1-2B3E-E1D2-2EF7-FCFE93B84F8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215BD2A-427F-8B92-90BB-A6CA66B4FA2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837614482"/>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matchingName="09_List3" preserve="1">
  <p:cSld name="09_List3">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51" name="Google Shape;251;p28"/>
          <p:cNvSpPr txBox="1">
            <a:spLocks noGrp="1"/>
          </p:cNvSpPr>
          <p:nvPr>
            <p:ph type="subTitle" idx="1"/>
          </p:nvPr>
        </p:nvSpPr>
        <p:spPr>
          <a:xfrm>
            <a:off x="760017"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2" name="Google Shape;252;p28"/>
          <p:cNvSpPr txBox="1">
            <a:spLocks noGrp="1"/>
          </p:cNvSpPr>
          <p:nvPr>
            <p:ph type="subTitle" idx="2"/>
          </p:nvPr>
        </p:nvSpPr>
        <p:spPr>
          <a:xfrm>
            <a:off x="760017"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3" name="Google Shape;253;p28"/>
          <p:cNvSpPr txBox="1">
            <a:spLocks noGrp="1"/>
          </p:cNvSpPr>
          <p:nvPr>
            <p:ph type="subTitle" idx="3"/>
          </p:nvPr>
        </p:nvSpPr>
        <p:spPr>
          <a:xfrm>
            <a:off x="4418860"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4" name="Google Shape;254;p28"/>
          <p:cNvSpPr txBox="1">
            <a:spLocks noGrp="1"/>
          </p:cNvSpPr>
          <p:nvPr>
            <p:ph type="subTitle" idx="4"/>
          </p:nvPr>
        </p:nvSpPr>
        <p:spPr>
          <a:xfrm>
            <a:off x="4418860"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5" name="Google Shape;255;p28"/>
          <p:cNvSpPr txBox="1">
            <a:spLocks noGrp="1"/>
          </p:cNvSpPr>
          <p:nvPr>
            <p:ph type="subTitle" idx="5"/>
          </p:nvPr>
        </p:nvSpPr>
        <p:spPr>
          <a:xfrm>
            <a:off x="8077703"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6" name="Google Shape;256;p28"/>
          <p:cNvSpPr txBox="1">
            <a:spLocks noGrp="1"/>
          </p:cNvSpPr>
          <p:nvPr>
            <p:ph type="subTitle" idx="6"/>
          </p:nvPr>
        </p:nvSpPr>
        <p:spPr>
          <a:xfrm>
            <a:off x="8077703"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8E06CA1-6CA0-086A-BDB3-B62AE9AAE9D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BBD9587-62FD-2397-D758-BA626C67DFD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096404099"/>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matchingName="09_List3" preserve="1">
  <p:cSld name="10_List3">
    <p:bg>
      <p:bgPr>
        <a:solidFill>
          <a:schemeClr val="tx1"/>
        </a:solidFill>
        <a:effectLst/>
      </p:bgPr>
    </p:bg>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51" name="Google Shape;251;p28"/>
          <p:cNvSpPr txBox="1">
            <a:spLocks noGrp="1"/>
          </p:cNvSpPr>
          <p:nvPr>
            <p:ph type="subTitle" idx="1"/>
          </p:nvPr>
        </p:nvSpPr>
        <p:spPr>
          <a:xfrm>
            <a:off x="760017"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2" name="Google Shape;252;p28"/>
          <p:cNvSpPr txBox="1">
            <a:spLocks noGrp="1"/>
          </p:cNvSpPr>
          <p:nvPr>
            <p:ph type="subTitle" idx="2"/>
          </p:nvPr>
        </p:nvSpPr>
        <p:spPr>
          <a:xfrm>
            <a:off x="760017"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3" name="Google Shape;253;p28"/>
          <p:cNvSpPr txBox="1">
            <a:spLocks noGrp="1"/>
          </p:cNvSpPr>
          <p:nvPr>
            <p:ph type="subTitle" idx="3"/>
          </p:nvPr>
        </p:nvSpPr>
        <p:spPr>
          <a:xfrm>
            <a:off x="4418860"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4" name="Google Shape;254;p28"/>
          <p:cNvSpPr txBox="1">
            <a:spLocks noGrp="1"/>
          </p:cNvSpPr>
          <p:nvPr>
            <p:ph type="subTitle" idx="4"/>
          </p:nvPr>
        </p:nvSpPr>
        <p:spPr>
          <a:xfrm>
            <a:off x="4418860"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55" name="Google Shape;255;p28"/>
          <p:cNvSpPr txBox="1">
            <a:spLocks noGrp="1"/>
          </p:cNvSpPr>
          <p:nvPr>
            <p:ph type="subTitle" idx="5"/>
          </p:nvPr>
        </p:nvSpPr>
        <p:spPr>
          <a:xfrm>
            <a:off x="8077703" y="3785688"/>
            <a:ext cx="3180400" cy="151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56" name="Google Shape;256;p28"/>
          <p:cNvSpPr txBox="1">
            <a:spLocks noGrp="1"/>
          </p:cNvSpPr>
          <p:nvPr>
            <p:ph type="subTitle" idx="6"/>
          </p:nvPr>
        </p:nvSpPr>
        <p:spPr>
          <a:xfrm>
            <a:off x="8077703" y="3134275"/>
            <a:ext cx="3180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E99580A-F042-9F68-D73C-C34C338F88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A957770E-D43E-8541-F562-CFFF096B22B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5122145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matchingName="08_Checkilst" preserve="1">
  <p:cSld name="08_Checkilst">
    <p:bg>
      <p:bgPr>
        <a:solidFill>
          <a:schemeClr val="tx1"/>
        </a:solidFill>
        <a:effectLst/>
      </p:bgPr>
    </p:bg>
    <p:spTree>
      <p:nvGrpSpPr>
        <p:cNvPr id="1" name="Shape 259"/>
        <p:cNvGrpSpPr/>
        <p:nvPr/>
      </p:nvGrpSpPr>
      <p:grpSpPr>
        <a:xfrm>
          <a:off x="0" y="0"/>
          <a:ext cx="0" cy="0"/>
          <a:chOff x="0" y="0"/>
          <a:chExt cx="0" cy="0"/>
        </a:xfrm>
      </p:grpSpPr>
      <p:sp>
        <p:nvSpPr>
          <p:cNvPr id="260" name="Google Shape;260;p29"/>
          <p:cNvSpPr/>
          <p:nvPr/>
        </p:nvSpPr>
        <p:spPr>
          <a:xfrm>
            <a:off x="466315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1" name="Google Shape;261;p29"/>
          <p:cNvSpPr/>
          <p:nvPr/>
        </p:nvSpPr>
        <p:spPr>
          <a:xfrm>
            <a:off x="466315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2" name="Google Shape;262;p29"/>
          <p:cNvSpPr txBox="1">
            <a:spLocks noGrp="1"/>
          </p:cNvSpPr>
          <p:nvPr>
            <p:ph type="title"/>
          </p:nvPr>
        </p:nvSpPr>
        <p:spPr>
          <a:xfrm>
            <a:off x="4780515" y="1893425"/>
            <a:ext cx="2630800" cy="514400"/>
          </a:xfrm>
          <a:prstGeom prst="rect">
            <a:avLst/>
          </a:prstGeom>
          <a:noFill/>
          <a:ln>
            <a:noFill/>
          </a:ln>
        </p:spPr>
        <p:txBody>
          <a:bodyPr spcFirstLastPara="1" wrap="square" lIns="34275" tIns="34275" rIns="34275" bIns="34275" anchor="ctr" anchorCtr="0">
            <a:noAutofit/>
          </a:bodyPr>
          <a:lstStyle>
            <a:lvl1pPr lvl="0" algn="ctr">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3" name="Google Shape;263;p29"/>
          <p:cNvSpPr/>
          <p:nvPr/>
        </p:nvSpPr>
        <p:spPr>
          <a:xfrm>
            <a:off x="818752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4" name="Google Shape;264;p29"/>
          <p:cNvSpPr/>
          <p:nvPr/>
        </p:nvSpPr>
        <p:spPr>
          <a:xfrm>
            <a:off x="818752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5" name="Google Shape;265;p29"/>
          <p:cNvSpPr txBox="1">
            <a:spLocks noGrp="1"/>
          </p:cNvSpPr>
          <p:nvPr>
            <p:ph type="title" idx="2"/>
          </p:nvPr>
        </p:nvSpPr>
        <p:spPr>
          <a:xfrm>
            <a:off x="8304887" y="18934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6" name="Google Shape;266;p29"/>
          <p:cNvSpPr/>
          <p:nvPr/>
        </p:nvSpPr>
        <p:spPr>
          <a:xfrm>
            <a:off x="1138783" y="2457663"/>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7" name="Google Shape;267;p29"/>
          <p:cNvSpPr/>
          <p:nvPr/>
        </p:nvSpPr>
        <p:spPr>
          <a:xfrm>
            <a:off x="1138783" y="1843563"/>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8" name="Google Shape;268;p29"/>
          <p:cNvSpPr txBox="1">
            <a:spLocks noGrp="1"/>
          </p:cNvSpPr>
          <p:nvPr>
            <p:ph type="title" idx="3"/>
          </p:nvPr>
        </p:nvSpPr>
        <p:spPr>
          <a:xfrm>
            <a:off x="1256143" y="18934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lt2"/>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9" name="Google Shape;269;p29"/>
          <p:cNvSpPr txBox="1">
            <a:spLocks noGrp="1"/>
          </p:cNvSpPr>
          <p:nvPr>
            <p:ph type="body" idx="1"/>
          </p:nvPr>
        </p:nvSpPr>
        <p:spPr>
          <a:xfrm>
            <a:off x="1365092" y="2666525"/>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0" name="Google Shape;270;p29"/>
          <p:cNvSpPr txBox="1">
            <a:spLocks noGrp="1"/>
          </p:cNvSpPr>
          <p:nvPr>
            <p:ph type="body" idx="4"/>
          </p:nvPr>
        </p:nvSpPr>
        <p:spPr>
          <a:xfrm>
            <a:off x="4883177"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1" name="Google Shape;271;p29"/>
          <p:cNvSpPr txBox="1">
            <a:spLocks noGrp="1"/>
          </p:cNvSpPr>
          <p:nvPr>
            <p:ph type="body" idx="5"/>
          </p:nvPr>
        </p:nvSpPr>
        <p:spPr>
          <a:xfrm>
            <a:off x="8401261"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lt2"/>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2" name="Google Shape;272;p29"/>
          <p:cNvSpPr txBox="1">
            <a:spLocks noGrp="1"/>
          </p:cNvSpPr>
          <p:nvPr>
            <p:ph type="title" idx="6"/>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73" name="Google Shape;273;p29"/>
          <p:cNvSpPr/>
          <p:nvPr/>
        </p:nvSpPr>
        <p:spPr>
          <a:xfrm>
            <a:off x="466315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4" name="Google Shape;274;p29"/>
          <p:cNvSpPr txBox="1">
            <a:spLocks noGrp="1"/>
          </p:cNvSpPr>
          <p:nvPr>
            <p:ph type="title" idx="7"/>
          </p:nvPr>
        </p:nvSpPr>
        <p:spPr>
          <a:xfrm>
            <a:off x="4780515"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5" name="Google Shape;275;p29"/>
          <p:cNvSpPr/>
          <p:nvPr/>
        </p:nvSpPr>
        <p:spPr>
          <a:xfrm>
            <a:off x="818752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6" name="Google Shape;276;p29"/>
          <p:cNvSpPr txBox="1">
            <a:spLocks noGrp="1"/>
          </p:cNvSpPr>
          <p:nvPr>
            <p:ph type="title" idx="8"/>
          </p:nvPr>
        </p:nvSpPr>
        <p:spPr>
          <a:xfrm>
            <a:off x="8304887"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7" name="Google Shape;277;p29"/>
          <p:cNvSpPr/>
          <p:nvPr/>
        </p:nvSpPr>
        <p:spPr>
          <a:xfrm>
            <a:off x="1138783" y="5045137"/>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8" name="Google Shape;278;p29"/>
          <p:cNvSpPr txBox="1">
            <a:spLocks noGrp="1"/>
          </p:cNvSpPr>
          <p:nvPr>
            <p:ph type="title" idx="9"/>
          </p:nvPr>
        </p:nvSpPr>
        <p:spPr>
          <a:xfrm>
            <a:off x="1256143" y="50950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8BB4D756-AC95-D3F0-E1AD-5C551D26F07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956C609-6BDE-7505-BB18-40CC6B5C18B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947413098"/>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matchingName="08_Checkilst" preserve="1">
  <p:cSld name="9_Checkilst">
    <p:bg>
      <p:bgPr>
        <a:solidFill>
          <a:schemeClr val="bg1"/>
        </a:solidFill>
        <a:effectLst/>
      </p:bgPr>
    </p:bg>
    <p:spTree>
      <p:nvGrpSpPr>
        <p:cNvPr id="1" name="Shape 259"/>
        <p:cNvGrpSpPr/>
        <p:nvPr/>
      </p:nvGrpSpPr>
      <p:grpSpPr>
        <a:xfrm>
          <a:off x="0" y="0"/>
          <a:ext cx="0" cy="0"/>
          <a:chOff x="0" y="0"/>
          <a:chExt cx="0" cy="0"/>
        </a:xfrm>
      </p:grpSpPr>
      <p:sp>
        <p:nvSpPr>
          <p:cNvPr id="260" name="Google Shape;260;p29"/>
          <p:cNvSpPr/>
          <p:nvPr/>
        </p:nvSpPr>
        <p:spPr>
          <a:xfrm>
            <a:off x="466315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1" name="Google Shape;261;p29"/>
          <p:cNvSpPr/>
          <p:nvPr/>
        </p:nvSpPr>
        <p:spPr>
          <a:xfrm>
            <a:off x="466315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2" name="Google Shape;262;p29"/>
          <p:cNvSpPr txBox="1">
            <a:spLocks noGrp="1"/>
          </p:cNvSpPr>
          <p:nvPr>
            <p:ph type="title"/>
          </p:nvPr>
        </p:nvSpPr>
        <p:spPr>
          <a:xfrm>
            <a:off x="4780515" y="1893425"/>
            <a:ext cx="2630800" cy="514400"/>
          </a:xfrm>
          <a:prstGeom prst="rect">
            <a:avLst/>
          </a:prstGeom>
          <a:noFill/>
          <a:ln>
            <a:noFill/>
          </a:ln>
        </p:spPr>
        <p:txBody>
          <a:bodyPr spcFirstLastPara="1" wrap="square" lIns="34275" tIns="34275" rIns="34275" bIns="34275" anchor="ctr" anchorCtr="0">
            <a:noAutofit/>
          </a:bodyPr>
          <a:lstStyle>
            <a:lvl1pPr lvl="0" algn="ctr">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3" name="Google Shape;263;p29"/>
          <p:cNvSpPr/>
          <p:nvPr/>
        </p:nvSpPr>
        <p:spPr>
          <a:xfrm>
            <a:off x="8187525" y="2457651"/>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4" name="Google Shape;264;p29"/>
          <p:cNvSpPr/>
          <p:nvPr/>
        </p:nvSpPr>
        <p:spPr>
          <a:xfrm>
            <a:off x="8187525" y="1843551"/>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5" name="Google Shape;265;p29"/>
          <p:cNvSpPr txBox="1">
            <a:spLocks noGrp="1"/>
          </p:cNvSpPr>
          <p:nvPr>
            <p:ph type="title" idx="2"/>
          </p:nvPr>
        </p:nvSpPr>
        <p:spPr>
          <a:xfrm>
            <a:off x="8304887" y="18934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6" name="Google Shape;266;p29"/>
          <p:cNvSpPr/>
          <p:nvPr/>
        </p:nvSpPr>
        <p:spPr>
          <a:xfrm>
            <a:off x="1138783" y="2457663"/>
            <a:ext cx="2865600" cy="25876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7" name="Google Shape;267;p29"/>
          <p:cNvSpPr/>
          <p:nvPr/>
        </p:nvSpPr>
        <p:spPr>
          <a:xfrm>
            <a:off x="1138783" y="1843563"/>
            <a:ext cx="2865600" cy="614000"/>
          </a:xfrm>
          <a:prstGeom prst="rect">
            <a:avLst/>
          </a:prstGeom>
          <a:no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68" name="Google Shape;268;p29"/>
          <p:cNvSpPr txBox="1">
            <a:spLocks noGrp="1"/>
          </p:cNvSpPr>
          <p:nvPr>
            <p:ph type="title" idx="3"/>
          </p:nvPr>
        </p:nvSpPr>
        <p:spPr>
          <a:xfrm>
            <a:off x="1256143" y="18934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2"/>
              </a:buClr>
              <a:buSzPts val="12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2pPr>
            <a:lvl3pPr lvl="2"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3pPr>
            <a:lvl4pPr lvl="3"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4pPr>
            <a:lvl5pPr lvl="4"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5pPr>
            <a:lvl6pPr lvl="5"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6pPr>
            <a:lvl7pPr lvl="6"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7pPr>
            <a:lvl8pPr lvl="7"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8pPr>
            <a:lvl9pPr lvl="8" algn="ctr" rtl="0">
              <a:spcBef>
                <a:spcPts val="0"/>
              </a:spcBef>
              <a:spcAft>
                <a:spcPts val="0"/>
              </a:spcAft>
              <a:buClr>
                <a:schemeClr val="lt2"/>
              </a:buClr>
              <a:buSzPts val="1200"/>
              <a:buFont typeface="Inter"/>
              <a:buNone/>
              <a:defRPr sz="1600" b="1">
                <a:solidFill>
                  <a:schemeClr val="lt2"/>
                </a:solidFill>
                <a:latin typeface="Inter"/>
                <a:ea typeface="Inter"/>
                <a:cs typeface="Inter"/>
                <a:sym typeface="Inter"/>
              </a:defRPr>
            </a:lvl9pPr>
          </a:lstStyle>
          <a:p>
            <a:endParaRPr/>
          </a:p>
        </p:txBody>
      </p:sp>
      <p:sp>
        <p:nvSpPr>
          <p:cNvPr id="269" name="Google Shape;269;p29"/>
          <p:cNvSpPr txBox="1">
            <a:spLocks noGrp="1"/>
          </p:cNvSpPr>
          <p:nvPr>
            <p:ph type="body" idx="1"/>
          </p:nvPr>
        </p:nvSpPr>
        <p:spPr>
          <a:xfrm>
            <a:off x="1365092" y="2666525"/>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0" name="Google Shape;270;p29"/>
          <p:cNvSpPr txBox="1">
            <a:spLocks noGrp="1"/>
          </p:cNvSpPr>
          <p:nvPr>
            <p:ph type="body" idx="4"/>
          </p:nvPr>
        </p:nvSpPr>
        <p:spPr>
          <a:xfrm>
            <a:off x="4883177"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1" name="Google Shape;271;p29"/>
          <p:cNvSpPr txBox="1">
            <a:spLocks noGrp="1"/>
          </p:cNvSpPr>
          <p:nvPr>
            <p:ph type="body" idx="5"/>
          </p:nvPr>
        </p:nvSpPr>
        <p:spPr>
          <a:xfrm>
            <a:off x="8401261" y="2666512"/>
            <a:ext cx="2425600" cy="2169600"/>
          </a:xfrm>
          <a:prstGeom prst="rect">
            <a:avLst/>
          </a:prstGeom>
          <a:noFill/>
          <a:ln>
            <a:noFill/>
          </a:ln>
        </p:spPr>
        <p:txBody>
          <a:bodyPr spcFirstLastPara="1" wrap="square" lIns="34275" tIns="34275" rIns="34275" bIns="34275" anchor="t" anchorCtr="0">
            <a:noAutofit/>
          </a:bodyPr>
          <a:lstStyle>
            <a:lvl1pPr marL="7938" lvl="0" indent="0" rtl="0">
              <a:lnSpc>
                <a:spcPct val="150000"/>
              </a:lnSpc>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lnSpc>
                <a:spcPct val="150000"/>
              </a:lnSpc>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272" name="Google Shape;272;p29"/>
          <p:cNvSpPr txBox="1">
            <a:spLocks noGrp="1"/>
          </p:cNvSpPr>
          <p:nvPr>
            <p:ph type="title" idx="6"/>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73" name="Google Shape;273;p29"/>
          <p:cNvSpPr/>
          <p:nvPr/>
        </p:nvSpPr>
        <p:spPr>
          <a:xfrm>
            <a:off x="466315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4" name="Google Shape;274;p29"/>
          <p:cNvSpPr txBox="1">
            <a:spLocks noGrp="1"/>
          </p:cNvSpPr>
          <p:nvPr>
            <p:ph type="title" idx="7"/>
          </p:nvPr>
        </p:nvSpPr>
        <p:spPr>
          <a:xfrm>
            <a:off x="4780515"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5" name="Google Shape;275;p29"/>
          <p:cNvSpPr/>
          <p:nvPr/>
        </p:nvSpPr>
        <p:spPr>
          <a:xfrm>
            <a:off x="8187525" y="5045125"/>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6" name="Google Shape;276;p29"/>
          <p:cNvSpPr txBox="1">
            <a:spLocks noGrp="1"/>
          </p:cNvSpPr>
          <p:nvPr>
            <p:ph type="title" idx="8"/>
          </p:nvPr>
        </p:nvSpPr>
        <p:spPr>
          <a:xfrm>
            <a:off x="8304887" y="5095025"/>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277" name="Google Shape;277;p29"/>
          <p:cNvSpPr/>
          <p:nvPr/>
        </p:nvSpPr>
        <p:spPr>
          <a:xfrm>
            <a:off x="1138783" y="5045137"/>
            <a:ext cx="2865600" cy="6140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endParaRPr sz="667">
              <a:solidFill>
                <a:schemeClr val="accent4"/>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278" name="Google Shape;278;p29"/>
          <p:cNvSpPr txBox="1">
            <a:spLocks noGrp="1"/>
          </p:cNvSpPr>
          <p:nvPr>
            <p:ph type="title" idx="9"/>
          </p:nvPr>
        </p:nvSpPr>
        <p:spPr>
          <a:xfrm>
            <a:off x="1256143" y="5095037"/>
            <a:ext cx="2630800" cy="514400"/>
          </a:xfrm>
          <a:prstGeom prst="rect">
            <a:avLst/>
          </a:prstGeom>
          <a:noFill/>
          <a:ln>
            <a:noFill/>
          </a:ln>
        </p:spPr>
        <p:txBody>
          <a:bodyPr spcFirstLastPara="1" wrap="square" lIns="34275" tIns="34275" rIns="34275" bIns="34275" anchor="ctr" anchorCtr="0">
            <a:noAutofit/>
          </a:bodyPr>
          <a:lstStyle>
            <a:lvl1pPr lvl="0" algn="ctr" rtl="0">
              <a:spcBef>
                <a:spcPts val="0"/>
              </a:spcBef>
              <a:spcAft>
                <a:spcPts val="0"/>
              </a:spcAft>
              <a:buClr>
                <a:schemeClr val="lt1"/>
              </a:buClr>
              <a:buSzPts val="1200"/>
              <a:buFont typeface="Inter"/>
              <a:buNone/>
              <a:defRPr sz="16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2pPr>
            <a:lvl3pPr lvl="2"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3pPr>
            <a:lvl4pPr lvl="3"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4pPr>
            <a:lvl5pPr lvl="4"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5pPr>
            <a:lvl6pPr lvl="5"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6pPr>
            <a:lvl7pPr lvl="6"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7pPr>
            <a:lvl8pPr lvl="7"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8pPr>
            <a:lvl9pPr lvl="8" algn="ctr" rtl="0">
              <a:spcBef>
                <a:spcPts val="0"/>
              </a:spcBef>
              <a:spcAft>
                <a:spcPts val="0"/>
              </a:spcAft>
              <a:buClr>
                <a:schemeClr val="lt1"/>
              </a:buClr>
              <a:buSzPts val="1200"/>
              <a:buFont typeface="Inter"/>
              <a:buNone/>
              <a:defRPr sz="1600" b="1">
                <a:solidFill>
                  <a:schemeClr val="lt1"/>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221616A-7662-EE72-B6DE-0DD9CDF2335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5DC35BD-A221-7112-5D6A-BB004182669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06158747"/>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matchingName="09_List3 Split" preserve="1">
  <p:cSld name="09_List3 Split">
    <p:spTree>
      <p:nvGrpSpPr>
        <p:cNvPr id="1" name="Shape 281"/>
        <p:cNvGrpSpPr/>
        <p:nvPr/>
      </p:nvGrpSpPr>
      <p:grpSpPr>
        <a:xfrm>
          <a:off x="0" y="0"/>
          <a:ext cx="0" cy="0"/>
          <a:chOff x="0" y="0"/>
          <a:chExt cx="0" cy="0"/>
        </a:xfrm>
      </p:grpSpPr>
      <p:sp>
        <p:nvSpPr>
          <p:cNvPr id="282" name="Google Shape;282;p30"/>
          <p:cNvSpPr/>
          <p:nvPr/>
        </p:nvSpPr>
        <p:spPr>
          <a:xfrm>
            <a:off x="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tx1"/>
              </a:solidFill>
              <a:latin typeface="JetBrains Mono"/>
              <a:ea typeface="JetBrains Mono"/>
              <a:cs typeface="JetBrains Mono"/>
              <a:sym typeface="JetBrains Mono"/>
            </a:endParaRPr>
          </a:p>
        </p:txBody>
      </p:sp>
      <p:sp>
        <p:nvSpPr>
          <p:cNvPr id="283" name="Google Shape;283;p30"/>
          <p:cNvSpPr txBox="1">
            <a:spLocks noGrp="1"/>
          </p:cNvSpPr>
          <p:nvPr>
            <p:ph type="title"/>
          </p:nvPr>
        </p:nvSpPr>
        <p:spPr>
          <a:xfrm>
            <a:off x="438871" y="457200"/>
            <a:ext cx="45716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84" name="Google Shape;284;p30"/>
          <p:cNvSpPr txBox="1">
            <a:spLocks noGrp="1"/>
          </p:cNvSpPr>
          <p:nvPr>
            <p:ph type="body" idx="1"/>
          </p:nvPr>
        </p:nvSpPr>
        <p:spPr>
          <a:xfrm>
            <a:off x="438871" y="2686051"/>
            <a:ext cx="4571600"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285" name="Google Shape;285;p30"/>
          <p:cNvSpPr txBox="1">
            <a:spLocks noGrp="1"/>
          </p:cNvSpPr>
          <p:nvPr>
            <p:ph type="subTitle" idx="2"/>
          </p:nvPr>
        </p:nvSpPr>
        <p:spPr>
          <a:xfrm>
            <a:off x="438871" y="1661988"/>
            <a:ext cx="41620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86" name="Google Shape;286;p30"/>
          <p:cNvSpPr txBox="1">
            <a:spLocks noGrp="1"/>
          </p:cNvSpPr>
          <p:nvPr>
            <p:ph type="subTitle" idx="3"/>
          </p:nvPr>
        </p:nvSpPr>
        <p:spPr>
          <a:xfrm>
            <a:off x="7751617" y="988213"/>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87" name="Google Shape;287;p30"/>
          <p:cNvSpPr txBox="1">
            <a:spLocks noGrp="1"/>
          </p:cNvSpPr>
          <p:nvPr>
            <p:ph type="subTitle" idx="4"/>
          </p:nvPr>
        </p:nvSpPr>
        <p:spPr>
          <a:xfrm>
            <a:off x="7751617" y="1372600"/>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88" name="Google Shape;288;p30"/>
          <p:cNvSpPr txBox="1">
            <a:spLocks noGrp="1"/>
          </p:cNvSpPr>
          <p:nvPr>
            <p:ph type="subTitle" idx="5"/>
          </p:nvPr>
        </p:nvSpPr>
        <p:spPr>
          <a:xfrm>
            <a:off x="7751617" y="2765388"/>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89" name="Google Shape;289;p30"/>
          <p:cNvSpPr txBox="1">
            <a:spLocks noGrp="1"/>
          </p:cNvSpPr>
          <p:nvPr>
            <p:ph type="subTitle" idx="6"/>
          </p:nvPr>
        </p:nvSpPr>
        <p:spPr>
          <a:xfrm>
            <a:off x="7751617" y="3149775"/>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290" name="Google Shape;290;p30"/>
          <p:cNvSpPr txBox="1">
            <a:spLocks noGrp="1"/>
          </p:cNvSpPr>
          <p:nvPr>
            <p:ph type="subTitle" idx="7"/>
          </p:nvPr>
        </p:nvSpPr>
        <p:spPr>
          <a:xfrm>
            <a:off x="7751617" y="4542563"/>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91" name="Google Shape;291;p30"/>
          <p:cNvSpPr txBox="1">
            <a:spLocks noGrp="1"/>
          </p:cNvSpPr>
          <p:nvPr>
            <p:ph type="subTitle" idx="8"/>
          </p:nvPr>
        </p:nvSpPr>
        <p:spPr>
          <a:xfrm>
            <a:off x="7751617" y="4926951"/>
            <a:ext cx="36736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53A2F63-3861-856B-4CB7-B72FBD9520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1A84EAE-2866-153B-4B19-D4299B5AA83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72173641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matchingName="09_List3 Split Top" preserve="1">
  <p:cSld name="09_List3 Split Top">
    <p:spTree>
      <p:nvGrpSpPr>
        <p:cNvPr id="1" name="Shape 294"/>
        <p:cNvGrpSpPr/>
        <p:nvPr/>
      </p:nvGrpSpPr>
      <p:grpSpPr>
        <a:xfrm>
          <a:off x="0" y="0"/>
          <a:ext cx="0" cy="0"/>
          <a:chOff x="0" y="0"/>
          <a:chExt cx="0" cy="0"/>
        </a:xfrm>
      </p:grpSpPr>
      <p:sp>
        <p:nvSpPr>
          <p:cNvPr id="295" name="Google Shape;295;p31"/>
          <p:cNvSpPr/>
          <p:nvPr/>
        </p:nvSpPr>
        <p:spPr>
          <a:xfrm>
            <a:off x="-3475" y="0"/>
            <a:ext cx="12192000" cy="2686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296" name="Google Shape;296;p31"/>
          <p:cNvSpPr txBox="1">
            <a:spLocks noGrp="1"/>
          </p:cNvSpPr>
          <p:nvPr>
            <p:ph type="title"/>
          </p:nvPr>
        </p:nvSpPr>
        <p:spPr>
          <a:xfrm>
            <a:off x="438871" y="457200"/>
            <a:ext cx="855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297" name="Google Shape;297;p31"/>
          <p:cNvSpPr txBox="1">
            <a:spLocks noGrp="1"/>
          </p:cNvSpPr>
          <p:nvPr>
            <p:ph type="subTitle" idx="1"/>
          </p:nvPr>
        </p:nvSpPr>
        <p:spPr>
          <a:xfrm>
            <a:off x="438871" y="1661988"/>
            <a:ext cx="7788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298" name="Google Shape;298;p31"/>
          <p:cNvSpPr txBox="1">
            <a:spLocks noGrp="1"/>
          </p:cNvSpPr>
          <p:nvPr>
            <p:ph type="subTitle" idx="2"/>
          </p:nvPr>
        </p:nvSpPr>
        <p:spPr>
          <a:xfrm>
            <a:off x="438871"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299" name="Google Shape;299;p31"/>
          <p:cNvSpPr txBox="1">
            <a:spLocks noGrp="1"/>
          </p:cNvSpPr>
          <p:nvPr>
            <p:ph type="subTitle" idx="3"/>
          </p:nvPr>
        </p:nvSpPr>
        <p:spPr>
          <a:xfrm>
            <a:off x="438871"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00" name="Google Shape;300;p31"/>
          <p:cNvSpPr txBox="1">
            <a:spLocks noGrp="1"/>
          </p:cNvSpPr>
          <p:nvPr>
            <p:ph type="subTitle" idx="4"/>
          </p:nvPr>
        </p:nvSpPr>
        <p:spPr>
          <a:xfrm>
            <a:off x="4256317"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301" name="Google Shape;301;p31"/>
          <p:cNvSpPr txBox="1">
            <a:spLocks noGrp="1"/>
          </p:cNvSpPr>
          <p:nvPr>
            <p:ph type="subTitle" idx="5"/>
          </p:nvPr>
        </p:nvSpPr>
        <p:spPr>
          <a:xfrm>
            <a:off x="4256317"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02" name="Google Shape;302;p31"/>
          <p:cNvSpPr txBox="1">
            <a:spLocks noGrp="1"/>
          </p:cNvSpPr>
          <p:nvPr>
            <p:ph type="subTitle" idx="6"/>
          </p:nvPr>
        </p:nvSpPr>
        <p:spPr>
          <a:xfrm>
            <a:off x="8073765" y="4247912"/>
            <a:ext cx="287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2pPr>
            <a:lvl3pPr lvl="2"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3pPr>
            <a:lvl4pPr lvl="3"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4pPr>
            <a:lvl5pPr lvl="4"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5pPr>
            <a:lvl6pPr lvl="5"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6pPr>
            <a:lvl7pPr lvl="6"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7pPr>
            <a:lvl8pPr lvl="7"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8pPr>
            <a:lvl9pPr lvl="8" rtl="0">
              <a:spcBef>
                <a:spcPts val="0"/>
              </a:spcBef>
              <a:spcAft>
                <a:spcPts val="0"/>
              </a:spcAft>
              <a:buClr>
                <a:schemeClr val="lt2"/>
              </a:buClr>
              <a:buSzPts val="1400"/>
              <a:buFont typeface="Inter"/>
              <a:buNone/>
              <a:defRPr sz="1867">
                <a:solidFill>
                  <a:schemeClr val="lt2"/>
                </a:solidFill>
                <a:latin typeface="Inter"/>
                <a:ea typeface="Inter"/>
                <a:cs typeface="Inter"/>
                <a:sym typeface="Inter"/>
              </a:defRPr>
            </a:lvl9pPr>
          </a:lstStyle>
          <a:p>
            <a:endParaRPr/>
          </a:p>
        </p:txBody>
      </p:sp>
      <p:sp>
        <p:nvSpPr>
          <p:cNvPr id="303" name="Google Shape;303;p31"/>
          <p:cNvSpPr txBox="1">
            <a:spLocks noGrp="1"/>
          </p:cNvSpPr>
          <p:nvPr>
            <p:ph type="subTitle" idx="7"/>
          </p:nvPr>
        </p:nvSpPr>
        <p:spPr>
          <a:xfrm>
            <a:off x="8073765" y="4583588"/>
            <a:ext cx="287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420630B8-10B8-F782-8E4B-019E5063F5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AAA969CF-658B-F4CE-EC3A-9E951335965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05752095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matchingName="09_List3 + Box" preserve="1">
  <p:cSld name="09_List3 + Box">
    <p:spTree>
      <p:nvGrpSpPr>
        <p:cNvPr id="1" name="Shape 306"/>
        <p:cNvGrpSpPr/>
        <p:nvPr/>
      </p:nvGrpSpPr>
      <p:grpSpPr>
        <a:xfrm>
          <a:off x="0" y="0"/>
          <a:ext cx="0" cy="0"/>
          <a:chOff x="0" y="0"/>
          <a:chExt cx="0" cy="0"/>
        </a:xfrm>
      </p:grpSpPr>
      <p:sp>
        <p:nvSpPr>
          <p:cNvPr id="307" name="Google Shape;307;p32"/>
          <p:cNvSpPr/>
          <p:nvPr/>
        </p:nvSpPr>
        <p:spPr>
          <a:xfrm>
            <a:off x="1065200" y="2308367"/>
            <a:ext cx="30536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08" name="Google Shape;308;p32"/>
          <p:cNvSpPr/>
          <p:nvPr/>
        </p:nvSpPr>
        <p:spPr>
          <a:xfrm>
            <a:off x="4598000" y="2308371"/>
            <a:ext cx="29960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09" name="Google Shape;309;p32"/>
          <p:cNvSpPr/>
          <p:nvPr/>
        </p:nvSpPr>
        <p:spPr>
          <a:xfrm>
            <a:off x="8130825" y="2308371"/>
            <a:ext cx="2996000" cy="3308800"/>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10" name="Google Shape;310;p32"/>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11" name="Google Shape;311;p32"/>
          <p:cNvSpPr txBox="1">
            <a:spLocks noGrp="1"/>
          </p:cNvSpPr>
          <p:nvPr>
            <p:ph type="subTitle" idx="1"/>
          </p:nvPr>
        </p:nvSpPr>
        <p:spPr>
          <a:xfrm>
            <a:off x="1331633"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2" name="Google Shape;312;p32"/>
          <p:cNvSpPr txBox="1">
            <a:spLocks noGrp="1"/>
          </p:cNvSpPr>
          <p:nvPr>
            <p:ph type="subTitle" idx="2"/>
          </p:nvPr>
        </p:nvSpPr>
        <p:spPr>
          <a:xfrm>
            <a:off x="1331633"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13" name="Google Shape;313;p32"/>
          <p:cNvSpPr txBox="1">
            <a:spLocks noGrp="1"/>
          </p:cNvSpPr>
          <p:nvPr>
            <p:ph type="subTitle" idx="3"/>
          </p:nvPr>
        </p:nvSpPr>
        <p:spPr>
          <a:xfrm>
            <a:off x="4856811"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4" name="Google Shape;314;p32"/>
          <p:cNvSpPr txBox="1">
            <a:spLocks noGrp="1"/>
          </p:cNvSpPr>
          <p:nvPr>
            <p:ph type="subTitle" idx="4"/>
          </p:nvPr>
        </p:nvSpPr>
        <p:spPr>
          <a:xfrm>
            <a:off x="4856811"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15" name="Google Shape;315;p32"/>
          <p:cNvSpPr txBox="1">
            <a:spLocks noGrp="1"/>
          </p:cNvSpPr>
          <p:nvPr>
            <p:ph type="subTitle" idx="5"/>
          </p:nvPr>
        </p:nvSpPr>
        <p:spPr>
          <a:xfrm>
            <a:off x="8381996" y="330227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16" name="Google Shape;316;p32"/>
          <p:cNvSpPr txBox="1">
            <a:spLocks noGrp="1"/>
          </p:cNvSpPr>
          <p:nvPr>
            <p:ph type="subTitle" idx="6"/>
          </p:nvPr>
        </p:nvSpPr>
        <p:spPr>
          <a:xfrm>
            <a:off x="8381996" y="3946837"/>
            <a:ext cx="25360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D0DF87F-21F4-5C11-7E9A-22621D41128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2FF770EB-E5DA-0386-E45F-A179D72110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862220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matchingName="09_List4 + box" preserve="1">
  <p:cSld name="09_List4 + box">
    <p:spTree>
      <p:nvGrpSpPr>
        <p:cNvPr id="1" name="Shape 319"/>
        <p:cNvGrpSpPr/>
        <p:nvPr/>
      </p:nvGrpSpPr>
      <p:grpSpPr>
        <a:xfrm>
          <a:off x="0" y="0"/>
          <a:ext cx="0" cy="0"/>
          <a:chOff x="0" y="0"/>
          <a:chExt cx="0" cy="0"/>
        </a:xfrm>
      </p:grpSpPr>
      <p:sp>
        <p:nvSpPr>
          <p:cNvPr id="320" name="Google Shape;320;p33"/>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5333"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21" name="Google Shape;321;p33"/>
          <p:cNvSpPr/>
          <p:nvPr/>
        </p:nvSpPr>
        <p:spPr>
          <a:xfrm>
            <a:off x="71298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2" name="Google Shape;322;p33"/>
          <p:cNvSpPr/>
          <p:nvPr/>
        </p:nvSpPr>
        <p:spPr>
          <a:xfrm>
            <a:off x="347086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3" name="Google Shape;323;p33"/>
          <p:cNvSpPr/>
          <p:nvPr/>
        </p:nvSpPr>
        <p:spPr>
          <a:xfrm>
            <a:off x="622874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4" name="Google Shape;324;p33"/>
          <p:cNvSpPr/>
          <p:nvPr/>
        </p:nvSpPr>
        <p:spPr>
          <a:xfrm>
            <a:off x="8986625" y="2891400"/>
            <a:ext cx="2492400" cy="26128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5" name="Google Shape;325;p33"/>
          <p:cNvSpPr/>
          <p:nvPr/>
        </p:nvSpPr>
        <p:spPr>
          <a:xfrm rot="10800000" flipH="1">
            <a:off x="71298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6" name="Google Shape;326;p33"/>
          <p:cNvSpPr/>
          <p:nvPr/>
        </p:nvSpPr>
        <p:spPr>
          <a:xfrm rot="10800000" flipH="1">
            <a:off x="347086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7" name="Google Shape;327;p33"/>
          <p:cNvSpPr/>
          <p:nvPr/>
        </p:nvSpPr>
        <p:spPr>
          <a:xfrm rot="10800000" flipH="1">
            <a:off x="622874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8" name="Google Shape;328;p33"/>
          <p:cNvSpPr/>
          <p:nvPr/>
        </p:nvSpPr>
        <p:spPr>
          <a:xfrm rot="10800000" flipH="1">
            <a:off x="8986625" y="2160600"/>
            <a:ext cx="2492400" cy="730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ts val="2613"/>
              </a:lnSpc>
              <a:spcBef>
                <a:spcPts val="0"/>
              </a:spcBef>
              <a:spcAft>
                <a:spcPts val="0"/>
              </a:spcAft>
              <a:buNone/>
            </a:pPr>
            <a:endParaRPr sz="1467">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29" name="Google Shape;329;p33"/>
          <p:cNvSpPr txBox="1">
            <a:spLocks noGrp="1"/>
          </p:cNvSpPr>
          <p:nvPr>
            <p:ph type="title" idx="2"/>
          </p:nvPr>
        </p:nvSpPr>
        <p:spPr>
          <a:xfrm>
            <a:off x="712985" y="2276475"/>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0" name="Google Shape;330;p33"/>
          <p:cNvSpPr txBox="1">
            <a:spLocks noGrp="1"/>
          </p:cNvSpPr>
          <p:nvPr>
            <p:ph type="subTitle" idx="1"/>
          </p:nvPr>
        </p:nvSpPr>
        <p:spPr>
          <a:xfrm>
            <a:off x="904661" y="32218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1" name="Google Shape;331;p33"/>
          <p:cNvSpPr txBox="1">
            <a:spLocks noGrp="1"/>
          </p:cNvSpPr>
          <p:nvPr>
            <p:ph type="title" idx="3"/>
          </p:nvPr>
        </p:nvSpPr>
        <p:spPr>
          <a:xfrm>
            <a:off x="347086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2" name="Google Shape;332;p33"/>
          <p:cNvSpPr txBox="1">
            <a:spLocks noGrp="1"/>
          </p:cNvSpPr>
          <p:nvPr>
            <p:ph type="title" idx="4"/>
          </p:nvPr>
        </p:nvSpPr>
        <p:spPr>
          <a:xfrm>
            <a:off x="622874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3" name="Google Shape;333;p33"/>
          <p:cNvSpPr txBox="1">
            <a:spLocks noGrp="1"/>
          </p:cNvSpPr>
          <p:nvPr>
            <p:ph type="title" idx="5"/>
          </p:nvPr>
        </p:nvSpPr>
        <p:spPr>
          <a:xfrm>
            <a:off x="8986625" y="2285763"/>
            <a:ext cx="2492400" cy="514400"/>
          </a:xfrm>
          <a:prstGeom prst="rect">
            <a:avLst/>
          </a:prstGeom>
          <a:noFill/>
          <a:ln>
            <a:noFill/>
          </a:ln>
        </p:spPr>
        <p:txBody>
          <a:bodyPr spcFirstLastPara="1" wrap="square" lIns="34275" tIns="34275" rIns="34275" bIns="34275" anchor="ctr" anchorCtr="0">
            <a:noAutofit/>
          </a:bodyPr>
          <a:lstStyle>
            <a:lvl1pPr lvl="0" algn="ctr" rtl="0">
              <a:lnSpc>
                <a:spcPts val="2613"/>
              </a:lnSpc>
              <a:spcBef>
                <a:spcPts val="0"/>
              </a:spcBef>
              <a:spcAft>
                <a:spcPts val="0"/>
              </a:spcAft>
              <a:buClr>
                <a:schemeClr val="lt1"/>
              </a:buClr>
              <a:buSzPts val="2200"/>
              <a:buFont typeface="Inter"/>
              <a:buNone/>
              <a:defRPr sz="2400" b="1" spc="-150">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2pPr>
            <a:lvl3pPr lvl="2"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3pPr>
            <a:lvl4pPr lvl="3"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4pPr>
            <a:lvl5pPr lvl="4"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5pPr>
            <a:lvl6pPr lvl="5"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6pPr>
            <a:lvl7pPr lvl="6"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7pPr>
            <a:lvl8pPr lvl="7"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8pPr>
            <a:lvl9pPr lvl="8" algn="ctr" rtl="0">
              <a:spcBef>
                <a:spcPts val="0"/>
              </a:spcBef>
              <a:spcAft>
                <a:spcPts val="0"/>
              </a:spcAft>
              <a:buClr>
                <a:schemeClr val="lt1"/>
              </a:buClr>
              <a:buSzPts val="2200"/>
              <a:buFont typeface="Inter"/>
              <a:buNone/>
              <a:defRPr sz="2933" b="1">
                <a:solidFill>
                  <a:schemeClr val="lt1"/>
                </a:solidFill>
                <a:latin typeface="Inter"/>
                <a:ea typeface="Inter"/>
                <a:cs typeface="Inter"/>
                <a:sym typeface="Inter"/>
              </a:defRPr>
            </a:lvl9pPr>
          </a:lstStyle>
          <a:p>
            <a:endParaRPr/>
          </a:p>
        </p:txBody>
      </p:sp>
      <p:sp>
        <p:nvSpPr>
          <p:cNvPr id="334" name="Google Shape;334;p33"/>
          <p:cNvSpPr txBox="1">
            <a:spLocks noGrp="1"/>
          </p:cNvSpPr>
          <p:nvPr>
            <p:ph type="subTitle" idx="6"/>
          </p:nvPr>
        </p:nvSpPr>
        <p:spPr>
          <a:xfrm>
            <a:off x="3662541" y="32218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5" name="Google Shape;335;p33"/>
          <p:cNvSpPr txBox="1">
            <a:spLocks noGrp="1"/>
          </p:cNvSpPr>
          <p:nvPr>
            <p:ph type="subTitle" idx="7"/>
          </p:nvPr>
        </p:nvSpPr>
        <p:spPr>
          <a:xfrm>
            <a:off x="6420421" y="31714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36" name="Google Shape;336;p33"/>
          <p:cNvSpPr txBox="1">
            <a:spLocks noGrp="1"/>
          </p:cNvSpPr>
          <p:nvPr>
            <p:ph type="subTitle" idx="8"/>
          </p:nvPr>
        </p:nvSpPr>
        <p:spPr>
          <a:xfrm>
            <a:off x="9178301" y="3171451"/>
            <a:ext cx="2109200" cy="205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0920D7F8-7542-7153-5A5E-6B39F4F15E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F269CAD3-D292-6F3C-89DD-6310BFE687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19700276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matchingName="09_List4 + Box + Icon" preserve="1">
  <p:cSld name="09_List4 + Box + Icon">
    <p:spTree>
      <p:nvGrpSpPr>
        <p:cNvPr id="1" name="Shape 339"/>
        <p:cNvGrpSpPr/>
        <p:nvPr/>
      </p:nvGrpSpPr>
      <p:grpSpPr>
        <a:xfrm>
          <a:off x="0" y="0"/>
          <a:ext cx="0" cy="0"/>
          <a:chOff x="0" y="0"/>
          <a:chExt cx="0" cy="0"/>
        </a:xfrm>
      </p:grpSpPr>
      <p:sp>
        <p:nvSpPr>
          <p:cNvPr id="340" name="Google Shape;340;p34"/>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41" name="Google Shape;341;p34"/>
          <p:cNvSpPr/>
          <p:nvPr/>
        </p:nvSpPr>
        <p:spPr>
          <a:xfrm>
            <a:off x="71298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2" name="Google Shape;342;p34"/>
          <p:cNvSpPr/>
          <p:nvPr/>
        </p:nvSpPr>
        <p:spPr>
          <a:xfrm>
            <a:off x="347086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3" name="Google Shape;343;p34"/>
          <p:cNvSpPr/>
          <p:nvPr/>
        </p:nvSpPr>
        <p:spPr>
          <a:xfrm>
            <a:off x="622874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4" name="Google Shape;344;p34"/>
          <p:cNvSpPr/>
          <p:nvPr/>
        </p:nvSpPr>
        <p:spPr>
          <a:xfrm>
            <a:off x="8986625" y="3163800"/>
            <a:ext cx="2492400" cy="2236400"/>
          </a:xfrm>
          <a:prstGeom prst="rect">
            <a:avLst/>
          </a:prstGeom>
          <a:solidFill>
            <a:schemeClr val="lt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5" name="Google Shape;345;p34"/>
          <p:cNvSpPr/>
          <p:nvPr/>
        </p:nvSpPr>
        <p:spPr>
          <a:xfrm rot="10800000" flipH="1">
            <a:off x="71298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6" name="Google Shape;346;p34"/>
          <p:cNvSpPr/>
          <p:nvPr/>
        </p:nvSpPr>
        <p:spPr>
          <a:xfrm rot="10800000" flipH="1">
            <a:off x="347086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7" name="Google Shape;347;p34"/>
          <p:cNvSpPr/>
          <p:nvPr/>
        </p:nvSpPr>
        <p:spPr>
          <a:xfrm rot="10800000" flipH="1">
            <a:off x="622874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8" name="Google Shape;348;p34"/>
          <p:cNvSpPr/>
          <p:nvPr/>
        </p:nvSpPr>
        <p:spPr>
          <a:xfrm rot="10800000" flipH="1">
            <a:off x="8986625" y="2069000"/>
            <a:ext cx="2492400" cy="1094800"/>
          </a:xfrm>
          <a:prstGeom prst="rect">
            <a:avLst/>
          </a:prstGeom>
          <a:solidFill>
            <a:schemeClr val="tx1"/>
          </a:solidFill>
          <a:ln w="952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Inter"/>
              <a:ea typeface="Inter"/>
              <a:cs typeface="Inter"/>
              <a:sym typeface="Inter"/>
            </a:endParaRPr>
          </a:p>
        </p:txBody>
      </p:sp>
      <p:sp>
        <p:nvSpPr>
          <p:cNvPr id="349" name="Google Shape;349;p34"/>
          <p:cNvSpPr txBox="1">
            <a:spLocks noGrp="1"/>
          </p:cNvSpPr>
          <p:nvPr>
            <p:ph type="subTitle" idx="1"/>
          </p:nvPr>
        </p:nvSpPr>
        <p:spPr>
          <a:xfrm>
            <a:off x="91493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0" name="Google Shape;350;p34"/>
          <p:cNvSpPr txBox="1">
            <a:spLocks noGrp="1"/>
          </p:cNvSpPr>
          <p:nvPr>
            <p:ph type="subTitle" idx="2"/>
          </p:nvPr>
        </p:nvSpPr>
        <p:spPr>
          <a:xfrm>
            <a:off x="91493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1" name="Google Shape;351;p34"/>
          <p:cNvSpPr txBox="1">
            <a:spLocks noGrp="1"/>
          </p:cNvSpPr>
          <p:nvPr>
            <p:ph type="subTitle" idx="3"/>
          </p:nvPr>
        </p:nvSpPr>
        <p:spPr>
          <a:xfrm>
            <a:off x="367281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2" name="Google Shape;352;p34"/>
          <p:cNvSpPr txBox="1">
            <a:spLocks noGrp="1"/>
          </p:cNvSpPr>
          <p:nvPr>
            <p:ph type="subTitle" idx="4"/>
          </p:nvPr>
        </p:nvSpPr>
        <p:spPr>
          <a:xfrm>
            <a:off x="367281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3" name="Google Shape;353;p34"/>
          <p:cNvSpPr txBox="1">
            <a:spLocks noGrp="1"/>
          </p:cNvSpPr>
          <p:nvPr>
            <p:ph type="subTitle" idx="5"/>
          </p:nvPr>
        </p:nvSpPr>
        <p:spPr>
          <a:xfrm>
            <a:off x="643069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4" name="Google Shape;354;p34"/>
          <p:cNvSpPr txBox="1">
            <a:spLocks noGrp="1"/>
          </p:cNvSpPr>
          <p:nvPr>
            <p:ph type="subTitle" idx="6"/>
          </p:nvPr>
        </p:nvSpPr>
        <p:spPr>
          <a:xfrm>
            <a:off x="643069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55" name="Google Shape;355;p34"/>
          <p:cNvSpPr txBox="1">
            <a:spLocks noGrp="1"/>
          </p:cNvSpPr>
          <p:nvPr>
            <p:ph type="subTitle" idx="7"/>
          </p:nvPr>
        </p:nvSpPr>
        <p:spPr>
          <a:xfrm>
            <a:off x="9188576" y="3499063"/>
            <a:ext cx="20884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b="1">
                <a:solidFill>
                  <a:schemeClr val="lt2"/>
                </a:solidFill>
                <a:latin typeface="Inter"/>
                <a:ea typeface="Inter"/>
                <a:cs typeface="Inter"/>
                <a:sym typeface="Inter"/>
              </a:defRPr>
            </a:lvl9pPr>
          </a:lstStyle>
          <a:p>
            <a:endParaRPr/>
          </a:p>
        </p:txBody>
      </p:sp>
      <p:sp>
        <p:nvSpPr>
          <p:cNvPr id="356" name="Google Shape;356;p34"/>
          <p:cNvSpPr txBox="1">
            <a:spLocks noGrp="1"/>
          </p:cNvSpPr>
          <p:nvPr>
            <p:ph type="subTitle" idx="8"/>
          </p:nvPr>
        </p:nvSpPr>
        <p:spPr>
          <a:xfrm>
            <a:off x="9188576" y="3872837"/>
            <a:ext cx="2088400" cy="1094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2BE7A4B-26E0-26F2-2323-7D626208E8B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E7906F2C-735F-0B76-B204-0B9DF9258EE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75639594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matchingName="09_List2" preserve="1">
  <p:cSld name="09_List2">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61" name="Google Shape;361;p35"/>
          <p:cNvSpPr txBox="1">
            <a:spLocks noGrp="1"/>
          </p:cNvSpPr>
          <p:nvPr>
            <p:ph type="subTitle" idx="1"/>
          </p:nvPr>
        </p:nvSpPr>
        <p:spPr>
          <a:xfrm>
            <a:off x="1331633"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2" name="Google Shape;362;p35"/>
          <p:cNvSpPr txBox="1">
            <a:spLocks noGrp="1"/>
          </p:cNvSpPr>
          <p:nvPr>
            <p:ph type="subTitle" idx="2"/>
          </p:nvPr>
        </p:nvSpPr>
        <p:spPr>
          <a:xfrm>
            <a:off x="1331633"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63" name="Google Shape;363;p35"/>
          <p:cNvSpPr txBox="1">
            <a:spLocks noGrp="1"/>
          </p:cNvSpPr>
          <p:nvPr>
            <p:ph type="subTitle" idx="3"/>
          </p:nvPr>
        </p:nvSpPr>
        <p:spPr>
          <a:xfrm>
            <a:off x="7119835"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4" name="Google Shape;364;p35"/>
          <p:cNvSpPr txBox="1">
            <a:spLocks noGrp="1"/>
          </p:cNvSpPr>
          <p:nvPr>
            <p:ph type="subTitle" idx="4"/>
          </p:nvPr>
        </p:nvSpPr>
        <p:spPr>
          <a:xfrm>
            <a:off x="7119835"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4279096-11BB-53AB-CEFE-950A21309C70}"/>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E7C89A0-FA15-77D8-2F0A-158D70457D6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731115182"/>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matchingName="09_List2" preserve="1">
  <p:cSld name="10_List2">
    <p:bg>
      <p:bgPr>
        <a:solidFill>
          <a:schemeClr val="tx1"/>
        </a:solidFill>
        <a:effectLst/>
      </p:bgPr>
    </p:bg>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2143407" y="763525"/>
            <a:ext cx="7886800" cy="65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algn="ctr"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61" name="Google Shape;361;p35"/>
          <p:cNvSpPr txBox="1">
            <a:spLocks noGrp="1"/>
          </p:cNvSpPr>
          <p:nvPr>
            <p:ph type="subTitle" idx="1"/>
          </p:nvPr>
        </p:nvSpPr>
        <p:spPr>
          <a:xfrm>
            <a:off x="1331633"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2" name="Google Shape;362;p35"/>
          <p:cNvSpPr txBox="1">
            <a:spLocks noGrp="1"/>
          </p:cNvSpPr>
          <p:nvPr>
            <p:ph type="subTitle" idx="2"/>
          </p:nvPr>
        </p:nvSpPr>
        <p:spPr>
          <a:xfrm>
            <a:off x="1331633"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63" name="Google Shape;363;p35"/>
          <p:cNvSpPr txBox="1">
            <a:spLocks noGrp="1"/>
          </p:cNvSpPr>
          <p:nvPr>
            <p:ph type="subTitle" idx="3"/>
          </p:nvPr>
        </p:nvSpPr>
        <p:spPr>
          <a:xfrm>
            <a:off x="7119835" y="3041925"/>
            <a:ext cx="24180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64" name="Google Shape;364;p35"/>
          <p:cNvSpPr txBox="1">
            <a:spLocks noGrp="1"/>
          </p:cNvSpPr>
          <p:nvPr>
            <p:ph type="subTitle" idx="4"/>
          </p:nvPr>
        </p:nvSpPr>
        <p:spPr>
          <a:xfrm>
            <a:off x="7119835" y="3686488"/>
            <a:ext cx="3869200" cy="1801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100"/>
              <a:buFont typeface="Inter"/>
              <a:buNone/>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2pPr>
            <a:lvl3pPr lvl="2"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3pPr>
            <a:lvl4pPr lvl="3"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4pPr>
            <a:lvl5pPr lvl="4"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5pPr>
            <a:lvl6pPr lvl="5"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6pPr>
            <a:lvl7pPr lvl="6"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7pPr>
            <a:lvl8pPr lvl="7"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8pPr>
            <a:lvl9pPr lvl="8" rtl="0">
              <a:spcBef>
                <a:spcPts val="0"/>
              </a:spcBef>
              <a:spcAft>
                <a:spcPts val="0"/>
              </a:spcAft>
              <a:buClr>
                <a:schemeClr val="lt2"/>
              </a:buClr>
              <a:buSzPts val="1100"/>
              <a:buFont typeface="Inter"/>
              <a:buNone/>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17206F51-A649-7186-838A-A3EBEE86944A}"/>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A312E949-C64A-7DE8-A8C9-A9504040E8A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040648611"/>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matchingName="09_List3 Split" preserve="1">
  <p:cSld name="10_List3 Split">
    <p:spTree>
      <p:nvGrpSpPr>
        <p:cNvPr id="1" name="Shape 367"/>
        <p:cNvGrpSpPr/>
        <p:nvPr/>
      </p:nvGrpSpPr>
      <p:grpSpPr>
        <a:xfrm>
          <a:off x="0" y="0"/>
          <a:ext cx="0" cy="0"/>
          <a:chOff x="0" y="0"/>
          <a:chExt cx="0" cy="0"/>
        </a:xfrm>
      </p:grpSpPr>
      <p:sp>
        <p:nvSpPr>
          <p:cNvPr id="368" name="Google Shape;368;p36"/>
          <p:cNvSpPr/>
          <p:nvPr/>
        </p:nvSpPr>
        <p:spPr>
          <a:xfrm>
            <a:off x="6098300" y="0"/>
            <a:ext cx="60936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369" name="Google Shape;369;p36"/>
          <p:cNvSpPr txBox="1">
            <a:spLocks noGrp="1"/>
          </p:cNvSpPr>
          <p:nvPr>
            <p:ph type="body" idx="1"/>
          </p:nvPr>
        </p:nvSpPr>
        <p:spPr>
          <a:xfrm>
            <a:off x="438871" y="1943100"/>
            <a:ext cx="4571600" cy="32520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370" name="Google Shape;370;p36"/>
          <p:cNvSpPr txBox="1">
            <a:spLocks noGrp="1"/>
          </p:cNvSpPr>
          <p:nvPr>
            <p:ph type="title"/>
          </p:nvPr>
        </p:nvSpPr>
        <p:spPr>
          <a:xfrm>
            <a:off x="438871" y="457200"/>
            <a:ext cx="45716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71" name="Google Shape;371;p36"/>
          <p:cNvSpPr txBox="1">
            <a:spLocks noGrp="1"/>
          </p:cNvSpPr>
          <p:nvPr>
            <p:ph type="subTitle" idx="2"/>
          </p:nvPr>
        </p:nvSpPr>
        <p:spPr>
          <a:xfrm>
            <a:off x="7466080" y="1450312"/>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2" name="Google Shape;372;p36"/>
          <p:cNvSpPr txBox="1">
            <a:spLocks noGrp="1"/>
          </p:cNvSpPr>
          <p:nvPr>
            <p:ph type="subTitle" idx="3"/>
          </p:nvPr>
        </p:nvSpPr>
        <p:spPr>
          <a:xfrm>
            <a:off x="7459643" y="876725"/>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73" name="Google Shape;373;p36"/>
          <p:cNvSpPr txBox="1">
            <a:spLocks noGrp="1"/>
          </p:cNvSpPr>
          <p:nvPr>
            <p:ph type="subTitle" idx="4"/>
          </p:nvPr>
        </p:nvSpPr>
        <p:spPr>
          <a:xfrm>
            <a:off x="7466080" y="3440619"/>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4" name="Google Shape;374;p36"/>
          <p:cNvSpPr txBox="1">
            <a:spLocks noGrp="1"/>
          </p:cNvSpPr>
          <p:nvPr>
            <p:ph type="subTitle" idx="5"/>
          </p:nvPr>
        </p:nvSpPr>
        <p:spPr>
          <a:xfrm>
            <a:off x="7459643" y="2867031"/>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75" name="Google Shape;375;p36"/>
          <p:cNvSpPr txBox="1">
            <a:spLocks noGrp="1"/>
          </p:cNvSpPr>
          <p:nvPr>
            <p:ph type="subTitle" idx="6"/>
          </p:nvPr>
        </p:nvSpPr>
        <p:spPr>
          <a:xfrm>
            <a:off x="7466080" y="5430931"/>
            <a:ext cx="3869200" cy="7944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76" name="Google Shape;376;p36"/>
          <p:cNvSpPr txBox="1">
            <a:spLocks noGrp="1"/>
          </p:cNvSpPr>
          <p:nvPr>
            <p:ph type="subTitle" idx="7"/>
          </p:nvPr>
        </p:nvSpPr>
        <p:spPr>
          <a:xfrm>
            <a:off x="7459643" y="4857344"/>
            <a:ext cx="3869200" cy="466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b="1" spc="-150">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8A7042B-CE2D-3D64-F2A2-07CF5F574D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5FB93419-3C4D-38F0-0002-CCE80BC91D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139584257"/>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matchingName="09_List4 Split" preserve="1">
  <p:cSld name="09_List4 Split">
    <p:spTree>
      <p:nvGrpSpPr>
        <p:cNvPr id="1" name="Shape 379"/>
        <p:cNvGrpSpPr/>
        <p:nvPr/>
      </p:nvGrpSpPr>
      <p:grpSpPr>
        <a:xfrm>
          <a:off x="0" y="0"/>
          <a:ext cx="0" cy="0"/>
          <a:chOff x="0" y="0"/>
          <a:chExt cx="0" cy="0"/>
        </a:xfrm>
      </p:grpSpPr>
      <p:sp>
        <p:nvSpPr>
          <p:cNvPr id="380" name="Google Shape;380;p37"/>
          <p:cNvSpPr/>
          <p:nvPr/>
        </p:nvSpPr>
        <p:spPr>
          <a:xfrm>
            <a:off x="-3467" y="0"/>
            <a:ext cx="12192000" cy="21036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381" name="Google Shape;381;p37"/>
          <p:cNvSpPr txBox="1">
            <a:spLocks noGrp="1"/>
          </p:cNvSpPr>
          <p:nvPr>
            <p:ph type="title"/>
          </p:nvPr>
        </p:nvSpPr>
        <p:spPr>
          <a:xfrm>
            <a:off x="438871" y="457200"/>
            <a:ext cx="801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82" name="Google Shape;382;p37"/>
          <p:cNvSpPr txBox="1">
            <a:spLocks noGrp="1"/>
          </p:cNvSpPr>
          <p:nvPr>
            <p:ph type="subTitle" idx="1"/>
          </p:nvPr>
        </p:nvSpPr>
        <p:spPr>
          <a:xfrm>
            <a:off x="438871" y="1259425"/>
            <a:ext cx="7296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3" name="Google Shape;383;p37"/>
          <p:cNvSpPr txBox="1">
            <a:spLocks noGrp="1"/>
          </p:cNvSpPr>
          <p:nvPr>
            <p:ph type="subTitle" idx="2"/>
          </p:nvPr>
        </p:nvSpPr>
        <p:spPr>
          <a:xfrm>
            <a:off x="65384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4" name="Google Shape;384;p37"/>
          <p:cNvSpPr txBox="1">
            <a:spLocks noGrp="1"/>
          </p:cNvSpPr>
          <p:nvPr>
            <p:ph type="subTitle" idx="3"/>
          </p:nvPr>
        </p:nvSpPr>
        <p:spPr>
          <a:xfrm>
            <a:off x="65384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5" name="Google Shape;385;p37"/>
          <p:cNvSpPr txBox="1">
            <a:spLocks noGrp="1"/>
          </p:cNvSpPr>
          <p:nvPr>
            <p:ph type="subTitle" idx="4"/>
          </p:nvPr>
        </p:nvSpPr>
        <p:spPr>
          <a:xfrm>
            <a:off x="3510305"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6" name="Google Shape;386;p37"/>
          <p:cNvSpPr txBox="1">
            <a:spLocks noGrp="1"/>
          </p:cNvSpPr>
          <p:nvPr>
            <p:ph type="subTitle" idx="5"/>
          </p:nvPr>
        </p:nvSpPr>
        <p:spPr>
          <a:xfrm>
            <a:off x="3510305"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7" name="Google Shape;387;p37"/>
          <p:cNvSpPr txBox="1">
            <a:spLocks noGrp="1"/>
          </p:cNvSpPr>
          <p:nvPr>
            <p:ph type="subTitle" idx="6"/>
          </p:nvPr>
        </p:nvSpPr>
        <p:spPr>
          <a:xfrm>
            <a:off x="6352787"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8" name="Google Shape;388;p37"/>
          <p:cNvSpPr txBox="1">
            <a:spLocks noGrp="1"/>
          </p:cNvSpPr>
          <p:nvPr>
            <p:ph type="subTitle" idx="7"/>
          </p:nvPr>
        </p:nvSpPr>
        <p:spPr>
          <a:xfrm>
            <a:off x="6352787"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9" name="Google Shape;389;p37"/>
          <p:cNvSpPr txBox="1">
            <a:spLocks noGrp="1"/>
          </p:cNvSpPr>
          <p:nvPr>
            <p:ph type="subTitle" idx="8"/>
          </p:nvPr>
        </p:nvSpPr>
        <p:spPr>
          <a:xfrm>
            <a:off x="921945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90" name="Google Shape;390;p37"/>
          <p:cNvSpPr txBox="1">
            <a:spLocks noGrp="1"/>
          </p:cNvSpPr>
          <p:nvPr>
            <p:ph type="subTitle" idx="9"/>
          </p:nvPr>
        </p:nvSpPr>
        <p:spPr>
          <a:xfrm>
            <a:off x="921945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440AF62-D211-A905-5DB8-FE1C87B372D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985101EC-B79A-1178-9DDF-E80233C8935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02412296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matchingName="09_List4 Split" preserve="1">
  <p:cSld name="10_List4 Split">
    <p:bg>
      <p:bgPr>
        <a:solidFill>
          <a:schemeClr val="tx1"/>
        </a:solidFill>
        <a:effectLst/>
      </p:bgPr>
    </p:bg>
    <p:spTree>
      <p:nvGrpSpPr>
        <p:cNvPr id="1" name="Shape 379"/>
        <p:cNvGrpSpPr/>
        <p:nvPr/>
      </p:nvGrpSpPr>
      <p:grpSpPr>
        <a:xfrm>
          <a:off x="0" y="0"/>
          <a:ext cx="0" cy="0"/>
          <a:chOff x="0" y="0"/>
          <a:chExt cx="0" cy="0"/>
        </a:xfrm>
      </p:grpSpPr>
      <p:sp>
        <p:nvSpPr>
          <p:cNvPr id="380" name="Google Shape;380;p37"/>
          <p:cNvSpPr/>
          <p:nvPr/>
        </p:nvSpPr>
        <p:spPr>
          <a:xfrm>
            <a:off x="-3467" y="0"/>
            <a:ext cx="12192000" cy="2103600"/>
          </a:xfrm>
          <a:prstGeom prst="rect">
            <a:avLst/>
          </a:prstGeom>
          <a:solidFill>
            <a:schemeClr val="bg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bg1"/>
              </a:solidFill>
              <a:latin typeface="Inter"/>
              <a:ea typeface="Inter"/>
              <a:cs typeface="Inter"/>
              <a:sym typeface="Inter"/>
            </a:endParaRPr>
          </a:p>
        </p:txBody>
      </p:sp>
      <p:sp>
        <p:nvSpPr>
          <p:cNvPr id="381" name="Google Shape;381;p37"/>
          <p:cNvSpPr txBox="1">
            <a:spLocks noGrp="1"/>
          </p:cNvSpPr>
          <p:nvPr>
            <p:ph type="title"/>
          </p:nvPr>
        </p:nvSpPr>
        <p:spPr>
          <a:xfrm>
            <a:off x="438871" y="457200"/>
            <a:ext cx="80140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382" name="Google Shape;382;p37"/>
          <p:cNvSpPr txBox="1">
            <a:spLocks noGrp="1"/>
          </p:cNvSpPr>
          <p:nvPr>
            <p:ph type="subTitle" idx="1"/>
          </p:nvPr>
        </p:nvSpPr>
        <p:spPr>
          <a:xfrm>
            <a:off x="438871" y="1259425"/>
            <a:ext cx="7296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3" name="Google Shape;383;p37"/>
          <p:cNvSpPr txBox="1">
            <a:spLocks noGrp="1"/>
          </p:cNvSpPr>
          <p:nvPr>
            <p:ph type="subTitle" idx="2"/>
          </p:nvPr>
        </p:nvSpPr>
        <p:spPr>
          <a:xfrm>
            <a:off x="65384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4" name="Google Shape;384;p37"/>
          <p:cNvSpPr txBox="1">
            <a:spLocks noGrp="1"/>
          </p:cNvSpPr>
          <p:nvPr>
            <p:ph type="subTitle" idx="3"/>
          </p:nvPr>
        </p:nvSpPr>
        <p:spPr>
          <a:xfrm>
            <a:off x="65384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5" name="Google Shape;385;p37"/>
          <p:cNvSpPr txBox="1">
            <a:spLocks noGrp="1"/>
          </p:cNvSpPr>
          <p:nvPr>
            <p:ph type="subTitle" idx="4"/>
          </p:nvPr>
        </p:nvSpPr>
        <p:spPr>
          <a:xfrm>
            <a:off x="3510305"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6" name="Google Shape;386;p37"/>
          <p:cNvSpPr txBox="1">
            <a:spLocks noGrp="1"/>
          </p:cNvSpPr>
          <p:nvPr>
            <p:ph type="subTitle" idx="5"/>
          </p:nvPr>
        </p:nvSpPr>
        <p:spPr>
          <a:xfrm>
            <a:off x="3510305"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7" name="Google Shape;387;p37"/>
          <p:cNvSpPr txBox="1">
            <a:spLocks noGrp="1"/>
          </p:cNvSpPr>
          <p:nvPr>
            <p:ph type="subTitle" idx="6"/>
          </p:nvPr>
        </p:nvSpPr>
        <p:spPr>
          <a:xfrm>
            <a:off x="6352787"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88" name="Google Shape;388;p37"/>
          <p:cNvSpPr txBox="1">
            <a:spLocks noGrp="1"/>
          </p:cNvSpPr>
          <p:nvPr>
            <p:ph type="subTitle" idx="7"/>
          </p:nvPr>
        </p:nvSpPr>
        <p:spPr>
          <a:xfrm>
            <a:off x="6352787"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89" name="Google Shape;389;p37"/>
          <p:cNvSpPr txBox="1">
            <a:spLocks noGrp="1"/>
          </p:cNvSpPr>
          <p:nvPr>
            <p:ph type="subTitle" idx="8"/>
          </p:nvPr>
        </p:nvSpPr>
        <p:spPr>
          <a:xfrm>
            <a:off x="9219453" y="4291233"/>
            <a:ext cx="2314800" cy="1642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200"/>
              <a:buFont typeface="Inter"/>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2pPr>
            <a:lvl3pPr lvl="2"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3pPr>
            <a:lvl4pPr lvl="3"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4pPr>
            <a:lvl5pPr lvl="4"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5pPr>
            <a:lvl6pPr lvl="5"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6pPr>
            <a:lvl7pPr lvl="6"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7pPr>
            <a:lvl8pPr lvl="7"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8pPr>
            <a:lvl9pPr lvl="8" rtl="0">
              <a:spcBef>
                <a:spcPts val="0"/>
              </a:spcBef>
              <a:spcAft>
                <a:spcPts val="0"/>
              </a:spcAft>
              <a:buClr>
                <a:schemeClr val="lt2"/>
              </a:buClr>
              <a:buSzPts val="1200"/>
              <a:buFont typeface="Inter"/>
              <a:buNone/>
              <a:defRPr sz="1600">
                <a:solidFill>
                  <a:schemeClr val="lt2"/>
                </a:solidFill>
                <a:latin typeface="Inter"/>
                <a:ea typeface="Inter"/>
                <a:cs typeface="Inter"/>
                <a:sym typeface="Inter"/>
              </a:defRPr>
            </a:lvl9pPr>
          </a:lstStyle>
          <a:p>
            <a:endParaRPr/>
          </a:p>
        </p:txBody>
      </p:sp>
      <p:sp>
        <p:nvSpPr>
          <p:cNvPr id="390" name="Google Shape;390;p37"/>
          <p:cNvSpPr txBox="1">
            <a:spLocks noGrp="1"/>
          </p:cNvSpPr>
          <p:nvPr>
            <p:ph type="subTitle" idx="9"/>
          </p:nvPr>
        </p:nvSpPr>
        <p:spPr>
          <a:xfrm>
            <a:off x="9219453" y="3717645"/>
            <a:ext cx="2314800" cy="466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1800"/>
              <a:buFont typeface="Inter"/>
              <a:buNone/>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lgn="ctr"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36845A1-D82A-7BAD-A3CF-CC6BCF8B5E4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0E746D0-4AF2-2F8A-87B5-0DF291E30BB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738165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matchingName="02_AgendaHeavy" preserve="1">
  <p:cSld name="02_AgendaHeavy">
    <p:spTree>
      <p:nvGrpSpPr>
        <p:cNvPr id="1" name="Shape 393"/>
        <p:cNvGrpSpPr/>
        <p:nvPr/>
      </p:nvGrpSpPr>
      <p:grpSpPr>
        <a:xfrm>
          <a:off x="0" y="0"/>
          <a:ext cx="0" cy="0"/>
          <a:chOff x="0" y="0"/>
          <a:chExt cx="0" cy="0"/>
        </a:xfrm>
      </p:grpSpPr>
      <p:sp>
        <p:nvSpPr>
          <p:cNvPr id="394" name="Google Shape;394;p38"/>
          <p:cNvSpPr/>
          <p:nvPr/>
        </p:nvSpPr>
        <p:spPr>
          <a:xfrm>
            <a:off x="6098300" y="-9525"/>
            <a:ext cx="6111200" cy="6867600"/>
          </a:xfrm>
          <a:prstGeom prst="rect">
            <a:avLst/>
          </a:prstGeom>
          <a:solidFill>
            <a:schemeClr val="tx2"/>
          </a:solidFill>
          <a:ln>
            <a:noFill/>
          </a:ln>
        </p:spPr>
        <p:txBody>
          <a:bodyPr spcFirstLastPara="1" wrap="square" lIns="45700" tIns="45700" rIns="45700" bIns="457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endParaRPr>
          </a:p>
        </p:txBody>
      </p:sp>
      <p:sp>
        <p:nvSpPr>
          <p:cNvPr id="395" name="Google Shape;395;p38"/>
          <p:cNvSpPr txBox="1">
            <a:spLocks noGrp="1"/>
          </p:cNvSpPr>
          <p:nvPr>
            <p:ph type="title"/>
          </p:nvPr>
        </p:nvSpPr>
        <p:spPr>
          <a:xfrm>
            <a:off x="458143" y="457200"/>
            <a:ext cx="4648400" cy="375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2pPr>
            <a:lvl3pPr lvl="2">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3pPr>
            <a:lvl4pPr lvl="3">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4pPr>
            <a:lvl5pPr lvl="4">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5pPr>
            <a:lvl6pPr lvl="5">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6pPr>
            <a:lvl7pPr lvl="6">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7pPr>
            <a:lvl8pPr lvl="7">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8pPr>
            <a:lvl9pPr lvl="8">
              <a:spcBef>
                <a:spcPts val="0"/>
              </a:spcBef>
              <a:spcAft>
                <a:spcPts val="0"/>
              </a:spcAft>
              <a:buClr>
                <a:schemeClr val="lt2"/>
              </a:buClr>
              <a:buSzPts val="500"/>
              <a:buFont typeface="Inter"/>
              <a:buNone/>
              <a:defRPr sz="667" b="1">
                <a:solidFill>
                  <a:schemeClr val="lt2"/>
                </a:solidFill>
                <a:latin typeface="Inter"/>
                <a:ea typeface="Inter"/>
                <a:cs typeface="Inter"/>
                <a:sym typeface="Inter"/>
              </a:defRPr>
            </a:lvl9pPr>
          </a:lstStyle>
          <a:p>
            <a:endParaRPr/>
          </a:p>
        </p:txBody>
      </p:sp>
      <p:sp>
        <p:nvSpPr>
          <p:cNvPr id="396" name="Google Shape;396;p38"/>
          <p:cNvSpPr txBox="1">
            <a:spLocks noGrp="1"/>
          </p:cNvSpPr>
          <p:nvPr>
            <p:ph type="body" idx="1"/>
          </p:nvPr>
        </p:nvSpPr>
        <p:spPr>
          <a:xfrm>
            <a:off x="438871" y="1971675"/>
            <a:ext cx="3494800" cy="3600400"/>
          </a:xfrm>
          <a:prstGeom prst="rect">
            <a:avLst/>
          </a:prstGeom>
          <a:noFill/>
          <a:ln>
            <a:noFill/>
          </a:ln>
        </p:spPr>
        <p:txBody>
          <a:bodyPr spcFirstLastPara="1" wrap="square" lIns="34275" tIns="34275" rIns="34275" bIns="34275"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397" name="Google Shape;397;p38"/>
          <p:cNvSpPr txBox="1">
            <a:spLocks noGrp="1"/>
          </p:cNvSpPr>
          <p:nvPr>
            <p:ph type="body" idx="2"/>
          </p:nvPr>
        </p:nvSpPr>
        <p:spPr>
          <a:xfrm>
            <a:off x="6915848" y="457200"/>
            <a:ext cx="4476000" cy="5115200"/>
          </a:xfrm>
          <a:prstGeom prst="rect">
            <a:avLst/>
          </a:prstGeom>
          <a:noFill/>
          <a:ln>
            <a:noFill/>
          </a:ln>
        </p:spPr>
        <p:txBody>
          <a:bodyPr spcFirstLastPara="1" wrap="square" lIns="34275" tIns="34275" rIns="34275" bIns="34275" anchor="t" anchorCtr="0">
            <a:noAutofit/>
          </a:bodyPr>
          <a:lstStyle>
            <a:lvl1pPr marL="609585" lvl="0" indent="-457189" rtl="0">
              <a:lnSpc>
                <a:spcPct val="200000"/>
              </a:lnSpc>
              <a:spcBef>
                <a:spcPts val="0"/>
              </a:spcBef>
              <a:spcAft>
                <a:spcPts val="0"/>
              </a:spcAft>
              <a:buClrTx/>
              <a:buSzPct val="110000"/>
              <a:buFont typeface="Arial" panose="020B0604020202020204" pitchFamily="34" charset="0"/>
              <a:buNone/>
              <a:defRPr sz="2400" b="1">
                <a:solidFill>
                  <a:schemeClr val="tx1"/>
                </a:solidFill>
                <a:latin typeface="Inter"/>
                <a:ea typeface="Inter"/>
                <a:cs typeface="Inter"/>
                <a:sym typeface="Inter"/>
              </a:defRPr>
            </a:lvl1pPr>
            <a:lvl2pPr marL="1219170" lvl="1"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2pPr>
            <a:lvl3pPr marL="1828754" lvl="2"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3pPr>
            <a:lvl4pPr marL="2438339" lvl="3"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4pPr>
            <a:lvl5pPr marL="3047924" lvl="4"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5pPr>
            <a:lvl6pPr marL="3657509" lvl="5"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6pPr>
            <a:lvl7pPr marL="4267093" lvl="6"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7pPr>
            <a:lvl8pPr marL="4876678" lvl="7"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8pPr>
            <a:lvl9pPr marL="5486263" lvl="8" indent="-457189" rtl="0">
              <a:lnSpc>
                <a:spcPct val="200000"/>
              </a:lnSpc>
              <a:spcBef>
                <a:spcPts val="0"/>
              </a:spcBef>
              <a:spcAft>
                <a:spcPts val="0"/>
              </a:spcAft>
              <a:buClr>
                <a:schemeClr val="lt2"/>
              </a:buClr>
              <a:buSzPts val="1800"/>
              <a:buFont typeface="Inter"/>
              <a:buChar char="■"/>
              <a:defRPr sz="2400"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C1D43114-F454-F56F-87B9-0999A54B6DF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AC0F658-1115-EA83-099E-915A2C1FE0C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450108942"/>
      </p:ext>
    </p:extLst>
  </p:cSld>
  <p:clrMapOvr>
    <a:masterClrMapping/>
  </p:clrMapOvr>
  <p:extLst>
    <p:ext uri="{DCECCB84-F9BA-43D5-87BE-67443E8EF086}">
      <p15:sldGuideLst xmlns:p15="http://schemas.microsoft.com/office/powerpoint/2012/main">
        <p15:guide id="1" orient="horz" pos="720">
          <p15:clr>
            <a:srgbClr val="FF0095"/>
          </p15:clr>
        </p15:guide>
        <p15:guide id="2" orient="horz" pos="959">
          <p15:clr>
            <a:srgbClr val="FF0095"/>
          </p15:clr>
        </p15:guide>
        <p15:guide id="3" orient="horz" pos="1199">
          <p15:clr>
            <a:srgbClr val="FF0095"/>
          </p15:clr>
        </p15:guide>
        <p15:guide id="4" orient="horz" pos="1440">
          <p15:clr>
            <a:srgbClr val="FF0095"/>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matchingName="00_Blank_Black" preserve="1">
  <p:cSld name="00_Blank_Black">
    <p:bg>
      <p:bgPr>
        <a:gradFill>
          <a:gsLst>
            <a:gs pos="0">
              <a:schemeClr val="tx1"/>
            </a:gs>
            <a:gs pos="100000">
              <a:schemeClr val="bg2"/>
            </a:gs>
          </a:gsLst>
          <a:lin ang="18900000" scaled="1"/>
        </a:gradFill>
        <a:effectLst/>
      </p:bgPr>
    </p:bg>
    <p:spTree>
      <p:nvGrpSpPr>
        <p:cNvPr id="1" name="Shape 400"/>
        <p:cNvGrpSpPr/>
        <p:nvPr/>
      </p:nvGrpSpPr>
      <p:grpSpPr>
        <a:xfrm>
          <a:off x="0" y="0"/>
          <a:ext cx="0" cy="0"/>
          <a:chOff x="0" y="0"/>
          <a:chExt cx="0" cy="0"/>
        </a:xfrm>
      </p:grpSpPr>
      <p:sp>
        <p:nvSpPr>
          <p:cNvPr id="3" name="Footer Placeholder 3">
            <a:extLst>
              <a:ext uri="{FF2B5EF4-FFF2-40B4-BE49-F238E27FC236}">
                <a16:creationId xmlns:a16="http://schemas.microsoft.com/office/drawing/2014/main" id="{A501E2A9-EB33-2793-D600-F8046B43012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1BD30E9-A67E-D479-E6B1-7C6F60E0D86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633050210"/>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matchingName="00_Blank_Blue" preserve="1">
  <p:cSld name="00_Blank_Blue">
    <p:bg>
      <p:bgPr>
        <a:solidFill>
          <a:schemeClr val="accent1"/>
        </a:solidFill>
        <a:effectLst/>
      </p:bgPr>
    </p:bg>
    <p:spTree>
      <p:nvGrpSpPr>
        <p:cNvPr id="1" name="Shape 403"/>
        <p:cNvGrpSpPr/>
        <p:nvPr/>
      </p:nvGrpSpPr>
      <p:grpSpPr>
        <a:xfrm>
          <a:off x="0" y="0"/>
          <a:ext cx="0" cy="0"/>
          <a:chOff x="0" y="0"/>
          <a:chExt cx="0" cy="0"/>
        </a:xfrm>
      </p:grpSpPr>
      <p:sp>
        <p:nvSpPr>
          <p:cNvPr id="3" name="Footer Placeholder 3">
            <a:extLst>
              <a:ext uri="{FF2B5EF4-FFF2-40B4-BE49-F238E27FC236}">
                <a16:creationId xmlns:a16="http://schemas.microsoft.com/office/drawing/2014/main" id="{F4EBE87F-F323-2381-21AA-EFE874098B1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D5E29DB8-4179-2CEA-3BE2-A690BB5B9E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154759081"/>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matchingName="03_Text-heavy" preserve="1">
  <p:cSld name="03_Text-heavy">
    <p:bg>
      <p:bgPr>
        <a:solidFill>
          <a:srgbClr val="00001E">
            <a:alpha val="0"/>
          </a:srgbClr>
        </a:solidFill>
        <a:effectLst/>
      </p:bgPr>
    </p:bg>
    <p:spTree>
      <p:nvGrpSpPr>
        <p:cNvPr id="1" name="Shape 406"/>
        <p:cNvGrpSpPr/>
        <p:nvPr/>
      </p:nvGrpSpPr>
      <p:grpSpPr>
        <a:xfrm>
          <a:off x="0" y="0"/>
          <a:ext cx="0" cy="0"/>
          <a:chOff x="0" y="0"/>
          <a:chExt cx="0" cy="0"/>
        </a:xfrm>
      </p:grpSpPr>
      <p:sp>
        <p:nvSpPr>
          <p:cNvPr id="407" name="Google Shape;407;p41"/>
          <p:cNvSpPr txBox="1">
            <a:spLocks noGrp="1"/>
          </p:cNvSpPr>
          <p:nvPr>
            <p:ph type="title"/>
          </p:nvPr>
        </p:nvSpPr>
        <p:spPr>
          <a:xfrm>
            <a:off x="440357" y="457200"/>
            <a:ext cx="8534400" cy="745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08" name="Google Shape;408;p41"/>
          <p:cNvSpPr txBox="1">
            <a:spLocks noGrp="1"/>
          </p:cNvSpPr>
          <p:nvPr>
            <p:ph type="subTitle" idx="1"/>
          </p:nvPr>
        </p:nvSpPr>
        <p:spPr>
          <a:xfrm>
            <a:off x="440357" y="1176112"/>
            <a:ext cx="8534400" cy="3608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09" name="Google Shape;409;p41"/>
          <p:cNvSpPr txBox="1">
            <a:spLocks noGrp="1"/>
          </p:cNvSpPr>
          <p:nvPr>
            <p:ph type="body" idx="2"/>
          </p:nvPr>
        </p:nvSpPr>
        <p:spPr>
          <a:xfrm>
            <a:off x="440357" y="1873251"/>
            <a:ext cx="7315200" cy="3657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0ED10B7E-4268-71DD-047E-93AF7B76D53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AB4C079-61AE-5182-32B7-9D56FB2F300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223971145"/>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matchingName="07_Timeline2" preserve="1">
  <p:cSld name="07_Timeline2">
    <p:bg>
      <p:bgPr>
        <a:solidFill>
          <a:srgbClr val="00001E">
            <a:alpha val="0"/>
          </a:srgbClr>
        </a:solidFill>
        <a:effectLst/>
      </p:bgPr>
    </p:bg>
    <p:spTree>
      <p:nvGrpSpPr>
        <p:cNvPr id="1" name="Shape 412"/>
        <p:cNvGrpSpPr/>
        <p:nvPr/>
      </p:nvGrpSpPr>
      <p:grpSpPr>
        <a:xfrm>
          <a:off x="0" y="0"/>
          <a:ext cx="0" cy="0"/>
          <a:chOff x="0" y="0"/>
          <a:chExt cx="0" cy="0"/>
        </a:xfrm>
      </p:grpSpPr>
      <p:sp>
        <p:nvSpPr>
          <p:cNvPr id="413" name="Google Shape;413;p42"/>
          <p:cNvSpPr/>
          <p:nvPr/>
        </p:nvSpPr>
        <p:spPr>
          <a:xfrm>
            <a:off x="0" y="0"/>
            <a:ext cx="12192000" cy="6217600"/>
          </a:xfrm>
          <a:prstGeom prst="rect">
            <a:avLst/>
          </a:prstGeom>
          <a:solidFill>
            <a:schemeClr val="tx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414" name="Google Shape;414;p42"/>
          <p:cNvSpPr/>
          <p:nvPr/>
        </p:nvSpPr>
        <p:spPr>
          <a:xfrm>
            <a:off x="620333" y="2245633"/>
            <a:ext cx="11736400" cy="480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415" name="Google Shape;415;p42"/>
          <p:cNvSpPr txBox="1">
            <a:spLocks noGrp="1"/>
          </p:cNvSpPr>
          <p:nvPr>
            <p:ph type="title"/>
          </p:nvPr>
        </p:nvSpPr>
        <p:spPr>
          <a:xfrm>
            <a:off x="440357" y="457200"/>
            <a:ext cx="42412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16" name="Google Shape;416;p42"/>
          <p:cNvSpPr txBox="1">
            <a:spLocks noGrp="1"/>
          </p:cNvSpPr>
          <p:nvPr>
            <p:ph type="body" idx="1"/>
          </p:nvPr>
        </p:nvSpPr>
        <p:spPr>
          <a:xfrm>
            <a:off x="659549" y="2582529"/>
            <a:ext cx="2827200" cy="2993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38500D3-BD8E-273E-B023-676F9180A3B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43E1C01D-33B3-F819-ED15-1F8CB2FB661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35172214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matchingName="07_Timeline1" preserve="1">
  <p:cSld name="07_Timeline1">
    <p:bg>
      <p:bgPr>
        <a:solidFill>
          <a:schemeClr val="bg1">
            <a:alpha val="0"/>
          </a:schemeClr>
        </a:solidFill>
        <a:effectLst/>
      </p:bgPr>
    </p:bg>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21" name="Google Shape;421;p43"/>
          <p:cNvSpPr txBox="1">
            <a:spLocks noGrp="1"/>
          </p:cNvSpPr>
          <p:nvPr>
            <p:ph type="body" idx="1"/>
          </p:nvPr>
        </p:nvSpPr>
        <p:spPr>
          <a:xfrm>
            <a:off x="439583" y="4049963"/>
            <a:ext cx="2827200" cy="203757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22" name="Google Shape;422;p43"/>
          <p:cNvSpPr/>
          <p:nvPr/>
        </p:nvSpPr>
        <p:spPr>
          <a:xfrm>
            <a:off x="440357" y="3476563"/>
            <a:ext cx="11751600" cy="178000"/>
          </a:xfrm>
          <a:prstGeom prst="rect">
            <a:avLst/>
          </a:prstGeom>
          <a:gradFill flip="none" rotWithShape="1">
            <a:gsLst>
              <a:gs pos="0">
                <a:schemeClr val="bg2"/>
              </a:gs>
              <a:gs pos="100000">
                <a:schemeClr val="accent1"/>
              </a:gs>
            </a:gsLst>
            <a:lin ang="10800000" scaled="1"/>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3" name="Footer Placeholder 3">
            <a:extLst>
              <a:ext uri="{FF2B5EF4-FFF2-40B4-BE49-F238E27FC236}">
                <a16:creationId xmlns:a16="http://schemas.microsoft.com/office/drawing/2014/main" id="{C0DCED3D-5B9E-8E54-7DEE-15105E30DD0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7397FFA8-7745-E0B2-F758-8C40B94ECC1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9651819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matchingName="07_Timeline1" preserve="1">
  <p:cSld name="8_Timeline1">
    <p:bg>
      <p:bgPr>
        <a:solidFill>
          <a:schemeClr val="tx1"/>
        </a:solidFill>
        <a:effectLst/>
      </p:bgPr>
    </p:bg>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21" name="Google Shape;421;p43"/>
          <p:cNvSpPr txBox="1">
            <a:spLocks noGrp="1"/>
          </p:cNvSpPr>
          <p:nvPr>
            <p:ph type="body" idx="1"/>
          </p:nvPr>
        </p:nvSpPr>
        <p:spPr>
          <a:xfrm>
            <a:off x="439583" y="4049963"/>
            <a:ext cx="2827200" cy="2054504"/>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6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22" name="Google Shape;422;p43"/>
          <p:cNvSpPr/>
          <p:nvPr/>
        </p:nvSpPr>
        <p:spPr>
          <a:xfrm>
            <a:off x="440357" y="3476563"/>
            <a:ext cx="11751600" cy="178000"/>
          </a:xfrm>
          <a:prstGeom prst="rect">
            <a:avLst/>
          </a:prstGeom>
          <a:gradFill flip="none" rotWithShape="1">
            <a:gsLst>
              <a:gs pos="0">
                <a:schemeClr val="bg2"/>
              </a:gs>
              <a:gs pos="100000">
                <a:schemeClr val="accent1"/>
              </a:gs>
            </a:gsLst>
            <a:lin ang="10800000" scaled="1"/>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667">
              <a:latin typeface="JetBrains Mono"/>
              <a:ea typeface="JetBrains Mono"/>
              <a:cs typeface="JetBrains Mono"/>
              <a:sym typeface="JetBrains Mono"/>
            </a:endParaRPr>
          </a:p>
        </p:txBody>
      </p:sp>
      <p:sp>
        <p:nvSpPr>
          <p:cNvPr id="3" name="Footer Placeholder 3">
            <a:extLst>
              <a:ext uri="{FF2B5EF4-FFF2-40B4-BE49-F238E27FC236}">
                <a16:creationId xmlns:a16="http://schemas.microsoft.com/office/drawing/2014/main" id="{74B74730-4B78-DB3A-97CD-E104EC35598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26248A50-C64D-223E-48D8-A5107C42AA3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745714545"/>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matchingName="07_Timeline3" preserve="1">
  <p:cSld name="07_Timeline3">
    <p:bg>
      <p:bgPr>
        <a:solidFill>
          <a:schemeClr val="bg1"/>
        </a:solidFill>
        <a:effectLst/>
      </p:bgPr>
    </p:bg>
    <p:spTree>
      <p:nvGrpSpPr>
        <p:cNvPr id="1" name="Shape 425"/>
        <p:cNvGrpSpPr/>
        <p:nvPr/>
      </p:nvGrpSpPr>
      <p:grpSpPr>
        <a:xfrm>
          <a:off x="0" y="0"/>
          <a:ext cx="0" cy="0"/>
          <a:chOff x="0" y="0"/>
          <a:chExt cx="0" cy="0"/>
        </a:xfrm>
      </p:grpSpPr>
      <p:sp>
        <p:nvSpPr>
          <p:cNvPr id="426" name="Google Shape;426;p44"/>
          <p:cNvSpPr txBox="1">
            <a:spLocks noGrp="1"/>
          </p:cNvSpPr>
          <p:nvPr>
            <p:ph type="title"/>
          </p:nvPr>
        </p:nvSpPr>
        <p:spPr>
          <a:xfrm>
            <a:off x="3290367" y="298933"/>
            <a:ext cx="3758800" cy="375600"/>
          </a:xfrm>
          <a:prstGeom prst="rect">
            <a:avLst/>
          </a:prstGeom>
          <a:noFill/>
          <a:ln>
            <a:noFill/>
          </a:ln>
        </p:spPr>
        <p:txBody>
          <a:bodyPr spcFirstLastPara="1" wrap="square" lIns="91425" tIns="91425" rIns="91425" bIns="91425" anchor="t" anchorCtr="0">
            <a:noAutofit/>
          </a:bodyPr>
          <a:lstStyle>
            <a:lvl1pPr lvl="0" algn="r">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7" name="Google Shape;427;p44"/>
          <p:cNvSpPr txBox="1">
            <a:spLocks noGrp="1"/>
          </p:cNvSpPr>
          <p:nvPr>
            <p:ph type="title" idx="2"/>
          </p:nvPr>
        </p:nvSpPr>
        <p:spPr>
          <a:xfrm>
            <a:off x="3290367" y="73596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8" name="Google Shape;428;p44"/>
          <p:cNvSpPr txBox="1">
            <a:spLocks noGrp="1"/>
          </p:cNvSpPr>
          <p:nvPr>
            <p:ph type="title" idx="3"/>
          </p:nvPr>
        </p:nvSpPr>
        <p:spPr>
          <a:xfrm>
            <a:off x="3290367" y="1172984"/>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29" name="Google Shape;429;p44"/>
          <p:cNvSpPr txBox="1">
            <a:spLocks noGrp="1"/>
          </p:cNvSpPr>
          <p:nvPr>
            <p:ph type="title" idx="4"/>
          </p:nvPr>
        </p:nvSpPr>
        <p:spPr>
          <a:xfrm>
            <a:off x="3290367" y="16100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0" name="Google Shape;430;p44"/>
          <p:cNvSpPr txBox="1">
            <a:spLocks noGrp="1"/>
          </p:cNvSpPr>
          <p:nvPr>
            <p:ph type="title" idx="5"/>
          </p:nvPr>
        </p:nvSpPr>
        <p:spPr>
          <a:xfrm>
            <a:off x="3290367" y="2047033"/>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1" name="Google Shape;431;p44"/>
          <p:cNvSpPr txBox="1">
            <a:spLocks noGrp="1"/>
          </p:cNvSpPr>
          <p:nvPr>
            <p:ph type="title" idx="6"/>
          </p:nvPr>
        </p:nvSpPr>
        <p:spPr>
          <a:xfrm>
            <a:off x="3290367" y="2484051"/>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2" name="Google Shape;432;p44"/>
          <p:cNvSpPr txBox="1">
            <a:spLocks noGrp="1"/>
          </p:cNvSpPr>
          <p:nvPr>
            <p:ph type="title" idx="7"/>
          </p:nvPr>
        </p:nvSpPr>
        <p:spPr>
          <a:xfrm>
            <a:off x="3290367" y="292106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3" name="Google Shape;433;p44"/>
          <p:cNvSpPr txBox="1">
            <a:spLocks noGrp="1"/>
          </p:cNvSpPr>
          <p:nvPr>
            <p:ph type="title" idx="8"/>
          </p:nvPr>
        </p:nvSpPr>
        <p:spPr>
          <a:xfrm>
            <a:off x="3290367" y="33581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4" name="Google Shape;434;p44"/>
          <p:cNvSpPr txBox="1">
            <a:spLocks noGrp="1"/>
          </p:cNvSpPr>
          <p:nvPr>
            <p:ph type="title" idx="9"/>
          </p:nvPr>
        </p:nvSpPr>
        <p:spPr>
          <a:xfrm>
            <a:off x="3290367" y="3795117"/>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5" name="Google Shape;435;p44"/>
          <p:cNvSpPr txBox="1">
            <a:spLocks noGrp="1"/>
          </p:cNvSpPr>
          <p:nvPr>
            <p:ph type="title" idx="13"/>
          </p:nvPr>
        </p:nvSpPr>
        <p:spPr>
          <a:xfrm>
            <a:off x="3290367" y="4243351"/>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6" name="Google Shape;436;p44"/>
          <p:cNvSpPr txBox="1">
            <a:spLocks noGrp="1"/>
          </p:cNvSpPr>
          <p:nvPr>
            <p:ph type="title" idx="14"/>
          </p:nvPr>
        </p:nvSpPr>
        <p:spPr>
          <a:xfrm>
            <a:off x="3290367" y="4680384"/>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7" name="Google Shape;437;p44"/>
          <p:cNvSpPr txBox="1">
            <a:spLocks noGrp="1"/>
          </p:cNvSpPr>
          <p:nvPr>
            <p:ph type="title" idx="15"/>
          </p:nvPr>
        </p:nvSpPr>
        <p:spPr>
          <a:xfrm>
            <a:off x="3290367" y="51174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sp>
        <p:nvSpPr>
          <p:cNvPr id="438" name="Google Shape;438;p44"/>
          <p:cNvSpPr txBox="1">
            <a:spLocks noGrp="1"/>
          </p:cNvSpPr>
          <p:nvPr>
            <p:ph type="title" idx="16"/>
          </p:nvPr>
        </p:nvSpPr>
        <p:spPr>
          <a:xfrm>
            <a:off x="3290367" y="5554400"/>
            <a:ext cx="3758800" cy="375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accent2"/>
              </a:buClr>
              <a:buSzPts val="1100"/>
              <a:buFont typeface="JetBrains Mono SemiBold"/>
              <a:buNone/>
              <a:defRPr sz="1467">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SemiBold"/>
              </a:defRPr>
            </a:lvl1pPr>
            <a:lvl2pPr lvl="1"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2pPr>
            <a:lvl3pPr lvl="2"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3pPr>
            <a:lvl4pPr lvl="3"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4pPr>
            <a:lvl5pPr lvl="4"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5pPr>
            <a:lvl6pPr lvl="5"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6pPr>
            <a:lvl7pPr lvl="6"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7pPr>
            <a:lvl8pPr lvl="7"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8pPr>
            <a:lvl9pPr lvl="8" algn="r" rtl="0">
              <a:spcBef>
                <a:spcPts val="0"/>
              </a:spcBef>
              <a:spcAft>
                <a:spcPts val="0"/>
              </a:spcAft>
              <a:buClr>
                <a:schemeClr val="accent2"/>
              </a:buClr>
              <a:buSzPts val="1100"/>
              <a:buFont typeface="JetBrains Mono SemiBold"/>
              <a:buNone/>
              <a:defRPr sz="1467">
                <a:solidFill>
                  <a:schemeClr val="accent2"/>
                </a:solidFill>
                <a:latin typeface="JetBrains Mono SemiBold"/>
                <a:ea typeface="JetBrains Mono SemiBold"/>
                <a:cs typeface="JetBrains Mono SemiBold"/>
                <a:sym typeface="JetBrains Mono SemiBold"/>
              </a:defRPr>
            </a:lvl9pPr>
          </a:lstStyle>
          <a:p>
            <a:endParaRPr/>
          </a:p>
        </p:txBody>
      </p:sp>
      <p:cxnSp>
        <p:nvCxnSpPr>
          <p:cNvPr id="439" name="Google Shape;439;p44"/>
          <p:cNvCxnSpPr/>
          <p:nvPr/>
        </p:nvCxnSpPr>
        <p:spPr>
          <a:xfrm>
            <a:off x="7187800" y="350992"/>
            <a:ext cx="0" cy="6526800"/>
          </a:xfrm>
          <a:prstGeom prst="straightConnector1">
            <a:avLst/>
          </a:prstGeom>
          <a:noFill/>
          <a:ln w="9525" cap="flat" cmpd="sng">
            <a:solidFill>
              <a:schemeClr val="accent2"/>
            </a:solidFill>
            <a:prstDash val="solid"/>
            <a:round/>
            <a:headEnd type="oval" w="med" len="med"/>
            <a:tailEnd type="none" w="med" len="med"/>
          </a:ln>
        </p:spPr>
      </p:cxnSp>
      <p:sp>
        <p:nvSpPr>
          <p:cNvPr id="440" name="Google Shape;440;p44"/>
          <p:cNvSpPr txBox="1">
            <a:spLocks noGrp="1"/>
          </p:cNvSpPr>
          <p:nvPr>
            <p:ph type="title" idx="17"/>
          </p:nvPr>
        </p:nvSpPr>
        <p:spPr>
          <a:xfrm>
            <a:off x="7326433" y="298933"/>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1" name="Google Shape;441;p44"/>
          <p:cNvSpPr txBox="1">
            <a:spLocks noGrp="1"/>
          </p:cNvSpPr>
          <p:nvPr>
            <p:ph type="title" idx="18"/>
          </p:nvPr>
        </p:nvSpPr>
        <p:spPr>
          <a:xfrm>
            <a:off x="7326433" y="73596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2" name="Google Shape;442;p44"/>
          <p:cNvSpPr txBox="1">
            <a:spLocks noGrp="1"/>
          </p:cNvSpPr>
          <p:nvPr>
            <p:ph type="title" idx="19"/>
          </p:nvPr>
        </p:nvSpPr>
        <p:spPr>
          <a:xfrm>
            <a:off x="7326433" y="1172984"/>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3" name="Google Shape;443;p44"/>
          <p:cNvSpPr txBox="1">
            <a:spLocks noGrp="1"/>
          </p:cNvSpPr>
          <p:nvPr>
            <p:ph type="title" idx="20"/>
          </p:nvPr>
        </p:nvSpPr>
        <p:spPr>
          <a:xfrm>
            <a:off x="7326433" y="16100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4" name="Google Shape;444;p44"/>
          <p:cNvSpPr txBox="1">
            <a:spLocks noGrp="1"/>
          </p:cNvSpPr>
          <p:nvPr>
            <p:ph type="title" idx="21"/>
          </p:nvPr>
        </p:nvSpPr>
        <p:spPr>
          <a:xfrm>
            <a:off x="7326433" y="2047033"/>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5" name="Google Shape;445;p44"/>
          <p:cNvSpPr txBox="1">
            <a:spLocks noGrp="1"/>
          </p:cNvSpPr>
          <p:nvPr>
            <p:ph type="title" idx="22"/>
          </p:nvPr>
        </p:nvSpPr>
        <p:spPr>
          <a:xfrm>
            <a:off x="7326433" y="2484051"/>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6" name="Google Shape;446;p44"/>
          <p:cNvSpPr txBox="1">
            <a:spLocks noGrp="1"/>
          </p:cNvSpPr>
          <p:nvPr>
            <p:ph type="title" idx="23"/>
          </p:nvPr>
        </p:nvSpPr>
        <p:spPr>
          <a:xfrm>
            <a:off x="7326433" y="292106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7" name="Google Shape;447;p44"/>
          <p:cNvSpPr txBox="1">
            <a:spLocks noGrp="1"/>
          </p:cNvSpPr>
          <p:nvPr>
            <p:ph type="title" idx="24"/>
          </p:nvPr>
        </p:nvSpPr>
        <p:spPr>
          <a:xfrm>
            <a:off x="7326433" y="33581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8" name="Google Shape;448;p44"/>
          <p:cNvSpPr txBox="1">
            <a:spLocks noGrp="1"/>
          </p:cNvSpPr>
          <p:nvPr>
            <p:ph type="title" idx="25"/>
          </p:nvPr>
        </p:nvSpPr>
        <p:spPr>
          <a:xfrm>
            <a:off x="7326433" y="3795117"/>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49" name="Google Shape;449;p44"/>
          <p:cNvSpPr txBox="1">
            <a:spLocks noGrp="1"/>
          </p:cNvSpPr>
          <p:nvPr>
            <p:ph type="title" idx="26"/>
          </p:nvPr>
        </p:nvSpPr>
        <p:spPr>
          <a:xfrm>
            <a:off x="7326433" y="4243351"/>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0" name="Google Shape;450;p44"/>
          <p:cNvSpPr txBox="1">
            <a:spLocks noGrp="1"/>
          </p:cNvSpPr>
          <p:nvPr>
            <p:ph type="title" idx="27"/>
          </p:nvPr>
        </p:nvSpPr>
        <p:spPr>
          <a:xfrm>
            <a:off x="7326433" y="4680384"/>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1" name="Google Shape;451;p44"/>
          <p:cNvSpPr txBox="1">
            <a:spLocks noGrp="1"/>
          </p:cNvSpPr>
          <p:nvPr>
            <p:ph type="title" idx="28"/>
          </p:nvPr>
        </p:nvSpPr>
        <p:spPr>
          <a:xfrm>
            <a:off x="7326433" y="51174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452" name="Google Shape;452;p44"/>
          <p:cNvSpPr txBox="1">
            <a:spLocks noGrp="1"/>
          </p:cNvSpPr>
          <p:nvPr>
            <p:ph type="title" idx="29"/>
          </p:nvPr>
        </p:nvSpPr>
        <p:spPr>
          <a:xfrm>
            <a:off x="7326433" y="5554400"/>
            <a:ext cx="4293200" cy="37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1000"/>
              <a:buFont typeface="Inter SemiBold"/>
              <a:buNone/>
              <a:defRPr sz="13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2pPr>
            <a:lvl3pPr lvl="2"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3pPr>
            <a:lvl4pPr lvl="3"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4pPr>
            <a:lvl5pPr lvl="4"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5pPr>
            <a:lvl6pPr lvl="5"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6pPr>
            <a:lvl7pPr lvl="6"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7pPr>
            <a:lvl8pPr lvl="7"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8pPr>
            <a:lvl9pPr lvl="8" rtl="0">
              <a:spcBef>
                <a:spcPts val="0"/>
              </a:spcBef>
              <a:spcAft>
                <a:spcPts val="0"/>
              </a:spcAft>
              <a:buClr>
                <a:schemeClr val="accent1"/>
              </a:buClr>
              <a:buSzPts val="1000"/>
              <a:buFont typeface="Inter SemiBold"/>
              <a:buNone/>
              <a:defRPr sz="1333">
                <a:solidFill>
                  <a:schemeClr val="accent1"/>
                </a:solidFill>
                <a:latin typeface="Inter SemiBold"/>
                <a:ea typeface="Inter SemiBold"/>
                <a:cs typeface="Inter SemiBold"/>
                <a:sym typeface="Inter SemiBold"/>
              </a:defRPr>
            </a:lvl9pPr>
          </a:lstStyle>
          <a:p>
            <a:endParaRPr/>
          </a:p>
        </p:txBody>
      </p:sp>
      <p:sp>
        <p:nvSpPr>
          <p:cNvPr id="3" name="Footer Placeholder 3">
            <a:extLst>
              <a:ext uri="{FF2B5EF4-FFF2-40B4-BE49-F238E27FC236}">
                <a16:creationId xmlns:a16="http://schemas.microsoft.com/office/drawing/2014/main" id="{4E7626DD-CA14-F5F7-B8BD-86207D1CB73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0F43E09E-28E9-7501-3BD2-8280FE32FE5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822595083"/>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matchingName="03_Text-heavy 3 columns" preserve="1">
  <p:cSld name="03_Text-heavy 3 columns">
    <p:spTree>
      <p:nvGrpSpPr>
        <p:cNvPr id="1" name="Shape 455"/>
        <p:cNvGrpSpPr/>
        <p:nvPr/>
      </p:nvGrpSpPr>
      <p:grpSpPr>
        <a:xfrm>
          <a:off x="0" y="0"/>
          <a:ext cx="0" cy="0"/>
          <a:chOff x="0" y="0"/>
          <a:chExt cx="0" cy="0"/>
        </a:xfrm>
      </p:grpSpPr>
      <p:sp>
        <p:nvSpPr>
          <p:cNvPr id="456" name="Google Shape;456;p45"/>
          <p:cNvSpPr/>
          <p:nvPr/>
        </p:nvSpPr>
        <p:spPr>
          <a:xfrm>
            <a:off x="440367"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457" name="Google Shape;457;p45"/>
          <p:cNvSpPr/>
          <p:nvPr/>
        </p:nvSpPr>
        <p:spPr>
          <a:xfrm>
            <a:off x="4276333"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458" name="Google Shape;458;p45"/>
          <p:cNvSpPr/>
          <p:nvPr/>
        </p:nvSpPr>
        <p:spPr>
          <a:xfrm>
            <a:off x="8112300"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p>
        </p:txBody>
      </p:sp>
      <p:sp>
        <p:nvSpPr>
          <p:cNvPr id="459" name="Google Shape;459;p45"/>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60" name="Google Shape;460;p45"/>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61" name="Google Shape;461;p45"/>
          <p:cNvSpPr txBox="1">
            <a:spLocks noGrp="1"/>
          </p:cNvSpPr>
          <p:nvPr>
            <p:ph type="body" idx="2"/>
          </p:nvPr>
        </p:nvSpPr>
        <p:spPr>
          <a:xfrm>
            <a:off x="660767"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2" name="Google Shape;462;p45"/>
          <p:cNvSpPr txBox="1">
            <a:spLocks noGrp="1"/>
          </p:cNvSpPr>
          <p:nvPr>
            <p:ph type="body" idx="3"/>
          </p:nvPr>
        </p:nvSpPr>
        <p:spPr>
          <a:xfrm>
            <a:off x="660767"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3" name="Google Shape;463;p45"/>
          <p:cNvSpPr txBox="1">
            <a:spLocks noGrp="1"/>
          </p:cNvSpPr>
          <p:nvPr>
            <p:ph type="body" idx="4"/>
          </p:nvPr>
        </p:nvSpPr>
        <p:spPr>
          <a:xfrm>
            <a:off x="44967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4" name="Google Shape;464;p45"/>
          <p:cNvSpPr txBox="1">
            <a:spLocks noGrp="1"/>
          </p:cNvSpPr>
          <p:nvPr>
            <p:ph type="body" idx="5"/>
          </p:nvPr>
        </p:nvSpPr>
        <p:spPr>
          <a:xfrm>
            <a:off x="44967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5" name="Google Shape;465;p45"/>
          <p:cNvSpPr txBox="1">
            <a:spLocks noGrp="1"/>
          </p:cNvSpPr>
          <p:nvPr>
            <p:ph type="body" idx="6"/>
          </p:nvPr>
        </p:nvSpPr>
        <p:spPr>
          <a:xfrm>
            <a:off x="83339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6" name="Google Shape;466;p45"/>
          <p:cNvSpPr txBox="1">
            <a:spLocks noGrp="1"/>
          </p:cNvSpPr>
          <p:nvPr>
            <p:ph type="body" idx="7"/>
          </p:nvPr>
        </p:nvSpPr>
        <p:spPr>
          <a:xfrm>
            <a:off x="83339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6AE4C2EF-7426-892A-30B1-852FB52FE0A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7080729B-5AEF-3682-7844-FA0AC6EF18D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22611771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matchingName="03_Text-heavy 3 columns" preserve="1">
  <p:cSld name="4_Text-heavy 3 columns">
    <p:bg>
      <p:bgPr>
        <a:solidFill>
          <a:schemeClr val="tx1"/>
        </a:solidFill>
        <a:effectLst/>
      </p:bgPr>
    </p:bg>
    <p:spTree>
      <p:nvGrpSpPr>
        <p:cNvPr id="1" name="Shape 455"/>
        <p:cNvGrpSpPr/>
        <p:nvPr/>
      </p:nvGrpSpPr>
      <p:grpSpPr>
        <a:xfrm>
          <a:off x="0" y="0"/>
          <a:ext cx="0" cy="0"/>
          <a:chOff x="0" y="0"/>
          <a:chExt cx="0" cy="0"/>
        </a:xfrm>
      </p:grpSpPr>
      <p:sp>
        <p:nvSpPr>
          <p:cNvPr id="456" name="Google Shape;456;p45"/>
          <p:cNvSpPr/>
          <p:nvPr/>
        </p:nvSpPr>
        <p:spPr>
          <a:xfrm>
            <a:off x="440367"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7" name="Google Shape;457;p45"/>
          <p:cNvSpPr/>
          <p:nvPr/>
        </p:nvSpPr>
        <p:spPr>
          <a:xfrm>
            <a:off x="4276333"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8" name="Google Shape;458;p45"/>
          <p:cNvSpPr/>
          <p:nvPr/>
        </p:nvSpPr>
        <p:spPr>
          <a:xfrm>
            <a:off x="8112300" y="2127433"/>
            <a:ext cx="3394800" cy="3538400"/>
          </a:xfrm>
          <a:prstGeom prst="roundRect">
            <a:avLst>
              <a:gd name="adj" fmla="val 2644"/>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0" lvl="0" indent="0" algn="l" rtl="0">
              <a:spcBef>
                <a:spcPts val="0"/>
              </a:spcBef>
              <a:spcAft>
                <a:spcPts val="0"/>
              </a:spcAft>
              <a:buNone/>
            </a:pPr>
            <a:endParaRPr sz="2489">
              <a:solidFill>
                <a:schemeClr val="bg1"/>
              </a:solidFill>
            </a:endParaRPr>
          </a:p>
        </p:txBody>
      </p:sp>
      <p:sp>
        <p:nvSpPr>
          <p:cNvPr id="459" name="Google Shape;459;p45"/>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60" name="Google Shape;460;p45"/>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61" name="Google Shape;461;p45"/>
          <p:cNvSpPr txBox="1">
            <a:spLocks noGrp="1"/>
          </p:cNvSpPr>
          <p:nvPr>
            <p:ph type="body" idx="2"/>
          </p:nvPr>
        </p:nvSpPr>
        <p:spPr>
          <a:xfrm>
            <a:off x="660767"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2" name="Google Shape;462;p45"/>
          <p:cNvSpPr txBox="1">
            <a:spLocks noGrp="1"/>
          </p:cNvSpPr>
          <p:nvPr>
            <p:ph type="body" idx="3"/>
          </p:nvPr>
        </p:nvSpPr>
        <p:spPr>
          <a:xfrm>
            <a:off x="660767"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3" name="Google Shape;463;p45"/>
          <p:cNvSpPr txBox="1">
            <a:spLocks noGrp="1"/>
          </p:cNvSpPr>
          <p:nvPr>
            <p:ph type="body" idx="4"/>
          </p:nvPr>
        </p:nvSpPr>
        <p:spPr>
          <a:xfrm>
            <a:off x="44967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4" name="Google Shape;464;p45"/>
          <p:cNvSpPr txBox="1">
            <a:spLocks noGrp="1"/>
          </p:cNvSpPr>
          <p:nvPr>
            <p:ph type="body" idx="5"/>
          </p:nvPr>
        </p:nvSpPr>
        <p:spPr>
          <a:xfrm>
            <a:off x="44967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65" name="Google Shape;465;p45"/>
          <p:cNvSpPr txBox="1">
            <a:spLocks noGrp="1"/>
          </p:cNvSpPr>
          <p:nvPr>
            <p:ph type="body" idx="6"/>
          </p:nvPr>
        </p:nvSpPr>
        <p:spPr>
          <a:xfrm>
            <a:off x="8333933" y="2698000"/>
            <a:ext cx="29540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66" name="Google Shape;466;p45"/>
          <p:cNvSpPr txBox="1">
            <a:spLocks noGrp="1"/>
          </p:cNvSpPr>
          <p:nvPr>
            <p:ph type="body" idx="7"/>
          </p:nvPr>
        </p:nvSpPr>
        <p:spPr>
          <a:xfrm>
            <a:off x="8333933" y="2328467"/>
            <a:ext cx="29540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20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3181E9BA-4B9E-435D-CC52-F624DF9F19D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67CF62B0-2FE0-1997-42C2-6C20BF126CA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890657133"/>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matchingName="03_Text-heavy 4 columns " preserve="1">
  <p:cSld name="03_Text-heavy 4 columns ">
    <p:spTree>
      <p:nvGrpSpPr>
        <p:cNvPr id="1" name="Shape 469"/>
        <p:cNvGrpSpPr/>
        <p:nvPr/>
      </p:nvGrpSpPr>
      <p:grpSpPr>
        <a:xfrm>
          <a:off x="0" y="0"/>
          <a:ext cx="0" cy="0"/>
          <a:chOff x="0" y="0"/>
          <a:chExt cx="0" cy="0"/>
        </a:xfrm>
      </p:grpSpPr>
      <p:sp>
        <p:nvSpPr>
          <p:cNvPr id="470" name="Google Shape;470;p46"/>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71" name="Google Shape;471;p46"/>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Inter"/>
                <a:cs typeface="DM Sans 14pt" pitchFamily="2" charset="77"/>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72" name="Google Shape;472;p46"/>
          <p:cNvSpPr/>
          <p:nvPr/>
        </p:nvSpPr>
        <p:spPr>
          <a:xfrm>
            <a:off x="44036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3" name="Google Shape;473;p46"/>
          <p:cNvSpPr/>
          <p:nvPr/>
        </p:nvSpPr>
        <p:spPr>
          <a:xfrm>
            <a:off x="336542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4" name="Google Shape;474;p46"/>
          <p:cNvSpPr/>
          <p:nvPr/>
        </p:nvSpPr>
        <p:spPr>
          <a:xfrm>
            <a:off x="629047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5" name="Google Shape;475;p46"/>
          <p:cNvSpPr/>
          <p:nvPr/>
        </p:nvSpPr>
        <p:spPr>
          <a:xfrm>
            <a:off x="921553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endParaRPr>
          </a:p>
        </p:txBody>
      </p:sp>
      <p:sp>
        <p:nvSpPr>
          <p:cNvPr id="476" name="Google Shape;476;p46"/>
          <p:cNvSpPr txBox="1">
            <a:spLocks noGrp="1"/>
          </p:cNvSpPr>
          <p:nvPr>
            <p:ph type="body" idx="2"/>
          </p:nvPr>
        </p:nvSpPr>
        <p:spPr>
          <a:xfrm>
            <a:off x="608933"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7" name="Google Shape;477;p46"/>
          <p:cNvSpPr txBox="1">
            <a:spLocks noGrp="1"/>
          </p:cNvSpPr>
          <p:nvPr>
            <p:ph type="body" idx="3"/>
          </p:nvPr>
        </p:nvSpPr>
        <p:spPr>
          <a:xfrm>
            <a:off x="608933"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78" name="Google Shape;478;p46"/>
          <p:cNvSpPr txBox="1">
            <a:spLocks noGrp="1"/>
          </p:cNvSpPr>
          <p:nvPr>
            <p:ph type="body" idx="4"/>
          </p:nvPr>
        </p:nvSpPr>
        <p:spPr>
          <a:xfrm>
            <a:off x="353101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9" name="Google Shape;479;p46"/>
          <p:cNvSpPr txBox="1">
            <a:spLocks noGrp="1"/>
          </p:cNvSpPr>
          <p:nvPr>
            <p:ph type="body" idx="5"/>
          </p:nvPr>
        </p:nvSpPr>
        <p:spPr>
          <a:xfrm>
            <a:off x="353101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0" name="Google Shape;480;p46"/>
          <p:cNvSpPr txBox="1">
            <a:spLocks noGrp="1"/>
          </p:cNvSpPr>
          <p:nvPr>
            <p:ph type="body" idx="6"/>
          </p:nvPr>
        </p:nvSpPr>
        <p:spPr>
          <a:xfrm>
            <a:off x="645606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1" name="Google Shape;481;p46"/>
          <p:cNvSpPr txBox="1">
            <a:spLocks noGrp="1"/>
          </p:cNvSpPr>
          <p:nvPr>
            <p:ph type="body" idx="7"/>
          </p:nvPr>
        </p:nvSpPr>
        <p:spPr>
          <a:xfrm>
            <a:off x="645606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2" name="Google Shape;482;p46"/>
          <p:cNvSpPr txBox="1">
            <a:spLocks noGrp="1"/>
          </p:cNvSpPr>
          <p:nvPr>
            <p:ph type="body" idx="8"/>
          </p:nvPr>
        </p:nvSpPr>
        <p:spPr>
          <a:xfrm>
            <a:off x="9381100"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3" name="Google Shape;483;p46"/>
          <p:cNvSpPr txBox="1">
            <a:spLocks noGrp="1"/>
          </p:cNvSpPr>
          <p:nvPr>
            <p:ph type="body" idx="9"/>
          </p:nvPr>
        </p:nvSpPr>
        <p:spPr>
          <a:xfrm>
            <a:off x="9381100"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tx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693655A-9FE5-1E6B-E892-DFF645BB6F9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B639FBC1-36EA-7FFF-39C5-C3A345E92A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74104018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matchingName="03_Text-heavy 4 columns " preserve="1">
  <p:cSld name="4_Text-heavy 4 columns ">
    <p:bg>
      <p:bgPr>
        <a:solidFill>
          <a:schemeClr val="tx1"/>
        </a:solidFill>
        <a:effectLst/>
      </p:bgPr>
    </p:bg>
    <p:spTree>
      <p:nvGrpSpPr>
        <p:cNvPr id="1" name="Shape 469"/>
        <p:cNvGrpSpPr/>
        <p:nvPr/>
      </p:nvGrpSpPr>
      <p:grpSpPr>
        <a:xfrm>
          <a:off x="0" y="0"/>
          <a:ext cx="0" cy="0"/>
          <a:chOff x="0" y="0"/>
          <a:chExt cx="0" cy="0"/>
        </a:xfrm>
      </p:grpSpPr>
      <p:sp>
        <p:nvSpPr>
          <p:cNvPr id="470" name="Google Shape;470;p46"/>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71" name="Google Shape;471;p46"/>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Inter"/>
                <a:cs typeface="DM Sans 14pt" pitchFamily="2" charset="77"/>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72" name="Google Shape;472;p46"/>
          <p:cNvSpPr/>
          <p:nvPr/>
        </p:nvSpPr>
        <p:spPr>
          <a:xfrm>
            <a:off x="44036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3" name="Google Shape;473;p46"/>
          <p:cNvSpPr/>
          <p:nvPr/>
        </p:nvSpPr>
        <p:spPr>
          <a:xfrm>
            <a:off x="336542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4" name="Google Shape;474;p46"/>
          <p:cNvSpPr/>
          <p:nvPr/>
        </p:nvSpPr>
        <p:spPr>
          <a:xfrm>
            <a:off x="6290477"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5" name="Google Shape;475;p46"/>
          <p:cNvSpPr/>
          <p:nvPr/>
        </p:nvSpPr>
        <p:spPr>
          <a:xfrm>
            <a:off x="9215533" y="2119467"/>
            <a:ext cx="2537600" cy="353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243833" rIns="243833" bIns="243833" anchor="t"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endParaRPr>
          </a:p>
        </p:txBody>
      </p:sp>
      <p:sp>
        <p:nvSpPr>
          <p:cNvPr id="476" name="Google Shape;476;p46"/>
          <p:cNvSpPr txBox="1">
            <a:spLocks noGrp="1"/>
          </p:cNvSpPr>
          <p:nvPr>
            <p:ph type="body" idx="2"/>
          </p:nvPr>
        </p:nvSpPr>
        <p:spPr>
          <a:xfrm>
            <a:off x="608933" y="2698000"/>
            <a:ext cx="2206400" cy="2665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7" name="Google Shape;477;p46"/>
          <p:cNvSpPr txBox="1">
            <a:spLocks noGrp="1"/>
          </p:cNvSpPr>
          <p:nvPr>
            <p:ph type="body" idx="3"/>
          </p:nvPr>
        </p:nvSpPr>
        <p:spPr>
          <a:xfrm>
            <a:off x="608933" y="2328467"/>
            <a:ext cx="2206400" cy="377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78" name="Google Shape;478;p46"/>
          <p:cNvSpPr txBox="1">
            <a:spLocks noGrp="1"/>
          </p:cNvSpPr>
          <p:nvPr>
            <p:ph type="body" idx="4"/>
          </p:nvPr>
        </p:nvSpPr>
        <p:spPr>
          <a:xfrm>
            <a:off x="353101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79" name="Google Shape;479;p46"/>
          <p:cNvSpPr txBox="1">
            <a:spLocks noGrp="1"/>
          </p:cNvSpPr>
          <p:nvPr>
            <p:ph type="body" idx="5"/>
          </p:nvPr>
        </p:nvSpPr>
        <p:spPr>
          <a:xfrm>
            <a:off x="353101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0" name="Google Shape;480;p46"/>
          <p:cNvSpPr txBox="1">
            <a:spLocks noGrp="1"/>
          </p:cNvSpPr>
          <p:nvPr>
            <p:ph type="body" idx="6"/>
          </p:nvPr>
        </p:nvSpPr>
        <p:spPr>
          <a:xfrm>
            <a:off x="6456067"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1" name="Google Shape;481;p46"/>
          <p:cNvSpPr txBox="1">
            <a:spLocks noGrp="1"/>
          </p:cNvSpPr>
          <p:nvPr>
            <p:ph type="body" idx="7"/>
          </p:nvPr>
        </p:nvSpPr>
        <p:spPr>
          <a:xfrm>
            <a:off x="6456067"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82" name="Google Shape;482;p46"/>
          <p:cNvSpPr txBox="1">
            <a:spLocks noGrp="1"/>
          </p:cNvSpPr>
          <p:nvPr>
            <p:ph type="body" idx="8"/>
          </p:nvPr>
        </p:nvSpPr>
        <p:spPr>
          <a:xfrm>
            <a:off x="9381100" y="2698000"/>
            <a:ext cx="2206400" cy="26652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83" name="Google Shape;483;p46"/>
          <p:cNvSpPr txBox="1">
            <a:spLocks noGrp="1"/>
          </p:cNvSpPr>
          <p:nvPr>
            <p:ph type="body" idx="9"/>
          </p:nvPr>
        </p:nvSpPr>
        <p:spPr>
          <a:xfrm>
            <a:off x="9381100" y="2328467"/>
            <a:ext cx="2206400" cy="37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bg1"/>
                </a:solidFill>
                <a:latin typeface="DM Sans 14pt" pitchFamily="2" charset="77"/>
                <a:ea typeface="Inter"/>
                <a:cs typeface="DM Sans 14pt" pitchFamily="2" charset="77"/>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D98D5008-59A9-F0B7-1141-F8EBFD37643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D0EAC44-1D05-4D28-4CC1-046AA907928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218009637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matchingName="03_Text-heavy 4 columns  2" preserve="1">
  <p:cSld name="03_Text-heavy 4 columns  2">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88" name="Google Shape;488;p4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89" name="Google Shape;489;p47"/>
          <p:cNvSpPr/>
          <p:nvPr/>
        </p:nvSpPr>
        <p:spPr>
          <a:xfrm>
            <a:off x="488468"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0" name="Google Shape;490;p47"/>
          <p:cNvSpPr/>
          <p:nvPr/>
        </p:nvSpPr>
        <p:spPr>
          <a:xfrm>
            <a:off x="6118979"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1" name="Google Shape;491;p47"/>
          <p:cNvSpPr/>
          <p:nvPr/>
        </p:nvSpPr>
        <p:spPr>
          <a:xfrm>
            <a:off x="488468"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2" name="Google Shape;492;p47"/>
          <p:cNvSpPr/>
          <p:nvPr/>
        </p:nvSpPr>
        <p:spPr>
          <a:xfrm>
            <a:off x="6118979"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3" name="Google Shape;493;p47"/>
          <p:cNvSpPr txBox="1">
            <a:spLocks noGrp="1"/>
          </p:cNvSpPr>
          <p:nvPr>
            <p:ph type="body" idx="2"/>
          </p:nvPr>
        </p:nvSpPr>
        <p:spPr>
          <a:xfrm>
            <a:off x="691667"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4" name="Google Shape;494;p47"/>
          <p:cNvSpPr txBox="1">
            <a:spLocks noGrp="1"/>
          </p:cNvSpPr>
          <p:nvPr>
            <p:ph type="body" idx="3"/>
          </p:nvPr>
        </p:nvSpPr>
        <p:spPr>
          <a:xfrm>
            <a:off x="691667"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5" name="Google Shape;495;p47"/>
          <p:cNvSpPr txBox="1">
            <a:spLocks noGrp="1"/>
          </p:cNvSpPr>
          <p:nvPr>
            <p:ph type="body" idx="4"/>
          </p:nvPr>
        </p:nvSpPr>
        <p:spPr>
          <a:xfrm>
            <a:off x="6290651"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6" name="Google Shape;496;p47"/>
          <p:cNvSpPr txBox="1">
            <a:spLocks noGrp="1"/>
          </p:cNvSpPr>
          <p:nvPr>
            <p:ph type="body" idx="5"/>
          </p:nvPr>
        </p:nvSpPr>
        <p:spPr>
          <a:xfrm>
            <a:off x="6290651"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7" name="Google Shape;497;p47"/>
          <p:cNvSpPr txBox="1">
            <a:spLocks noGrp="1"/>
          </p:cNvSpPr>
          <p:nvPr>
            <p:ph type="body" idx="6"/>
          </p:nvPr>
        </p:nvSpPr>
        <p:spPr>
          <a:xfrm>
            <a:off x="6290651"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8" name="Google Shape;498;p47"/>
          <p:cNvSpPr txBox="1">
            <a:spLocks noGrp="1"/>
          </p:cNvSpPr>
          <p:nvPr>
            <p:ph type="body" idx="7"/>
          </p:nvPr>
        </p:nvSpPr>
        <p:spPr>
          <a:xfrm>
            <a:off x="6290651"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9" name="Google Shape;499;p47"/>
          <p:cNvSpPr txBox="1">
            <a:spLocks noGrp="1"/>
          </p:cNvSpPr>
          <p:nvPr>
            <p:ph type="body" idx="8"/>
          </p:nvPr>
        </p:nvSpPr>
        <p:spPr>
          <a:xfrm>
            <a:off x="691667" y="4626117"/>
            <a:ext cx="4648800" cy="7656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0" name="Google Shape;500;p47"/>
          <p:cNvSpPr txBox="1">
            <a:spLocks noGrp="1"/>
          </p:cNvSpPr>
          <p:nvPr>
            <p:ph type="body" idx="9"/>
          </p:nvPr>
        </p:nvSpPr>
        <p:spPr>
          <a:xfrm>
            <a:off x="691667"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59235989-249A-188D-2C64-2D7A9E46E902}"/>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D15D0B72-885D-7DF2-C77A-873C3244B44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647458520"/>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matchingName="03_Text-heavy 4 columns  2" preserve="1">
  <p:cSld name="4_Text-heavy 4 columns  2">
    <p:bg>
      <p:bgPr>
        <a:solidFill>
          <a:schemeClr val="tx1"/>
        </a:solidFill>
        <a:effectLst/>
      </p:bgPr>
    </p:bg>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488" name="Google Shape;488;p47"/>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489" name="Google Shape;489;p47"/>
          <p:cNvSpPr/>
          <p:nvPr/>
        </p:nvSpPr>
        <p:spPr>
          <a:xfrm>
            <a:off x="488468"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0" name="Google Shape;490;p47"/>
          <p:cNvSpPr/>
          <p:nvPr/>
        </p:nvSpPr>
        <p:spPr>
          <a:xfrm>
            <a:off x="6118979" y="2130733"/>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380990" lvl="0" indent="-380990" algn="l" rtl="0">
              <a:spcBef>
                <a:spcPts val="0"/>
              </a:spcBef>
              <a:spcAft>
                <a:spcPts val="0"/>
              </a:spcAft>
              <a:buClrTx/>
              <a:buSzPct val="110000"/>
              <a:buFont typeface="Arial" panose="020B0604020202020204" pitchFamily="34" charset="0"/>
              <a:buChar char="•"/>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1" name="Google Shape;491;p47"/>
          <p:cNvSpPr/>
          <p:nvPr/>
        </p:nvSpPr>
        <p:spPr>
          <a:xfrm>
            <a:off x="488468"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2" name="Google Shape;492;p47"/>
          <p:cNvSpPr/>
          <p:nvPr/>
        </p:nvSpPr>
        <p:spPr>
          <a:xfrm>
            <a:off x="6118979" y="4079467"/>
            <a:ext cx="5260000" cy="1578400"/>
          </a:xfrm>
          <a:prstGeom prst="roundRect">
            <a:avLst>
              <a:gd name="adj" fmla="val 5003"/>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2489">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3" name="Google Shape;493;p47"/>
          <p:cNvSpPr txBox="1">
            <a:spLocks noGrp="1"/>
          </p:cNvSpPr>
          <p:nvPr>
            <p:ph type="body" idx="2"/>
          </p:nvPr>
        </p:nvSpPr>
        <p:spPr>
          <a:xfrm>
            <a:off x="691667"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4" name="Google Shape;494;p47"/>
          <p:cNvSpPr txBox="1">
            <a:spLocks noGrp="1"/>
          </p:cNvSpPr>
          <p:nvPr>
            <p:ph type="body" idx="3"/>
          </p:nvPr>
        </p:nvSpPr>
        <p:spPr>
          <a:xfrm>
            <a:off x="691667"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5" name="Google Shape;495;p47"/>
          <p:cNvSpPr txBox="1">
            <a:spLocks noGrp="1"/>
          </p:cNvSpPr>
          <p:nvPr>
            <p:ph type="body" idx="4"/>
          </p:nvPr>
        </p:nvSpPr>
        <p:spPr>
          <a:xfrm>
            <a:off x="6290651" y="2681784"/>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6" name="Google Shape;496;p47"/>
          <p:cNvSpPr txBox="1">
            <a:spLocks noGrp="1"/>
          </p:cNvSpPr>
          <p:nvPr>
            <p:ph type="body" idx="5"/>
          </p:nvPr>
        </p:nvSpPr>
        <p:spPr>
          <a:xfrm>
            <a:off x="6290651" y="2299667"/>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7" name="Google Shape;497;p47"/>
          <p:cNvSpPr txBox="1">
            <a:spLocks noGrp="1"/>
          </p:cNvSpPr>
          <p:nvPr>
            <p:ph type="body" idx="6"/>
          </p:nvPr>
        </p:nvSpPr>
        <p:spPr>
          <a:xfrm>
            <a:off x="6290651"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498" name="Google Shape;498;p47"/>
          <p:cNvSpPr txBox="1">
            <a:spLocks noGrp="1"/>
          </p:cNvSpPr>
          <p:nvPr>
            <p:ph type="body" idx="7"/>
          </p:nvPr>
        </p:nvSpPr>
        <p:spPr>
          <a:xfrm>
            <a:off x="6290651"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499" name="Google Shape;499;p47"/>
          <p:cNvSpPr txBox="1">
            <a:spLocks noGrp="1"/>
          </p:cNvSpPr>
          <p:nvPr>
            <p:ph type="body" idx="8"/>
          </p:nvPr>
        </p:nvSpPr>
        <p:spPr>
          <a:xfrm>
            <a:off x="691667" y="4626117"/>
            <a:ext cx="4648800" cy="7656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0" name="Google Shape;500;p47"/>
          <p:cNvSpPr txBox="1">
            <a:spLocks noGrp="1"/>
          </p:cNvSpPr>
          <p:nvPr>
            <p:ph type="body" idx="9"/>
          </p:nvPr>
        </p:nvSpPr>
        <p:spPr>
          <a:xfrm>
            <a:off x="691667" y="4244000"/>
            <a:ext cx="4648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B08F6ACA-1A3A-C30D-6F76-17DF4D088D8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2D860E33-1B90-889A-6A23-4D220156FE0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752894237"/>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matchingName="Custom Layout 7" preserve="1">
  <p:cSld name="Custom Layout 7">
    <p:bg>
      <p:bgRef idx="1001">
        <a:schemeClr val="bg1"/>
      </p:bgRef>
    </p:bg>
    <p:spTree>
      <p:nvGrpSpPr>
        <p:cNvPr id="1" name="Shape 522"/>
        <p:cNvGrpSpPr/>
        <p:nvPr/>
      </p:nvGrpSpPr>
      <p:grpSpPr>
        <a:xfrm>
          <a:off x="0" y="0"/>
          <a:ext cx="0" cy="0"/>
          <a:chOff x="0" y="0"/>
          <a:chExt cx="0" cy="0"/>
        </a:xfrm>
      </p:grpSpPr>
      <p:sp>
        <p:nvSpPr>
          <p:cNvPr id="526" name="Google Shape;526;p51"/>
          <p:cNvSpPr txBox="1">
            <a:spLocks noGrp="1"/>
          </p:cNvSpPr>
          <p:nvPr>
            <p:ph type="title"/>
          </p:nvPr>
        </p:nvSpPr>
        <p:spPr>
          <a:xfrm>
            <a:off x="1468433" y="457200"/>
            <a:ext cx="9058800" cy="17952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2pPr>
            <a:lvl3pPr lvl="2"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3pPr>
            <a:lvl4pPr lvl="3"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4pPr>
            <a:lvl5pPr lvl="4"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5pPr>
            <a:lvl6pPr lvl="5"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6pPr>
            <a:lvl7pPr lvl="6"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7pPr>
            <a:lvl8pPr lvl="7"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8pPr>
            <a:lvl9pPr lvl="8"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9pPr>
          </a:lstStyle>
          <a:p>
            <a:endParaRPr/>
          </a:p>
        </p:txBody>
      </p:sp>
      <p:pic>
        <p:nvPicPr>
          <p:cNvPr id="2" name="Picture 1" descr="A black grid with blue and pink squares&#10;&#10;AI-generated content may be incorrect.">
            <a:extLst>
              <a:ext uri="{FF2B5EF4-FFF2-40B4-BE49-F238E27FC236}">
                <a16:creationId xmlns:a16="http://schemas.microsoft.com/office/drawing/2014/main" id="{903D56E2-676C-13FA-92ED-B18D21E7C0AA}"/>
              </a:ext>
            </a:extLst>
          </p:cNvPr>
          <p:cNvPicPr>
            <a:picLocks noChangeAspect="1"/>
          </p:cNvPicPr>
          <p:nvPr userDrawn="1"/>
        </p:nvPicPr>
        <p:blipFill>
          <a:blip r:embed="rId2">
            <a:alphaModFix amt="42000"/>
          </a:blip>
          <a:srcRect l="4472" t="22714" r="5059" b="43998"/>
          <a:stretch>
            <a:fillRect/>
          </a:stretch>
        </p:blipFill>
        <p:spPr>
          <a:xfrm>
            <a:off x="-1" y="2252400"/>
            <a:ext cx="12192001" cy="3823099"/>
          </a:xfrm>
          <a:prstGeom prst="rect">
            <a:avLst/>
          </a:prstGeom>
        </p:spPr>
      </p:pic>
      <p:sp>
        <p:nvSpPr>
          <p:cNvPr id="5" name="Footer Placeholder 3">
            <a:extLst>
              <a:ext uri="{FF2B5EF4-FFF2-40B4-BE49-F238E27FC236}">
                <a16:creationId xmlns:a16="http://schemas.microsoft.com/office/drawing/2014/main" id="{6BEECE37-6C5B-C110-2058-AE95F1C10F1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871AFF67-E9A5-BBE6-D006-E8D89E226CB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70" y="6348550"/>
            <a:ext cx="1190294" cy="355591"/>
          </a:xfrm>
          <a:prstGeom prst="rect">
            <a:avLst/>
          </a:prstGeom>
        </p:spPr>
      </p:pic>
    </p:spTree>
    <p:extLst>
      <p:ext uri="{BB962C8B-B14F-4D97-AF65-F5344CB8AC3E}">
        <p14:creationId xmlns:p14="http://schemas.microsoft.com/office/powerpoint/2010/main" val="1450383904"/>
      </p:ext>
    </p:extLst>
  </p:cSld>
  <p:clrMapOvr>
    <a:overrideClrMapping bg1="lt1" tx1="dk1" bg2="lt2" tx2="dk2" accent1="accent1" accent2="accent2" accent3="accent3" accent4="accent4" accent5="accent5" accent6="accent6" hlink="hlink" folHlink="folHlink"/>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matchingName="Custom Layout 7" preserve="1">
  <p:cSld name="1_Custom Layout 7">
    <p:bg>
      <p:bgPr>
        <a:solidFill>
          <a:schemeClr val="tx1"/>
        </a:solidFill>
        <a:effectLst/>
      </p:bgPr>
    </p:bg>
    <p:spTree>
      <p:nvGrpSpPr>
        <p:cNvPr id="1" name="Shape 522"/>
        <p:cNvGrpSpPr/>
        <p:nvPr/>
      </p:nvGrpSpPr>
      <p:grpSpPr>
        <a:xfrm>
          <a:off x="0" y="0"/>
          <a:ext cx="0" cy="0"/>
          <a:chOff x="0" y="0"/>
          <a:chExt cx="0" cy="0"/>
        </a:xfrm>
      </p:grpSpPr>
      <p:sp>
        <p:nvSpPr>
          <p:cNvPr id="526" name="Google Shape;526;p51"/>
          <p:cNvSpPr txBox="1">
            <a:spLocks noGrp="1"/>
          </p:cNvSpPr>
          <p:nvPr>
            <p:ph type="title"/>
          </p:nvPr>
        </p:nvSpPr>
        <p:spPr>
          <a:xfrm>
            <a:off x="1468433" y="457200"/>
            <a:ext cx="9058800" cy="17952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7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2pPr>
            <a:lvl3pPr lvl="2"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3pPr>
            <a:lvl4pPr lvl="3"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4pPr>
            <a:lvl5pPr lvl="4"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5pPr>
            <a:lvl6pPr lvl="5"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6pPr>
            <a:lvl7pPr lvl="6"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7pPr>
            <a:lvl8pPr lvl="7"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8pPr>
            <a:lvl9pPr lvl="8" algn="ctr" rtl="0">
              <a:spcBef>
                <a:spcPts val="0"/>
              </a:spcBef>
              <a:spcAft>
                <a:spcPts val="0"/>
              </a:spcAft>
              <a:buClr>
                <a:schemeClr val="lt1"/>
              </a:buClr>
              <a:buSzPts val="1700"/>
              <a:buFont typeface="Inter"/>
              <a:buNone/>
              <a:defRPr sz="2267" b="1">
                <a:solidFill>
                  <a:schemeClr val="lt1"/>
                </a:solidFill>
                <a:latin typeface="Inter"/>
                <a:ea typeface="Inter"/>
                <a:cs typeface="Inter"/>
                <a:sym typeface="Inter"/>
              </a:defRPr>
            </a:lvl9pPr>
          </a:lstStyle>
          <a:p>
            <a:endParaRPr/>
          </a:p>
        </p:txBody>
      </p:sp>
      <p:pic>
        <p:nvPicPr>
          <p:cNvPr id="2" name="Picture 1" descr="A black grid with blue and pink squares&#10;&#10;AI-generated content may be incorrect.">
            <a:extLst>
              <a:ext uri="{FF2B5EF4-FFF2-40B4-BE49-F238E27FC236}">
                <a16:creationId xmlns:a16="http://schemas.microsoft.com/office/drawing/2014/main" id="{903D56E2-676C-13FA-92ED-B18D21E7C0AA}"/>
              </a:ext>
            </a:extLst>
          </p:cNvPr>
          <p:cNvPicPr>
            <a:picLocks noChangeAspect="1"/>
          </p:cNvPicPr>
          <p:nvPr userDrawn="1"/>
        </p:nvPicPr>
        <p:blipFill>
          <a:blip r:embed="rId2">
            <a:alphaModFix amt="42000"/>
          </a:blip>
          <a:srcRect l="4472" t="22714" r="5059" b="43998"/>
          <a:stretch>
            <a:fillRect/>
          </a:stretch>
        </p:blipFill>
        <p:spPr>
          <a:xfrm>
            <a:off x="-1" y="2252400"/>
            <a:ext cx="12192001" cy="3823099"/>
          </a:xfrm>
          <a:prstGeom prst="rect">
            <a:avLst/>
          </a:prstGeom>
        </p:spPr>
      </p:pic>
      <p:sp>
        <p:nvSpPr>
          <p:cNvPr id="5" name="Footer Placeholder 3">
            <a:extLst>
              <a:ext uri="{FF2B5EF4-FFF2-40B4-BE49-F238E27FC236}">
                <a16:creationId xmlns:a16="http://schemas.microsoft.com/office/drawing/2014/main" id="{6BEECE37-6C5B-C110-2058-AE95F1C10F1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7" name="Graphic 6">
            <a:extLst>
              <a:ext uri="{FF2B5EF4-FFF2-40B4-BE49-F238E27FC236}">
                <a16:creationId xmlns:a16="http://schemas.microsoft.com/office/drawing/2014/main" id="{871AFF67-E9A5-BBE6-D006-E8D89E226CB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762067734"/>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matchingName="03_Text-heavy 2 columns" preserve="1">
  <p:cSld name="4_Text-heavy 2 columns">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505" name="Google Shape;505;p48"/>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06" name="Google Shape;506;p48"/>
          <p:cNvSpPr/>
          <p:nvPr/>
        </p:nvSpPr>
        <p:spPr>
          <a:xfrm>
            <a:off x="440367"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1467">
              <a:solidFill>
                <a:schemeClr val="lt2"/>
              </a:solidFill>
              <a:latin typeface="Inter"/>
              <a:ea typeface="Inter"/>
              <a:cs typeface="Inter"/>
              <a:sym typeface="Inter"/>
            </a:endParaRPr>
          </a:p>
        </p:txBody>
      </p:sp>
      <p:sp>
        <p:nvSpPr>
          <p:cNvPr id="507" name="Google Shape;507;p48"/>
          <p:cNvSpPr/>
          <p:nvPr/>
        </p:nvSpPr>
        <p:spPr>
          <a:xfrm>
            <a:off x="6254500"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1467">
              <a:solidFill>
                <a:schemeClr val="lt2"/>
              </a:solidFill>
              <a:latin typeface="Inter"/>
              <a:ea typeface="Inter"/>
              <a:cs typeface="Inter"/>
              <a:sym typeface="Inter"/>
            </a:endParaRPr>
          </a:p>
        </p:txBody>
      </p:sp>
      <p:sp>
        <p:nvSpPr>
          <p:cNvPr id="508" name="Google Shape;508;p48"/>
          <p:cNvSpPr txBox="1">
            <a:spLocks noGrp="1"/>
          </p:cNvSpPr>
          <p:nvPr>
            <p:ph type="body" idx="2"/>
          </p:nvPr>
        </p:nvSpPr>
        <p:spPr>
          <a:xfrm>
            <a:off x="659533"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9" name="Google Shape;509;p48"/>
          <p:cNvSpPr txBox="1">
            <a:spLocks noGrp="1"/>
          </p:cNvSpPr>
          <p:nvPr>
            <p:ph type="body" idx="3"/>
          </p:nvPr>
        </p:nvSpPr>
        <p:spPr>
          <a:xfrm>
            <a:off x="659533"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510" name="Google Shape;510;p48"/>
          <p:cNvSpPr txBox="1">
            <a:spLocks noGrp="1"/>
          </p:cNvSpPr>
          <p:nvPr>
            <p:ph type="body" idx="4"/>
          </p:nvPr>
        </p:nvSpPr>
        <p:spPr>
          <a:xfrm>
            <a:off x="6454100"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11" name="Google Shape;511;p48"/>
          <p:cNvSpPr txBox="1">
            <a:spLocks noGrp="1"/>
          </p:cNvSpPr>
          <p:nvPr>
            <p:ph type="body" idx="5"/>
          </p:nvPr>
        </p:nvSpPr>
        <p:spPr>
          <a:xfrm>
            <a:off x="6454100"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733"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ECCA9D55-B4AB-9A17-09DE-25AE503BE995}"/>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17104D42-46EA-8201-57C5-D7B1099C87E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416894941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matchingName="03_Text-heavy 2 columns" preserve="1">
  <p:cSld name="4_Text-heavy 2 columns">
    <p:bg>
      <p:bgPr>
        <a:solidFill>
          <a:schemeClr val="tx1"/>
        </a:solidFill>
        <a:effectLst/>
      </p:bgPr>
    </p:bg>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440357" y="457200"/>
            <a:ext cx="6990400" cy="745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267" b="0">
                <a:solidFill>
                  <a:schemeClr val="bg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505" name="Google Shape;505;p48"/>
          <p:cNvSpPr txBox="1">
            <a:spLocks noGrp="1"/>
          </p:cNvSpPr>
          <p:nvPr>
            <p:ph type="subTitle" idx="1"/>
          </p:nvPr>
        </p:nvSpPr>
        <p:spPr>
          <a:xfrm>
            <a:off x="440357" y="1176112"/>
            <a:ext cx="6990400" cy="3608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1800"/>
              <a:buFont typeface="Inter"/>
              <a:buNone/>
              <a:defRPr sz="2400" spc="-150">
                <a:solidFill>
                  <a:schemeClr val="bg1"/>
                </a:solidFill>
                <a:latin typeface="DM Sans 14pt" pitchFamily="2" charset="77"/>
                <a:ea typeface="Open Sans" panose="020B0606030504020204" pitchFamily="34" charset="0"/>
                <a:cs typeface="Open Sans" panose="020B0606030504020204" pitchFamily="34" charset="0"/>
                <a:sym typeface="Inter"/>
              </a:defRPr>
            </a:lvl1pPr>
            <a:lvl2pPr lvl="1"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2pPr>
            <a:lvl3pPr lvl="2"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3pPr>
            <a:lvl4pPr lvl="3"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4pPr>
            <a:lvl5pPr lvl="4"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5pPr>
            <a:lvl6pPr lvl="5"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6pPr>
            <a:lvl7pPr lvl="6"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7pPr>
            <a:lvl8pPr lvl="7"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8pPr>
            <a:lvl9pPr lvl="8" rtl="0">
              <a:spcBef>
                <a:spcPts val="0"/>
              </a:spcBef>
              <a:spcAft>
                <a:spcPts val="0"/>
              </a:spcAft>
              <a:buClr>
                <a:schemeClr val="lt2"/>
              </a:buClr>
              <a:buSzPts val="1800"/>
              <a:buFont typeface="Inter"/>
              <a:buNone/>
              <a:defRPr sz="2400">
                <a:solidFill>
                  <a:schemeClr val="lt2"/>
                </a:solidFill>
                <a:latin typeface="Inter"/>
                <a:ea typeface="Inter"/>
                <a:cs typeface="Inter"/>
                <a:sym typeface="Inter"/>
              </a:defRPr>
            </a:lvl9pPr>
          </a:lstStyle>
          <a:p>
            <a:endParaRPr/>
          </a:p>
        </p:txBody>
      </p:sp>
      <p:sp>
        <p:nvSpPr>
          <p:cNvPr id="506" name="Google Shape;506;p48"/>
          <p:cNvSpPr/>
          <p:nvPr/>
        </p:nvSpPr>
        <p:spPr>
          <a:xfrm>
            <a:off x="440367"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0" lvl="0" indent="0" algn="l" rtl="0">
              <a:spcBef>
                <a:spcPts val="0"/>
              </a:spcBef>
              <a:spcAft>
                <a:spcPts val="0"/>
              </a:spcAft>
              <a:buNone/>
            </a:pPr>
            <a:endParaRPr sz="1467">
              <a:solidFill>
                <a:schemeClr val="bg1"/>
              </a:solidFill>
              <a:latin typeface="Inter"/>
              <a:ea typeface="Inter"/>
              <a:cs typeface="Inter"/>
              <a:sym typeface="Inter"/>
            </a:endParaRPr>
          </a:p>
        </p:txBody>
      </p:sp>
      <p:sp>
        <p:nvSpPr>
          <p:cNvPr id="507" name="Google Shape;507;p48"/>
          <p:cNvSpPr/>
          <p:nvPr/>
        </p:nvSpPr>
        <p:spPr>
          <a:xfrm>
            <a:off x="6254500" y="2691700"/>
            <a:ext cx="5340000" cy="1926000"/>
          </a:xfrm>
          <a:prstGeom prst="roundRect">
            <a:avLst>
              <a:gd name="adj" fmla="val 3591"/>
            </a:avLst>
          </a:prstGeom>
          <a:noFill/>
          <a:ln w="9525" cap="flat" cmpd="sng">
            <a:solidFill>
              <a:schemeClr val="accent2"/>
            </a:solidFill>
            <a:prstDash val="solid"/>
            <a:round/>
            <a:headEnd type="none" w="sm" len="sm"/>
            <a:tailEnd type="none" w="sm" len="sm"/>
          </a:ln>
        </p:spPr>
        <p:txBody>
          <a:bodyPr spcFirstLastPara="1" wrap="square" lIns="243833" tIns="121900" rIns="121900" bIns="121900" anchor="ctr" anchorCtr="0">
            <a:noAutofit/>
          </a:bodyPr>
          <a:lstStyle/>
          <a:p>
            <a:pPr marL="228594" lvl="0" indent="-228594" algn="l" rtl="0">
              <a:spcBef>
                <a:spcPts val="0"/>
              </a:spcBef>
              <a:spcAft>
                <a:spcPts val="0"/>
              </a:spcAft>
              <a:buClrTx/>
              <a:buSzPct val="110000"/>
              <a:buFont typeface="Arial" panose="020B0604020202020204" pitchFamily="34" charset="0"/>
              <a:buChar char="•"/>
            </a:pPr>
            <a:endParaRPr sz="1467">
              <a:solidFill>
                <a:schemeClr val="bg1"/>
              </a:solidFill>
              <a:latin typeface="Inter"/>
              <a:ea typeface="Inter"/>
              <a:cs typeface="Inter"/>
              <a:sym typeface="Inter"/>
            </a:endParaRPr>
          </a:p>
        </p:txBody>
      </p:sp>
      <p:sp>
        <p:nvSpPr>
          <p:cNvPr id="508" name="Google Shape;508;p48"/>
          <p:cNvSpPr txBox="1">
            <a:spLocks noGrp="1"/>
          </p:cNvSpPr>
          <p:nvPr>
            <p:ph type="body" idx="2"/>
          </p:nvPr>
        </p:nvSpPr>
        <p:spPr>
          <a:xfrm>
            <a:off x="659533"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09" name="Google Shape;509;p48"/>
          <p:cNvSpPr txBox="1">
            <a:spLocks noGrp="1"/>
          </p:cNvSpPr>
          <p:nvPr>
            <p:ph type="body" idx="3"/>
          </p:nvPr>
        </p:nvSpPr>
        <p:spPr>
          <a:xfrm>
            <a:off x="659533"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510" name="Google Shape;510;p48"/>
          <p:cNvSpPr txBox="1">
            <a:spLocks noGrp="1"/>
          </p:cNvSpPr>
          <p:nvPr>
            <p:ph type="body" idx="4"/>
          </p:nvPr>
        </p:nvSpPr>
        <p:spPr>
          <a:xfrm>
            <a:off x="6454100" y="3304769"/>
            <a:ext cx="4940800" cy="1032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467">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2pPr>
            <a:lvl3pPr marL="1828754" lvl="2"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3pPr>
            <a:lvl4pPr marL="2438339" lvl="3"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4pPr>
            <a:lvl5pPr marL="3047924" lvl="4"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5pPr>
            <a:lvl6pPr marL="3657509" lvl="5"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6pPr>
            <a:lvl7pPr marL="4267093" lvl="6"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7pPr>
            <a:lvl8pPr marL="4876678" lvl="7"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8pPr>
            <a:lvl9pPr marL="5486263" lvl="8" indent="-397923" rtl="0">
              <a:spcBef>
                <a:spcPts val="0"/>
              </a:spcBef>
              <a:spcAft>
                <a:spcPts val="0"/>
              </a:spcAft>
              <a:buClr>
                <a:schemeClr val="lt2"/>
              </a:buClr>
              <a:buSzPts val="1100"/>
              <a:buFont typeface="Inter"/>
              <a:buChar char="■"/>
              <a:defRPr sz="1467">
                <a:solidFill>
                  <a:schemeClr val="lt2"/>
                </a:solidFill>
                <a:latin typeface="Inter"/>
                <a:ea typeface="Inter"/>
                <a:cs typeface="Inter"/>
                <a:sym typeface="Inter"/>
              </a:defRPr>
            </a:lvl9pPr>
          </a:lstStyle>
          <a:p>
            <a:endParaRPr/>
          </a:p>
        </p:txBody>
      </p:sp>
      <p:sp>
        <p:nvSpPr>
          <p:cNvPr id="511" name="Google Shape;511;p48"/>
          <p:cNvSpPr txBox="1">
            <a:spLocks noGrp="1"/>
          </p:cNvSpPr>
          <p:nvPr>
            <p:ph type="body" idx="5"/>
          </p:nvPr>
        </p:nvSpPr>
        <p:spPr>
          <a:xfrm>
            <a:off x="6454100" y="2922633"/>
            <a:ext cx="4940800" cy="387200"/>
          </a:xfrm>
          <a:prstGeom prst="rect">
            <a:avLst/>
          </a:prstGeom>
          <a:noFill/>
          <a:ln>
            <a:noFill/>
          </a:ln>
        </p:spPr>
        <p:txBody>
          <a:bodyPr spcFirstLastPara="1" wrap="square" lIns="0" tIns="0" rIns="0" bIns="0" anchor="t" anchorCtr="0">
            <a:noAutofit/>
          </a:bodyPr>
          <a:lstStyle>
            <a:lvl1pPr marL="7938" lvl="0" indent="-7938" rtl="0">
              <a:spcBef>
                <a:spcPts val="0"/>
              </a:spcBef>
              <a:spcAft>
                <a:spcPts val="0"/>
              </a:spcAft>
              <a:buClrTx/>
              <a:buSzPct val="110000"/>
              <a:buFont typeface="Arial" panose="020B0604020202020204" pitchFamily="34" charset="0"/>
              <a:buNone/>
              <a:tabLst/>
              <a:defRPr sz="1800" b="1">
                <a:solidFill>
                  <a:schemeClr val="bg1"/>
                </a:solidFill>
                <a:latin typeface="DM Sans 14pt" pitchFamily="2" charset="77"/>
                <a:ea typeface="Open Sans Extrabold" panose="020B0606030504020204" pitchFamily="34" charset="0"/>
                <a:cs typeface="Open Sans Extrabold"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b="1">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A76609F7-1B32-0AEB-6868-A697C76983C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7C3E98DB-9296-EA74-5FC7-7232223E282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0946418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matchingName="Custom Layout 3" preserve="1">
  <p:cSld name="Custom Layout 3">
    <p:bg>
      <p:bgPr>
        <a:solidFill>
          <a:schemeClr val="tx1"/>
        </a:solidFill>
        <a:effectLst/>
      </p:bgPr>
    </p:bg>
    <p:spTree>
      <p:nvGrpSpPr>
        <p:cNvPr id="1" name="Shape 527"/>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4FFFE654-7A6B-5454-D10B-A7A0930A614C}"/>
              </a:ext>
            </a:extLst>
          </p:cNvPr>
          <p:cNvPicPr>
            <a:picLocks noChangeAspect="1"/>
          </p:cNvPicPr>
          <p:nvPr userDrawn="1"/>
        </p:nvPicPr>
        <p:blipFill>
          <a:blip r:embed="rId2">
            <a:alphaModFix amt="42000"/>
          </a:blip>
          <a:srcRect l="4472" t="3102" r="5059" b="43998"/>
          <a:stretch>
            <a:fillRect/>
          </a:stretch>
        </p:blipFill>
        <p:spPr>
          <a:xfrm>
            <a:off x="-1" y="0"/>
            <a:ext cx="12192001" cy="6075499"/>
          </a:xfrm>
          <a:prstGeom prst="rect">
            <a:avLst/>
          </a:prstGeom>
        </p:spPr>
      </p:pic>
      <p:sp>
        <p:nvSpPr>
          <p:cNvPr id="529" name="Google Shape;529;p52"/>
          <p:cNvSpPr/>
          <p:nvPr/>
        </p:nvSpPr>
        <p:spPr>
          <a:xfrm>
            <a:off x="885600"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0" name="Google Shape;530;p52"/>
          <p:cNvSpPr/>
          <p:nvPr/>
        </p:nvSpPr>
        <p:spPr>
          <a:xfrm>
            <a:off x="4493217"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1" name="Google Shape;531;p52"/>
          <p:cNvSpPr/>
          <p:nvPr/>
        </p:nvSpPr>
        <p:spPr>
          <a:xfrm>
            <a:off x="8100851" y="16736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2" name="Google Shape;532;p52"/>
          <p:cNvSpPr/>
          <p:nvPr/>
        </p:nvSpPr>
        <p:spPr>
          <a:xfrm>
            <a:off x="2627984" y="37580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3" name="Google Shape;533;p52"/>
          <p:cNvSpPr/>
          <p:nvPr/>
        </p:nvSpPr>
        <p:spPr>
          <a:xfrm>
            <a:off x="6235584" y="3758000"/>
            <a:ext cx="3334400" cy="17556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534" name="Google Shape;534;p52"/>
          <p:cNvSpPr txBox="1">
            <a:spLocks noGrp="1"/>
          </p:cNvSpPr>
          <p:nvPr>
            <p:ph type="title"/>
          </p:nvPr>
        </p:nvSpPr>
        <p:spPr>
          <a:xfrm>
            <a:off x="2603357" y="457200"/>
            <a:ext cx="6990400" cy="74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2700"/>
              <a:buFont typeface="Inter"/>
              <a:buNone/>
              <a:defRPr sz="4800" b="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algn="ctr"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535" name="Google Shape;535;p52"/>
          <p:cNvSpPr txBox="1">
            <a:spLocks noGrp="1"/>
          </p:cNvSpPr>
          <p:nvPr>
            <p:ph type="subTitle" idx="1"/>
          </p:nvPr>
        </p:nvSpPr>
        <p:spPr>
          <a:xfrm>
            <a:off x="10648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36" name="Google Shape;536;p52"/>
          <p:cNvSpPr txBox="1">
            <a:spLocks noGrp="1"/>
          </p:cNvSpPr>
          <p:nvPr>
            <p:ph type="title" idx="2"/>
          </p:nvPr>
        </p:nvSpPr>
        <p:spPr>
          <a:xfrm>
            <a:off x="10648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37" name="Google Shape;537;p52"/>
          <p:cNvSpPr txBox="1">
            <a:spLocks noGrp="1"/>
          </p:cNvSpPr>
          <p:nvPr>
            <p:ph type="subTitle" idx="3"/>
          </p:nvPr>
        </p:nvSpPr>
        <p:spPr>
          <a:xfrm>
            <a:off x="46764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38" name="Google Shape;538;p52"/>
          <p:cNvSpPr txBox="1">
            <a:spLocks noGrp="1"/>
          </p:cNvSpPr>
          <p:nvPr>
            <p:ph type="title" idx="4"/>
          </p:nvPr>
        </p:nvSpPr>
        <p:spPr>
          <a:xfrm>
            <a:off x="46764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39" name="Google Shape;539;p52"/>
          <p:cNvSpPr txBox="1">
            <a:spLocks noGrp="1"/>
          </p:cNvSpPr>
          <p:nvPr>
            <p:ph type="subTitle" idx="5"/>
          </p:nvPr>
        </p:nvSpPr>
        <p:spPr>
          <a:xfrm>
            <a:off x="8288033" y="26441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0" name="Google Shape;540;p52"/>
          <p:cNvSpPr txBox="1">
            <a:spLocks noGrp="1"/>
          </p:cNvSpPr>
          <p:nvPr>
            <p:ph type="title" idx="6"/>
          </p:nvPr>
        </p:nvSpPr>
        <p:spPr>
          <a:xfrm>
            <a:off x="8288033" y="19259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41" name="Google Shape;541;p52"/>
          <p:cNvSpPr txBox="1">
            <a:spLocks noGrp="1"/>
          </p:cNvSpPr>
          <p:nvPr>
            <p:ph type="subTitle" idx="7"/>
          </p:nvPr>
        </p:nvSpPr>
        <p:spPr>
          <a:xfrm>
            <a:off x="2811200" y="47285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2" name="Google Shape;542;p52"/>
          <p:cNvSpPr txBox="1">
            <a:spLocks noGrp="1"/>
          </p:cNvSpPr>
          <p:nvPr>
            <p:ph type="title" idx="8"/>
          </p:nvPr>
        </p:nvSpPr>
        <p:spPr>
          <a:xfrm>
            <a:off x="2811200" y="40103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543" name="Google Shape;543;p52"/>
          <p:cNvSpPr txBox="1">
            <a:spLocks noGrp="1"/>
          </p:cNvSpPr>
          <p:nvPr>
            <p:ph type="subTitle" idx="9"/>
          </p:nvPr>
        </p:nvSpPr>
        <p:spPr>
          <a:xfrm>
            <a:off x="6418800" y="4728500"/>
            <a:ext cx="2968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200"/>
              <a:buFont typeface="Inter"/>
              <a:buNone/>
              <a:defRPr sz="1600">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2pPr>
            <a:lvl3pPr lvl="2"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3pPr>
            <a:lvl4pPr lvl="3"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4pPr>
            <a:lvl5pPr lvl="4"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5pPr>
            <a:lvl6pPr lvl="5"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6pPr>
            <a:lvl7pPr lvl="6"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7pPr>
            <a:lvl8pPr lvl="7"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8pPr>
            <a:lvl9pPr lvl="8" algn="ctr" rtl="0">
              <a:spcBef>
                <a:spcPts val="0"/>
              </a:spcBef>
              <a:spcAft>
                <a:spcPts val="0"/>
              </a:spcAft>
              <a:buClr>
                <a:schemeClr val="accent1"/>
              </a:buClr>
              <a:buSzPts val="1200"/>
              <a:buFont typeface="Inter"/>
              <a:buNone/>
              <a:defRPr sz="1600">
                <a:solidFill>
                  <a:schemeClr val="accent1"/>
                </a:solidFill>
                <a:latin typeface="Inter"/>
                <a:ea typeface="Inter"/>
                <a:cs typeface="Inter"/>
                <a:sym typeface="Inter"/>
              </a:defRPr>
            </a:lvl9pPr>
          </a:lstStyle>
          <a:p>
            <a:endParaRPr/>
          </a:p>
        </p:txBody>
      </p:sp>
      <p:sp>
        <p:nvSpPr>
          <p:cNvPr id="544" name="Google Shape;544;p52"/>
          <p:cNvSpPr txBox="1">
            <a:spLocks noGrp="1"/>
          </p:cNvSpPr>
          <p:nvPr>
            <p:ph type="title" idx="13"/>
          </p:nvPr>
        </p:nvSpPr>
        <p:spPr>
          <a:xfrm>
            <a:off x="6418800" y="4010300"/>
            <a:ext cx="2968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3000"/>
              <a:buFont typeface="JetBrains Mono"/>
              <a:buNone/>
              <a:defRPr sz="40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000"/>
              <a:buFont typeface="JetBrains Mono ExtraBold"/>
              <a:buNone/>
              <a:defRPr sz="4000">
                <a:solidFill>
                  <a:schemeClr val="accent2"/>
                </a:solidFill>
                <a:latin typeface="JetBrains Mono ExtraBold"/>
                <a:ea typeface="JetBrains Mono ExtraBold"/>
                <a:cs typeface="JetBrains Mono ExtraBold"/>
                <a:sym typeface="JetBrains Mono ExtraBold"/>
              </a:defRPr>
            </a:lvl9pPr>
          </a:lstStyle>
          <a:p>
            <a:endParaRPr/>
          </a:p>
        </p:txBody>
      </p:sp>
      <p:sp>
        <p:nvSpPr>
          <p:cNvPr id="4" name="Footer Placeholder 3">
            <a:extLst>
              <a:ext uri="{FF2B5EF4-FFF2-40B4-BE49-F238E27FC236}">
                <a16:creationId xmlns:a16="http://schemas.microsoft.com/office/drawing/2014/main" id="{3CE34A92-5C8B-32FA-0F1A-3DE1D10319B8}"/>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9971E8B7-8D77-A1DE-B7A7-4797B2308C3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413507616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matchingName="Custom Layout 2" preserve="1">
  <p:cSld name="Custom Layout 2">
    <p:bg>
      <p:bgPr>
        <a:solidFill>
          <a:schemeClr val="tx1"/>
        </a:solidFill>
        <a:effectLst/>
      </p:bgPr>
    </p:bg>
    <p:spTree>
      <p:nvGrpSpPr>
        <p:cNvPr id="1" name="Shape 547"/>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7D67323F-89B9-7DC8-02C1-27170B69C8B2}"/>
              </a:ext>
            </a:extLst>
          </p:cNvPr>
          <p:cNvPicPr>
            <a:picLocks noChangeAspect="1"/>
          </p:cNvPicPr>
          <p:nvPr userDrawn="1"/>
        </p:nvPicPr>
        <p:blipFill>
          <a:blip r:embed="rId2">
            <a:alphaModFix amt="42000"/>
          </a:blip>
          <a:srcRect l="4472" t="3102" r="5059" b="43998"/>
          <a:stretch>
            <a:fillRect/>
          </a:stretch>
        </p:blipFill>
        <p:spPr>
          <a:xfrm>
            <a:off x="-1" y="0"/>
            <a:ext cx="12192001" cy="6075499"/>
          </a:xfrm>
          <a:prstGeom prst="rect">
            <a:avLst/>
          </a:prstGeom>
        </p:spPr>
      </p:pic>
      <p:sp>
        <p:nvSpPr>
          <p:cNvPr id="549" name="Google Shape;549;p53"/>
          <p:cNvSpPr/>
          <p:nvPr/>
        </p:nvSpPr>
        <p:spPr>
          <a:xfrm>
            <a:off x="590767" y="529467"/>
            <a:ext cx="5842000" cy="4969600"/>
          </a:xfrm>
          <a:prstGeom prst="rect">
            <a:avLst/>
          </a:prstGeom>
          <a:solidFill>
            <a:srgbClr val="00001E"/>
          </a:solidFill>
          <a:ln w="9525" cap="flat" cmpd="sng">
            <a:solidFill>
              <a:srgbClr val="00001E"/>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0" name="Google Shape;550;p53"/>
          <p:cNvSpPr/>
          <p:nvPr/>
        </p:nvSpPr>
        <p:spPr>
          <a:xfrm>
            <a:off x="7008793" y="542733"/>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1" name="Google Shape;551;p53"/>
          <p:cNvSpPr txBox="1">
            <a:spLocks noGrp="1"/>
          </p:cNvSpPr>
          <p:nvPr>
            <p:ph type="subTitle" idx="1"/>
          </p:nvPr>
        </p:nvSpPr>
        <p:spPr>
          <a:xfrm>
            <a:off x="7224067" y="1410300"/>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2" name="Google Shape;552;p53"/>
          <p:cNvSpPr txBox="1">
            <a:spLocks noGrp="1"/>
          </p:cNvSpPr>
          <p:nvPr>
            <p:ph type="title"/>
          </p:nvPr>
        </p:nvSpPr>
        <p:spPr>
          <a:xfrm>
            <a:off x="7224067" y="692100"/>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3" name="Google Shape;553;p53"/>
          <p:cNvSpPr/>
          <p:nvPr/>
        </p:nvSpPr>
        <p:spPr>
          <a:xfrm>
            <a:off x="7008793" y="2278667"/>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4" name="Google Shape;554;p53"/>
          <p:cNvSpPr txBox="1">
            <a:spLocks noGrp="1"/>
          </p:cNvSpPr>
          <p:nvPr>
            <p:ph type="subTitle" idx="2"/>
          </p:nvPr>
        </p:nvSpPr>
        <p:spPr>
          <a:xfrm>
            <a:off x="7224067" y="3146233"/>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5" name="Google Shape;555;p53"/>
          <p:cNvSpPr txBox="1">
            <a:spLocks noGrp="1"/>
          </p:cNvSpPr>
          <p:nvPr>
            <p:ph type="title" idx="3"/>
          </p:nvPr>
        </p:nvSpPr>
        <p:spPr>
          <a:xfrm>
            <a:off x="7224067" y="2428033"/>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6" name="Google Shape;556;p53"/>
          <p:cNvSpPr/>
          <p:nvPr/>
        </p:nvSpPr>
        <p:spPr>
          <a:xfrm>
            <a:off x="7008793" y="4027867"/>
            <a:ext cx="4440000" cy="1471200"/>
          </a:xfrm>
          <a:prstGeom prst="rect">
            <a:avLst/>
          </a:prstGeom>
          <a:solidFill>
            <a:schemeClr val="bg2"/>
          </a:solidFill>
          <a:ln>
            <a:solidFill>
              <a:schemeClr val="bg2">
                <a:lumMod val="90000"/>
                <a:lumOff val="10000"/>
              </a:schemeClr>
            </a:solid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557" name="Google Shape;557;p53"/>
          <p:cNvSpPr txBox="1">
            <a:spLocks noGrp="1"/>
          </p:cNvSpPr>
          <p:nvPr>
            <p:ph type="subTitle" idx="4"/>
          </p:nvPr>
        </p:nvSpPr>
        <p:spPr>
          <a:xfrm>
            <a:off x="7224067" y="4895433"/>
            <a:ext cx="4016000" cy="5328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2"/>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558" name="Google Shape;558;p53"/>
          <p:cNvSpPr txBox="1">
            <a:spLocks noGrp="1"/>
          </p:cNvSpPr>
          <p:nvPr>
            <p:ph type="title" idx="5"/>
          </p:nvPr>
        </p:nvSpPr>
        <p:spPr>
          <a:xfrm>
            <a:off x="7224067" y="4177233"/>
            <a:ext cx="4016000" cy="626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2500"/>
              <a:buFont typeface="JetBrains Mono"/>
              <a:buNone/>
              <a:defRPr sz="3333"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algn="ctr"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559" name="Google Shape;559;p53"/>
          <p:cNvSpPr txBox="1">
            <a:spLocks noGrp="1"/>
          </p:cNvSpPr>
          <p:nvPr>
            <p:ph type="title" idx="6"/>
          </p:nvPr>
        </p:nvSpPr>
        <p:spPr>
          <a:xfrm>
            <a:off x="1018233" y="988267"/>
            <a:ext cx="4881600" cy="4112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Inter"/>
              <a:buNone/>
              <a:defRPr sz="4000" b="0">
                <a:solidFill>
                  <a:schemeClr val="lt1"/>
                </a:solidFill>
                <a:latin typeface="Bebas Neue" panose="020B0606020202050201" pitchFamily="34" charset="77"/>
                <a:ea typeface="Inter"/>
                <a:cs typeface="Bebas Neue" panose="020B0606020202050201" pitchFamily="34" charset="77"/>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 name="Footer Placeholder 3">
            <a:extLst>
              <a:ext uri="{FF2B5EF4-FFF2-40B4-BE49-F238E27FC236}">
                <a16:creationId xmlns:a16="http://schemas.microsoft.com/office/drawing/2014/main" id="{3515B911-327C-4DBC-06FD-8ACBBA7EE72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BA43F0AA-8727-1E91-6836-7B08DF4269F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34949061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matchingName="Custom Layout 5" preserve="1">
  <p:cSld name="Custom Layout 5">
    <p:bg>
      <p:bgPr>
        <a:solidFill>
          <a:schemeClr val="tx1"/>
        </a:solidFill>
        <a:effectLst/>
      </p:bgPr>
    </p:bg>
    <p:spTree>
      <p:nvGrpSpPr>
        <p:cNvPr id="1" name="Shape 562"/>
        <p:cNvGrpSpPr/>
        <p:nvPr/>
      </p:nvGrpSpPr>
      <p:grpSpPr>
        <a:xfrm>
          <a:off x="0" y="0"/>
          <a:ext cx="0" cy="0"/>
          <a:chOff x="0" y="0"/>
          <a:chExt cx="0" cy="0"/>
        </a:xfrm>
      </p:grpSpPr>
      <p:pic>
        <p:nvPicPr>
          <p:cNvPr id="2" name="Picture 1" descr="A black grid with blue and pink squares&#10;&#10;AI-generated content may be incorrect.">
            <a:extLst>
              <a:ext uri="{FF2B5EF4-FFF2-40B4-BE49-F238E27FC236}">
                <a16:creationId xmlns:a16="http://schemas.microsoft.com/office/drawing/2014/main" id="{1B526796-F870-845E-C806-9BF9F3C1673A}"/>
              </a:ext>
            </a:extLst>
          </p:cNvPr>
          <p:cNvPicPr>
            <a:picLocks noChangeAspect="1"/>
          </p:cNvPicPr>
          <p:nvPr userDrawn="1"/>
        </p:nvPicPr>
        <p:blipFill>
          <a:blip r:embed="rId2">
            <a:alphaModFix amt="42000"/>
          </a:blip>
          <a:srcRect l="4472" t="3102" r="5059" b="37185"/>
          <a:stretch>
            <a:fillRect/>
          </a:stretch>
        </p:blipFill>
        <p:spPr>
          <a:xfrm>
            <a:off x="-1" y="0"/>
            <a:ext cx="12192001" cy="6858000"/>
          </a:xfrm>
          <a:prstGeom prst="rect">
            <a:avLst/>
          </a:prstGeom>
        </p:spPr>
      </p:pic>
      <p:sp>
        <p:nvSpPr>
          <p:cNvPr id="564" name="Google Shape;564;p54"/>
          <p:cNvSpPr/>
          <p:nvPr/>
        </p:nvSpPr>
        <p:spPr>
          <a:xfrm>
            <a:off x="1749064" y="947340"/>
            <a:ext cx="8708000" cy="4966400"/>
          </a:xfrm>
          <a:prstGeom prst="rect">
            <a:avLst/>
          </a:prstGeom>
          <a:solidFill>
            <a:srgbClr val="00001E">
              <a:alpha val="72000"/>
            </a:srgbClr>
          </a:solid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565" name="Google Shape;565;p54"/>
          <p:cNvSpPr txBox="1">
            <a:spLocks noGrp="1"/>
          </p:cNvSpPr>
          <p:nvPr>
            <p:ph type="title"/>
          </p:nvPr>
        </p:nvSpPr>
        <p:spPr>
          <a:xfrm>
            <a:off x="2036433" y="1200167"/>
            <a:ext cx="8195600" cy="4457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2800"/>
              <a:buFont typeface="Inter"/>
              <a:buNone/>
              <a:defRPr sz="4800">
                <a:solidFill>
                  <a:schemeClr val="lt1"/>
                </a:solidFill>
                <a:latin typeface="Bebas Neue" panose="020B0606020202050201" pitchFamily="34" charset="77"/>
                <a:ea typeface="Inter"/>
                <a:cs typeface="Bebas Neue" panose="020B0606020202050201" pitchFamily="34" charset="77"/>
                <a:sym typeface="Inter"/>
              </a:defRPr>
            </a:lvl1pPr>
            <a:lvl2pPr lvl="1" algn="ctr" rtl="0">
              <a:spcBef>
                <a:spcPts val="0"/>
              </a:spcBef>
              <a:spcAft>
                <a:spcPts val="0"/>
              </a:spcAft>
              <a:buSzPts val="2800"/>
              <a:buFont typeface="Inter"/>
              <a:buNone/>
              <a:defRPr sz="3733">
                <a:latin typeface="Inter"/>
                <a:ea typeface="Inter"/>
                <a:cs typeface="Inter"/>
                <a:sym typeface="Inter"/>
              </a:defRPr>
            </a:lvl2pPr>
            <a:lvl3pPr lvl="2" algn="ctr" rtl="0">
              <a:spcBef>
                <a:spcPts val="0"/>
              </a:spcBef>
              <a:spcAft>
                <a:spcPts val="0"/>
              </a:spcAft>
              <a:buSzPts val="2800"/>
              <a:buFont typeface="Inter"/>
              <a:buNone/>
              <a:defRPr sz="3733">
                <a:latin typeface="Inter"/>
                <a:ea typeface="Inter"/>
                <a:cs typeface="Inter"/>
                <a:sym typeface="Inter"/>
              </a:defRPr>
            </a:lvl3pPr>
            <a:lvl4pPr lvl="3" algn="ctr" rtl="0">
              <a:spcBef>
                <a:spcPts val="0"/>
              </a:spcBef>
              <a:spcAft>
                <a:spcPts val="0"/>
              </a:spcAft>
              <a:buSzPts val="2800"/>
              <a:buFont typeface="Inter"/>
              <a:buNone/>
              <a:defRPr sz="3733">
                <a:latin typeface="Inter"/>
                <a:ea typeface="Inter"/>
                <a:cs typeface="Inter"/>
                <a:sym typeface="Inter"/>
              </a:defRPr>
            </a:lvl4pPr>
            <a:lvl5pPr lvl="4" algn="ctr" rtl="0">
              <a:spcBef>
                <a:spcPts val="0"/>
              </a:spcBef>
              <a:spcAft>
                <a:spcPts val="0"/>
              </a:spcAft>
              <a:buSzPts val="2800"/>
              <a:buFont typeface="Inter"/>
              <a:buNone/>
              <a:defRPr sz="3733">
                <a:latin typeface="Inter"/>
                <a:ea typeface="Inter"/>
                <a:cs typeface="Inter"/>
                <a:sym typeface="Inter"/>
              </a:defRPr>
            </a:lvl5pPr>
            <a:lvl6pPr lvl="5" algn="ctr" rtl="0">
              <a:spcBef>
                <a:spcPts val="0"/>
              </a:spcBef>
              <a:spcAft>
                <a:spcPts val="0"/>
              </a:spcAft>
              <a:buSzPts val="2800"/>
              <a:buFont typeface="Inter"/>
              <a:buNone/>
              <a:defRPr sz="3733">
                <a:latin typeface="Inter"/>
                <a:ea typeface="Inter"/>
                <a:cs typeface="Inter"/>
                <a:sym typeface="Inter"/>
              </a:defRPr>
            </a:lvl6pPr>
            <a:lvl7pPr lvl="6" algn="ctr" rtl="0">
              <a:spcBef>
                <a:spcPts val="0"/>
              </a:spcBef>
              <a:spcAft>
                <a:spcPts val="0"/>
              </a:spcAft>
              <a:buSzPts val="2800"/>
              <a:buFont typeface="Inter"/>
              <a:buNone/>
              <a:defRPr sz="3733">
                <a:latin typeface="Inter"/>
                <a:ea typeface="Inter"/>
                <a:cs typeface="Inter"/>
                <a:sym typeface="Inter"/>
              </a:defRPr>
            </a:lvl7pPr>
            <a:lvl8pPr lvl="7" algn="ctr" rtl="0">
              <a:spcBef>
                <a:spcPts val="0"/>
              </a:spcBef>
              <a:spcAft>
                <a:spcPts val="0"/>
              </a:spcAft>
              <a:buSzPts val="2800"/>
              <a:buFont typeface="Inter"/>
              <a:buNone/>
              <a:defRPr sz="3733">
                <a:latin typeface="Inter"/>
                <a:ea typeface="Inter"/>
                <a:cs typeface="Inter"/>
                <a:sym typeface="Inter"/>
              </a:defRPr>
            </a:lvl8pPr>
            <a:lvl9pPr lvl="8" algn="ctr" rtl="0">
              <a:spcBef>
                <a:spcPts val="0"/>
              </a:spcBef>
              <a:spcAft>
                <a:spcPts val="0"/>
              </a:spcAft>
              <a:buSzPts val="2800"/>
              <a:buFont typeface="Inter"/>
              <a:buNone/>
              <a:defRPr sz="3733">
                <a:latin typeface="Inter"/>
                <a:ea typeface="Inter"/>
                <a:cs typeface="Inter"/>
                <a:sym typeface="Inter"/>
              </a:defRPr>
            </a:lvl9pPr>
          </a:lstStyle>
          <a:p>
            <a:endParaRPr/>
          </a:p>
        </p:txBody>
      </p:sp>
      <p:sp>
        <p:nvSpPr>
          <p:cNvPr id="4" name="Footer Placeholder 3">
            <a:extLst>
              <a:ext uri="{FF2B5EF4-FFF2-40B4-BE49-F238E27FC236}">
                <a16:creationId xmlns:a16="http://schemas.microsoft.com/office/drawing/2014/main" id="{86FAD202-1D1B-F752-3B1A-B24650FF748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41C0DF48-F2AF-8104-89AE-BC6F4DBAA02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399790671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matchingName="04_Quote_Black" preserve="1">
  <p:cSld name="04_Quote_Black">
    <p:bg>
      <p:bgPr>
        <a:solidFill>
          <a:schemeClr val="tx1"/>
        </a:solidFill>
        <a:effectLst/>
      </p:bgPr>
    </p:bg>
    <p:spTree>
      <p:nvGrpSpPr>
        <p:cNvPr id="1" name="Shape 566"/>
        <p:cNvGrpSpPr/>
        <p:nvPr/>
      </p:nvGrpSpPr>
      <p:grpSpPr>
        <a:xfrm>
          <a:off x="0" y="0"/>
          <a:ext cx="0" cy="0"/>
          <a:chOff x="0" y="0"/>
          <a:chExt cx="0" cy="0"/>
        </a:xfrm>
      </p:grpSpPr>
      <p:pic>
        <p:nvPicPr>
          <p:cNvPr id="3" name="Picture 2" descr="A blue and pink squares&#10;&#10;AI-generated content may be incorrect.">
            <a:extLst>
              <a:ext uri="{FF2B5EF4-FFF2-40B4-BE49-F238E27FC236}">
                <a16:creationId xmlns:a16="http://schemas.microsoft.com/office/drawing/2014/main" id="{102602C2-1AEA-AF12-A4A5-41A7731EE15E}"/>
              </a:ext>
            </a:extLst>
          </p:cNvPr>
          <p:cNvPicPr>
            <a:picLocks noChangeAspect="1"/>
          </p:cNvPicPr>
          <p:nvPr userDrawn="1"/>
        </p:nvPicPr>
        <p:blipFill>
          <a:blip r:embed="rId2">
            <a:alphaModFix amt="56000"/>
          </a:blip>
          <a:srcRect l="23741" t="17891" r="23635" b="22970"/>
          <a:stretch>
            <a:fillRect/>
          </a:stretch>
        </p:blipFill>
        <p:spPr>
          <a:xfrm>
            <a:off x="-1" y="0"/>
            <a:ext cx="12192001" cy="6858000"/>
          </a:xfrm>
          <a:prstGeom prst="rect">
            <a:avLst/>
          </a:prstGeom>
        </p:spPr>
      </p:pic>
      <p:sp>
        <p:nvSpPr>
          <p:cNvPr id="568" name="Google Shape;568;p55"/>
          <p:cNvSpPr txBox="1"/>
          <p:nvPr/>
        </p:nvSpPr>
        <p:spPr>
          <a:xfrm>
            <a:off x="5466267" y="379333"/>
            <a:ext cx="1218000" cy="15172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3333" b="1">
                <a:solidFill>
                  <a:schemeClr val="accent2"/>
                </a:solidFill>
              </a:rPr>
              <a:t>“</a:t>
            </a:r>
            <a:endParaRPr sz="13333" b="1">
              <a:solidFill>
                <a:schemeClr val="accent2"/>
              </a:solidFill>
            </a:endParaRPr>
          </a:p>
        </p:txBody>
      </p:sp>
      <p:sp>
        <p:nvSpPr>
          <p:cNvPr id="569" name="Google Shape;569;p55"/>
          <p:cNvSpPr txBox="1">
            <a:spLocks noGrp="1"/>
          </p:cNvSpPr>
          <p:nvPr>
            <p:ph type="title"/>
          </p:nvPr>
        </p:nvSpPr>
        <p:spPr>
          <a:xfrm>
            <a:off x="1984015" y="1425088"/>
            <a:ext cx="8228400" cy="3715200"/>
          </a:xfrm>
          <a:prstGeom prst="rect">
            <a:avLst/>
          </a:prstGeom>
          <a:solidFill>
            <a:schemeClr val="tx1">
              <a:alpha val="67000"/>
            </a:schemeClr>
          </a:solidFill>
          <a:ln>
            <a:gradFill>
              <a:gsLst>
                <a:gs pos="0">
                  <a:schemeClr val="bg2"/>
                </a:gs>
                <a:gs pos="100000">
                  <a:schemeClr val="accent2"/>
                </a:gs>
              </a:gsLst>
              <a:lin ang="5400000" scaled="1"/>
            </a:grad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60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2pPr>
            <a:lvl3pPr lvl="2"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3pPr>
            <a:lvl4pPr lvl="3"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4pPr>
            <a:lvl5pPr lvl="4"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5pPr>
            <a:lvl6pPr lvl="5"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6pPr>
            <a:lvl7pPr lvl="6"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7pPr>
            <a:lvl8pPr lvl="7"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8pPr>
            <a:lvl9pPr lvl="8" rtl="0">
              <a:spcBef>
                <a:spcPts val="0"/>
              </a:spcBef>
              <a:spcAft>
                <a:spcPts val="0"/>
              </a:spcAft>
              <a:buClr>
                <a:schemeClr val="lt1"/>
              </a:buClr>
              <a:buSzPts val="4500"/>
              <a:buFont typeface="Inter"/>
              <a:buNone/>
              <a:defRPr sz="6000">
                <a:solidFill>
                  <a:schemeClr val="lt1"/>
                </a:solidFill>
                <a:latin typeface="Inter"/>
                <a:ea typeface="Inter"/>
                <a:cs typeface="Inter"/>
                <a:sym typeface="Inter"/>
              </a:defRPr>
            </a:lvl9pPr>
          </a:lstStyle>
          <a:p>
            <a:endParaRPr/>
          </a:p>
        </p:txBody>
      </p:sp>
      <p:sp>
        <p:nvSpPr>
          <p:cNvPr id="570" name="Google Shape;570;p55"/>
          <p:cNvSpPr txBox="1">
            <a:spLocks noGrp="1"/>
          </p:cNvSpPr>
          <p:nvPr>
            <p:ph type="subTitle" idx="1"/>
          </p:nvPr>
        </p:nvSpPr>
        <p:spPr>
          <a:xfrm>
            <a:off x="4246869" y="5140363"/>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accent3"/>
              </a:buClr>
              <a:buSzPts val="1800"/>
              <a:buFont typeface="JetBrains Mono"/>
              <a:buNone/>
              <a:defRPr sz="2400">
                <a:solidFill>
                  <a:schemeClr val="accent2"/>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2pPr>
            <a:lvl3pPr lvl="2"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3pPr>
            <a:lvl4pPr lvl="3"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4pPr>
            <a:lvl5pPr lvl="4"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5pPr>
            <a:lvl6pPr lvl="5"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6pPr>
            <a:lvl7pPr lvl="6"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7pPr>
            <a:lvl8pPr lvl="7"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8pPr>
            <a:lvl9pPr lvl="8" algn="ctr" rtl="0">
              <a:spcBef>
                <a:spcPts val="0"/>
              </a:spcBef>
              <a:spcAft>
                <a:spcPts val="0"/>
              </a:spcAft>
              <a:buClr>
                <a:schemeClr val="accent3"/>
              </a:buClr>
              <a:buSzPts val="1800"/>
              <a:buFont typeface="JetBrains Mono Medium"/>
              <a:buNone/>
              <a:defRPr sz="2400">
                <a:solidFill>
                  <a:schemeClr val="accent3"/>
                </a:solidFill>
                <a:latin typeface="JetBrains Mono Medium"/>
                <a:ea typeface="JetBrains Mono Medium"/>
                <a:cs typeface="JetBrains Mono Medium"/>
                <a:sym typeface="JetBrains Mono Medium"/>
              </a:defRPr>
            </a:lvl9pPr>
          </a:lstStyle>
          <a:p>
            <a:endParaRPr/>
          </a:p>
        </p:txBody>
      </p:sp>
    </p:spTree>
    <p:extLst>
      <p:ext uri="{BB962C8B-B14F-4D97-AF65-F5344CB8AC3E}">
        <p14:creationId xmlns:p14="http://schemas.microsoft.com/office/powerpoint/2010/main" val="1307057914"/>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matchingName="04_Quote_Blue" preserve="1">
  <p:cSld name="04_Quote_Blue">
    <p:bg>
      <p:bgPr>
        <a:solidFill>
          <a:schemeClr val="lt1"/>
        </a:solidFill>
        <a:effectLst/>
      </p:bgPr>
    </p:bg>
    <p:spTree>
      <p:nvGrpSpPr>
        <p:cNvPr id="1" name="Shape 571"/>
        <p:cNvGrpSpPr/>
        <p:nvPr/>
      </p:nvGrpSpPr>
      <p:grpSpPr>
        <a:xfrm>
          <a:off x="0" y="0"/>
          <a:ext cx="0" cy="0"/>
          <a:chOff x="0" y="0"/>
          <a:chExt cx="0" cy="0"/>
        </a:xfrm>
      </p:grpSpPr>
      <p:pic>
        <p:nvPicPr>
          <p:cNvPr id="2" name="Picture 1" descr="A blue and pink squares&#10;&#10;AI-generated content may be incorrect.">
            <a:extLst>
              <a:ext uri="{FF2B5EF4-FFF2-40B4-BE49-F238E27FC236}">
                <a16:creationId xmlns:a16="http://schemas.microsoft.com/office/drawing/2014/main" id="{00DEF2D5-DA02-3DF3-AE4F-6D62FFF1308A}"/>
              </a:ext>
            </a:extLst>
          </p:cNvPr>
          <p:cNvPicPr>
            <a:picLocks noChangeAspect="1"/>
          </p:cNvPicPr>
          <p:nvPr userDrawn="1"/>
        </p:nvPicPr>
        <p:blipFill>
          <a:blip r:embed="rId2">
            <a:alphaModFix amt="56000"/>
          </a:blip>
          <a:srcRect l="23741" t="17891" r="23635" b="22970"/>
          <a:stretch>
            <a:fillRect/>
          </a:stretch>
        </p:blipFill>
        <p:spPr>
          <a:xfrm>
            <a:off x="-1" y="0"/>
            <a:ext cx="12192001" cy="6858000"/>
          </a:xfrm>
          <a:prstGeom prst="rect">
            <a:avLst/>
          </a:prstGeom>
        </p:spPr>
      </p:pic>
      <p:sp>
        <p:nvSpPr>
          <p:cNvPr id="573" name="Google Shape;573;p56"/>
          <p:cNvSpPr txBox="1">
            <a:spLocks noGrp="1"/>
          </p:cNvSpPr>
          <p:nvPr>
            <p:ph type="title"/>
          </p:nvPr>
        </p:nvSpPr>
        <p:spPr>
          <a:xfrm>
            <a:off x="1984015" y="1425088"/>
            <a:ext cx="8228400" cy="3715200"/>
          </a:xfrm>
          <a:prstGeom prst="rect">
            <a:avLst/>
          </a:prstGeom>
          <a:solidFill>
            <a:schemeClr val="lt1">
              <a:alpha val="71923"/>
            </a:schemeClr>
          </a:solidFill>
          <a:ln w="19050">
            <a:gradFill>
              <a:gsLst>
                <a:gs pos="0">
                  <a:schemeClr val="accent1">
                    <a:lumMod val="5000"/>
                    <a:lumOff val="95000"/>
                  </a:schemeClr>
                </a:gs>
                <a:gs pos="100000">
                  <a:schemeClr val="accent1">
                    <a:lumMod val="30000"/>
                    <a:lumOff val="70000"/>
                  </a:schemeClr>
                </a:gs>
              </a:gsLst>
              <a:lin ang="5400000" scaled="1"/>
            </a:gradFill>
          </a:ln>
        </p:spPr>
        <p:txBody>
          <a:bodyPr spcFirstLastPara="1" wrap="square" lIns="0" tIns="0" rIns="0" bIns="0" anchor="ctr" anchorCtr="0">
            <a:noAutofit/>
          </a:bodyPr>
          <a:lstStyle>
            <a:lvl1pPr lvl="0" algn="ctr" rtl="0">
              <a:spcBef>
                <a:spcPts val="0"/>
              </a:spcBef>
              <a:spcAft>
                <a:spcPts val="0"/>
              </a:spcAft>
              <a:buClr>
                <a:schemeClr val="accent1"/>
              </a:buClr>
              <a:buSzPts val="4500"/>
              <a:buFont typeface="Inter"/>
              <a:buNone/>
              <a:defRPr sz="54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2pPr>
            <a:lvl3pPr lvl="2"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3pPr>
            <a:lvl4pPr lvl="3"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4pPr>
            <a:lvl5pPr lvl="4"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5pPr>
            <a:lvl6pPr lvl="5"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6pPr>
            <a:lvl7pPr lvl="6"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7pPr>
            <a:lvl8pPr lvl="7"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8pPr>
            <a:lvl9pPr lvl="8" rtl="0">
              <a:spcBef>
                <a:spcPts val="0"/>
              </a:spcBef>
              <a:spcAft>
                <a:spcPts val="0"/>
              </a:spcAft>
              <a:buClr>
                <a:schemeClr val="accent1"/>
              </a:buClr>
              <a:buSzPts val="4500"/>
              <a:buFont typeface="Inter"/>
              <a:buNone/>
              <a:defRPr sz="6000">
                <a:solidFill>
                  <a:schemeClr val="accent1"/>
                </a:solidFill>
                <a:latin typeface="Inter"/>
                <a:ea typeface="Inter"/>
                <a:cs typeface="Inter"/>
                <a:sym typeface="Inter"/>
              </a:defRPr>
            </a:lvl9pPr>
          </a:lstStyle>
          <a:p>
            <a:endParaRPr/>
          </a:p>
        </p:txBody>
      </p:sp>
      <p:sp>
        <p:nvSpPr>
          <p:cNvPr id="574" name="Google Shape;574;p56"/>
          <p:cNvSpPr txBox="1">
            <a:spLocks noGrp="1"/>
          </p:cNvSpPr>
          <p:nvPr>
            <p:ph type="subTitle" idx="1"/>
          </p:nvPr>
        </p:nvSpPr>
        <p:spPr>
          <a:xfrm>
            <a:off x="4267603" y="5220196"/>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accent2"/>
              </a:buClr>
              <a:buSzPts val="1400"/>
              <a:buFont typeface="JetBrains Mono"/>
              <a:buNone/>
              <a:defRPr b="1">
                <a:solidFill>
                  <a:schemeClr val="accent2"/>
                </a:solidFill>
                <a:latin typeface="Open Sans Extrabold" panose="020B0606030504020204" pitchFamily="34" charset="0"/>
                <a:ea typeface="Open Sans Extrabold" panose="020B0606030504020204" pitchFamily="34" charset="0"/>
                <a:cs typeface="Open Sans Extrabold" panose="020B0606030504020204" pitchFamily="34" charset="0"/>
                <a:sym typeface="JetBrains Mono"/>
              </a:defRPr>
            </a:lvl1pPr>
            <a:lvl2pPr lvl="1"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2pPr>
            <a:lvl3pPr lvl="2"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3pPr>
            <a:lvl4pPr lvl="3"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4pPr>
            <a:lvl5pPr lvl="4"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5pPr>
            <a:lvl6pPr lvl="5"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6pPr>
            <a:lvl7pPr lvl="6"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7pPr>
            <a:lvl8pPr lvl="7"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8pPr>
            <a:lvl9pPr lvl="8" algn="ctr" rtl="0">
              <a:spcBef>
                <a:spcPts val="0"/>
              </a:spcBef>
              <a:spcAft>
                <a:spcPts val="0"/>
              </a:spcAft>
              <a:buClr>
                <a:schemeClr val="accent3"/>
              </a:buClr>
              <a:buSzPts val="1800"/>
              <a:buFont typeface="JetBrains Mono"/>
              <a:buNone/>
              <a:defRPr sz="2400" b="1">
                <a:solidFill>
                  <a:schemeClr val="accent3"/>
                </a:solidFill>
                <a:latin typeface="JetBrains Mono"/>
                <a:ea typeface="JetBrains Mono"/>
                <a:cs typeface="JetBrains Mono"/>
                <a:sym typeface="JetBrains Mono"/>
              </a:defRPr>
            </a:lvl9pPr>
          </a:lstStyle>
          <a:p>
            <a:endParaRPr/>
          </a:p>
        </p:txBody>
      </p:sp>
      <p:sp>
        <p:nvSpPr>
          <p:cNvPr id="575" name="Google Shape;575;p56"/>
          <p:cNvSpPr txBox="1"/>
          <p:nvPr/>
        </p:nvSpPr>
        <p:spPr>
          <a:xfrm>
            <a:off x="5276600" y="581900"/>
            <a:ext cx="1638800" cy="91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666" b="1">
                <a:solidFill>
                  <a:schemeClr val="accent2"/>
                </a:solidFill>
              </a:rPr>
              <a:t>“</a:t>
            </a:r>
            <a:endParaRPr sz="10666" b="1">
              <a:solidFill>
                <a:schemeClr val="accent2"/>
              </a:solidFill>
            </a:endParaRPr>
          </a:p>
        </p:txBody>
      </p:sp>
    </p:spTree>
    <p:extLst>
      <p:ext uri="{BB962C8B-B14F-4D97-AF65-F5344CB8AC3E}">
        <p14:creationId xmlns:p14="http://schemas.microsoft.com/office/powerpoint/2010/main" val="2792118515"/>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matchingName="04_Quote_LeftAlign + Photo" preserve="1">
  <p:cSld name="04_Quote_LeftAlign + Photo">
    <p:bg>
      <p:bgPr>
        <a:solidFill>
          <a:schemeClr val="bg1"/>
        </a:solidFill>
        <a:effectLst/>
      </p:bgPr>
    </p:bg>
    <p:spTree>
      <p:nvGrpSpPr>
        <p:cNvPr id="1" name="Shape 576"/>
        <p:cNvGrpSpPr/>
        <p:nvPr/>
      </p:nvGrpSpPr>
      <p:grpSpPr>
        <a:xfrm>
          <a:off x="0" y="0"/>
          <a:ext cx="0" cy="0"/>
          <a:chOff x="0" y="0"/>
          <a:chExt cx="0" cy="0"/>
        </a:xfrm>
      </p:grpSpPr>
      <p:pic>
        <p:nvPicPr>
          <p:cNvPr id="2" name="Picture 1" descr="A blue and pink squares&#10;&#10;AI-generated content may be incorrect.">
            <a:extLst>
              <a:ext uri="{FF2B5EF4-FFF2-40B4-BE49-F238E27FC236}">
                <a16:creationId xmlns:a16="http://schemas.microsoft.com/office/drawing/2014/main" id="{27CD4253-A65F-B07C-8691-CECFB63193A2}"/>
              </a:ext>
            </a:extLst>
          </p:cNvPr>
          <p:cNvPicPr>
            <a:picLocks noChangeAspect="1"/>
          </p:cNvPicPr>
          <p:nvPr userDrawn="1"/>
        </p:nvPicPr>
        <p:blipFill>
          <a:blip r:embed="rId2">
            <a:alphaModFix amt="25000"/>
          </a:blip>
          <a:srcRect l="23741" t="17891" r="23635" b="22970"/>
          <a:stretch>
            <a:fillRect/>
          </a:stretch>
        </p:blipFill>
        <p:spPr>
          <a:xfrm>
            <a:off x="-1" y="0"/>
            <a:ext cx="12192001" cy="6858000"/>
          </a:xfrm>
          <a:prstGeom prst="rect">
            <a:avLst/>
          </a:prstGeom>
        </p:spPr>
      </p:pic>
      <p:sp>
        <p:nvSpPr>
          <p:cNvPr id="578" name="Google Shape;578;p57"/>
          <p:cNvSpPr txBox="1">
            <a:spLocks noGrp="1"/>
          </p:cNvSpPr>
          <p:nvPr>
            <p:ph type="title"/>
          </p:nvPr>
        </p:nvSpPr>
        <p:spPr>
          <a:xfrm>
            <a:off x="1879161" y="1653688"/>
            <a:ext cx="8228400" cy="26888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2"/>
              </a:buClr>
              <a:buSzPts val="2000"/>
              <a:buFont typeface="Inter SemiBold"/>
              <a:buNone/>
              <a:defRPr sz="26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SemiBold"/>
              </a:defRPr>
            </a:lvl1pPr>
            <a:lvl2pPr lvl="1"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2pPr>
            <a:lvl3pPr lvl="2"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3pPr>
            <a:lvl4pPr lvl="3"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4pPr>
            <a:lvl5pPr lvl="4"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5pPr>
            <a:lvl6pPr lvl="5"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6pPr>
            <a:lvl7pPr lvl="6"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7pPr>
            <a:lvl8pPr lvl="7"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8pPr>
            <a:lvl9pPr lvl="8" rtl="0">
              <a:spcBef>
                <a:spcPts val="0"/>
              </a:spcBef>
              <a:spcAft>
                <a:spcPts val="0"/>
              </a:spcAft>
              <a:buClr>
                <a:schemeClr val="lt2"/>
              </a:buClr>
              <a:buSzPts val="2000"/>
              <a:buFont typeface="Inter SemiBold"/>
              <a:buNone/>
              <a:defRPr sz="2667">
                <a:solidFill>
                  <a:schemeClr val="lt2"/>
                </a:solidFill>
                <a:latin typeface="Inter SemiBold"/>
                <a:ea typeface="Inter SemiBold"/>
                <a:cs typeface="Inter SemiBold"/>
                <a:sym typeface="Inter SemiBold"/>
              </a:defRPr>
            </a:lvl9pPr>
          </a:lstStyle>
          <a:p>
            <a:endParaRPr/>
          </a:p>
        </p:txBody>
      </p:sp>
      <p:sp>
        <p:nvSpPr>
          <p:cNvPr id="579" name="Google Shape;579;p57"/>
          <p:cNvSpPr txBox="1">
            <a:spLocks noGrp="1"/>
          </p:cNvSpPr>
          <p:nvPr>
            <p:ph type="subTitle" idx="1"/>
          </p:nvPr>
        </p:nvSpPr>
        <p:spPr>
          <a:xfrm>
            <a:off x="3333733" y="4896163"/>
            <a:ext cx="3656800" cy="746000"/>
          </a:xfrm>
          <a:prstGeom prst="rect">
            <a:avLst/>
          </a:prstGeom>
          <a:noFill/>
          <a:ln>
            <a:noFill/>
          </a:ln>
        </p:spPr>
        <p:txBody>
          <a:bodyPr spcFirstLastPara="1" wrap="square" lIns="0" tIns="0" rIns="0" bIns="0" anchor="ctr" anchorCtr="0">
            <a:noAutofit/>
          </a:bodyPr>
          <a:lstStyle>
            <a:lvl1pPr lvl="0" rtl="0">
              <a:spcBef>
                <a:spcPts val="0"/>
              </a:spcBef>
              <a:spcAft>
                <a:spcPts val="0"/>
              </a:spcAft>
              <a:buClr>
                <a:schemeClr val="lt2"/>
              </a:buClr>
              <a:buSzPts val="1300"/>
              <a:buFont typeface="JetBrains Mono"/>
              <a:buNone/>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2pPr>
            <a:lvl3pPr lvl="2"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3pPr>
            <a:lvl4pPr lvl="3"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4pPr>
            <a:lvl5pPr lvl="4"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5pPr>
            <a:lvl6pPr lvl="5"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6pPr>
            <a:lvl7pPr lvl="6"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7pPr>
            <a:lvl8pPr lvl="7"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8pPr>
            <a:lvl9pPr lvl="8" rtl="0">
              <a:spcBef>
                <a:spcPts val="0"/>
              </a:spcBef>
              <a:spcAft>
                <a:spcPts val="0"/>
              </a:spcAft>
              <a:buClr>
                <a:schemeClr val="lt2"/>
              </a:buClr>
              <a:buSzPts val="1300"/>
              <a:buFont typeface="JetBrains Mono Medium"/>
              <a:buNone/>
              <a:defRPr sz="1733">
                <a:solidFill>
                  <a:schemeClr val="lt2"/>
                </a:solidFill>
                <a:latin typeface="JetBrains Mono Medium"/>
                <a:ea typeface="JetBrains Mono Medium"/>
                <a:cs typeface="JetBrains Mono Medium"/>
                <a:sym typeface="JetBrains Mono Medium"/>
              </a:defRPr>
            </a:lvl9pPr>
          </a:lstStyle>
          <a:p>
            <a:endParaRPr/>
          </a:p>
        </p:txBody>
      </p:sp>
      <p:sp>
        <p:nvSpPr>
          <p:cNvPr id="580" name="Google Shape;580;p57"/>
          <p:cNvSpPr>
            <a:spLocks noGrp="1"/>
          </p:cNvSpPr>
          <p:nvPr>
            <p:ph type="pic" idx="2"/>
          </p:nvPr>
        </p:nvSpPr>
        <p:spPr>
          <a:xfrm>
            <a:off x="1879167" y="4681000"/>
            <a:ext cx="1255200" cy="1255200"/>
          </a:xfrm>
          <a:prstGeom prst="rect">
            <a:avLst/>
          </a:prstGeom>
          <a:noFill/>
          <a:ln>
            <a:noFill/>
          </a:ln>
        </p:spPr>
        <p:txBody>
          <a:bodyPr/>
          <a:lstStyle/>
          <a:p>
            <a:endParaRPr lang="en-US"/>
          </a:p>
        </p:txBody>
      </p:sp>
      <p:sp>
        <p:nvSpPr>
          <p:cNvPr id="581" name="Google Shape;581;p57"/>
          <p:cNvSpPr txBox="1"/>
          <p:nvPr/>
        </p:nvSpPr>
        <p:spPr>
          <a:xfrm>
            <a:off x="1303533" y="631767"/>
            <a:ext cx="1638800" cy="91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666" b="1">
                <a:solidFill>
                  <a:schemeClr val="accent1"/>
                </a:solidFill>
              </a:rPr>
              <a:t>“</a:t>
            </a:r>
            <a:endParaRPr sz="10666" b="1">
              <a:solidFill>
                <a:schemeClr val="accent1"/>
              </a:solidFill>
            </a:endParaRPr>
          </a:p>
        </p:txBody>
      </p:sp>
    </p:spTree>
    <p:extLst>
      <p:ext uri="{BB962C8B-B14F-4D97-AF65-F5344CB8AC3E}">
        <p14:creationId xmlns:p14="http://schemas.microsoft.com/office/powerpoint/2010/main" val="1204474216"/>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matchingName="04_Quote_Blue + Title" preserve="1">
  <p:cSld name="04_Quote_Blue + Title">
    <p:bg>
      <p:bgPr>
        <a:solidFill>
          <a:schemeClr val="accent1"/>
        </a:solidFill>
        <a:effectLst/>
      </p:bgPr>
    </p:bg>
    <p:spTree>
      <p:nvGrpSpPr>
        <p:cNvPr id="1" name="Shape 590"/>
        <p:cNvGrpSpPr/>
        <p:nvPr/>
      </p:nvGrpSpPr>
      <p:grpSpPr>
        <a:xfrm>
          <a:off x="0" y="0"/>
          <a:ext cx="0" cy="0"/>
          <a:chOff x="0" y="0"/>
          <a:chExt cx="0" cy="0"/>
        </a:xfrm>
      </p:grpSpPr>
      <p:sp>
        <p:nvSpPr>
          <p:cNvPr id="591" name="Google Shape;591;p59"/>
          <p:cNvSpPr txBox="1">
            <a:spLocks noGrp="1"/>
          </p:cNvSpPr>
          <p:nvPr>
            <p:ph type="title"/>
          </p:nvPr>
        </p:nvSpPr>
        <p:spPr>
          <a:xfrm>
            <a:off x="1526872" y="971625"/>
            <a:ext cx="9142800" cy="49148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8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4500"/>
              <a:buNone/>
              <a:defRPr sz="6000">
                <a:solidFill>
                  <a:schemeClr val="lt1"/>
                </a:solidFill>
              </a:defRPr>
            </a:lvl2pPr>
            <a:lvl3pPr lvl="2" rtl="0">
              <a:spcBef>
                <a:spcPts val="0"/>
              </a:spcBef>
              <a:spcAft>
                <a:spcPts val="0"/>
              </a:spcAft>
              <a:buClr>
                <a:schemeClr val="lt1"/>
              </a:buClr>
              <a:buSzPts val="4500"/>
              <a:buNone/>
              <a:defRPr sz="6000">
                <a:solidFill>
                  <a:schemeClr val="lt1"/>
                </a:solidFill>
              </a:defRPr>
            </a:lvl3pPr>
            <a:lvl4pPr lvl="3" rtl="0">
              <a:spcBef>
                <a:spcPts val="0"/>
              </a:spcBef>
              <a:spcAft>
                <a:spcPts val="0"/>
              </a:spcAft>
              <a:buClr>
                <a:schemeClr val="lt1"/>
              </a:buClr>
              <a:buSzPts val="4500"/>
              <a:buNone/>
              <a:defRPr sz="6000">
                <a:solidFill>
                  <a:schemeClr val="lt1"/>
                </a:solidFill>
              </a:defRPr>
            </a:lvl4pPr>
            <a:lvl5pPr lvl="4" rtl="0">
              <a:spcBef>
                <a:spcPts val="0"/>
              </a:spcBef>
              <a:spcAft>
                <a:spcPts val="0"/>
              </a:spcAft>
              <a:buClr>
                <a:schemeClr val="lt1"/>
              </a:buClr>
              <a:buSzPts val="4500"/>
              <a:buNone/>
              <a:defRPr sz="6000">
                <a:solidFill>
                  <a:schemeClr val="lt1"/>
                </a:solidFill>
              </a:defRPr>
            </a:lvl5pPr>
            <a:lvl6pPr lvl="5" rtl="0">
              <a:spcBef>
                <a:spcPts val="0"/>
              </a:spcBef>
              <a:spcAft>
                <a:spcPts val="0"/>
              </a:spcAft>
              <a:buClr>
                <a:schemeClr val="lt1"/>
              </a:buClr>
              <a:buSzPts val="4500"/>
              <a:buNone/>
              <a:defRPr sz="6000">
                <a:solidFill>
                  <a:schemeClr val="lt1"/>
                </a:solidFill>
              </a:defRPr>
            </a:lvl6pPr>
            <a:lvl7pPr lvl="6" rtl="0">
              <a:spcBef>
                <a:spcPts val="0"/>
              </a:spcBef>
              <a:spcAft>
                <a:spcPts val="0"/>
              </a:spcAft>
              <a:buClr>
                <a:schemeClr val="lt1"/>
              </a:buClr>
              <a:buSzPts val="4500"/>
              <a:buNone/>
              <a:defRPr sz="6000">
                <a:solidFill>
                  <a:schemeClr val="lt1"/>
                </a:solidFill>
              </a:defRPr>
            </a:lvl7pPr>
            <a:lvl8pPr lvl="7" rtl="0">
              <a:spcBef>
                <a:spcPts val="0"/>
              </a:spcBef>
              <a:spcAft>
                <a:spcPts val="0"/>
              </a:spcAft>
              <a:buClr>
                <a:schemeClr val="lt1"/>
              </a:buClr>
              <a:buSzPts val="4500"/>
              <a:buNone/>
              <a:defRPr sz="6000">
                <a:solidFill>
                  <a:schemeClr val="lt1"/>
                </a:solidFill>
              </a:defRPr>
            </a:lvl8pPr>
            <a:lvl9pPr lvl="8" rtl="0">
              <a:spcBef>
                <a:spcPts val="0"/>
              </a:spcBef>
              <a:spcAft>
                <a:spcPts val="0"/>
              </a:spcAft>
              <a:buClr>
                <a:schemeClr val="lt1"/>
              </a:buClr>
              <a:buSzPts val="4500"/>
              <a:buNone/>
              <a:defRPr sz="6000">
                <a:solidFill>
                  <a:schemeClr val="lt1"/>
                </a:solidFill>
              </a:defRPr>
            </a:lvl9pPr>
          </a:lstStyle>
          <a:p>
            <a:endParaRPr/>
          </a:p>
        </p:txBody>
      </p:sp>
      <p:sp>
        <p:nvSpPr>
          <p:cNvPr id="592" name="Google Shape;592;p59"/>
          <p:cNvSpPr txBox="1">
            <a:spLocks noGrp="1"/>
          </p:cNvSpPr>
          <p:nvPr>
            <p:ph type="subTitle" idx="1"/>
          </p:nvPr>
        </p:nvSpPr>
        <p:spPr>
          <a:xfrm>
            <a:off x="4246869" y="763537"/>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1800"/>
              <a:buFont typeface="JetBrains Mono"/>
              <a:buNone/>
              <a:defRPr sz="2400">
                <a:solidFill>
                  <a:schemeClr val="lt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2pPr>
            <a:lvl3pPr lvl="2"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3pPr>
            <a:lvl4pPr lvl="3"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4pPr>
            <a:lvl5pPr lvl="4"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5pPr>
            <a:lvl6pPr lvl="5"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6pPr>
            <a:lvl7pPr lvl="6"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7pPr>
            <a:lvl8pPr lvl="7"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8pPr>
            <a:lvl9pPr lvl="8"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A987C9BC-66EE-334E-7F5B-0384CAFFAF9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9E56DD56-6E33-9BD1-6937-08642FEB1E4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135445754"/>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matchingName="04_Quote_Black + Title" preserve="1">
  <p:cSld name="04_Quote_Black + Title">
    <p:bg>
      <p:bgPr>
        <a:solidFill>
          <a:schemeClr val="dk1"/>
        </a:solidFill>
        <a:effectLst/>
      </p:bgPr>
    </p:bg>
    <p:spTree>
      <p:nvGrpSpPr>
        <p:cNvPr id="1" name="Shape 593"/>
        <p:cNvGrpSpPr/>
        <p:nvPr/>
      </p:nvGrpSpPr>
      <p:grpSpPr>
        <a:xfrm>
          <a:off x="0" y="0"/>
          <a:ext cx="0" cy="0"/>
          <a:chOff x="0" y="0"/>
          <a:chExt cx="0" cy="0"/>
        </a:xfrm>
      </p:grpSpPr>
      <p:sp>
        <p:nvSpPr>
          <p:cNvPr id="594" name="Google Shape;594;p60"/>
          <p:cNvSpPr txBox="1">
            <a:spLocks noGrp="1"/>
          </p:cNvSpPr>
          <p:nvPr>
            <p:ph type="title"/>
          </p:nvPr>
        </p:nvSpPr>
        <p:spPr>
          <a:xfrm>
            <a:off x="1526872" y="971625"/>
            <a:ext cx="9142800" cy="49148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4500"/>
              <a:buFont typeface="Inter"/>
              <a:buNone/>
              <a:defRPr sz="8000" b="0">
                <a:solidFill>
                  <a:schemeClr val="lt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1"/>
              </a:buClr>
              <a:buSzPts val="4500"/>
              <a:buNone/>
              <a:defRPr sz="6000">
                <a:solidFill>
                  <a:schemeClr val="lt1"/>
                </a:solidFill>
              </a:defRPr>
            </a:lvl2pPr>
            <a:lvl3pPr lvl="2" rtl="0">
              <a:spcBef>
                <a:spcPts val="0"/>
              </a:spcBef>
              <a:spcAft>
                <a:spcPts val="0"/>
              </a:spcAft>
              <a:buClr>
                <a:schemeClr val="lt1"/>
              </a:buClr>
              <a:buSzPts val="4500"/>
              <a:buNone/>
              <a:defRPr sz="6000">
                <a:solidFill>
                  <a:schemeClr val="lt1"/>
                </a:solidFill>
              </a:defRPr>
            </a:lvl3pPr>
            <a:lvl4pPr lvl="3" rtl="0">
              <a:spcBef>
                <a:spcPts val="0"/>
              </a:spcBef>
              <a:spcAft>
                <a:spcPts val="0"/>
              </a:spcAft>
              <a:buClr>
                <a:schemeClr val="lt1"/>
              </a:buClr>
              <a:buSzPts val="4500"/>
              <a:buNone/>
              <a:defRPr sz="6000">
                <a:solidFill>
                  <a:schemeClr val="lt1"/>
                </a:solidFill>
              </a:defRPr>
            </a:lvl4pPr>
            <a:lvl5pPr lvl="4" rtl="0">
              <a:spcBef>
                <a:spcPts val="0"/>
              </a:spcBef>
              <a:spcAft>
                <a:spcPts val="0"/>
              </a:spcAft>
              <a:buClr>
                <a:schemeClr val="lt1"/>
              </a:buClr>
              <a:buSzPts val="4500"/>
              <a:buNone/>
              <a:defRPr sz="6000">
                <a:solidFill>
                  <a:schemeClr val="lt1"/>
                </a:solidFill>
              </a:defRPr>
            </a:lvl5pPr>
            <a:lvl6pPr lvl="5" rtl="0">
              <a:spcBef>
                <a:spcPts val="0"/>
              </a:spcBef>
              <a:spcAft>
                <a:spcPts val="0"/>
              </a:spcAft>
              <a:buClr>
                <a:schemeClr val="lt1"/>
              </a:buClr>
              <a:buSzPts val="4500"/>
              <a:buNone/>
              <a:defRPr sz="6000">
                <a:solidFill>
                  <a:schemeClr val="lt1"/>
                </a:solidFill>
              </a:defRPr>
            </a:lvl6pPr>
            <a:lvl7pPr lvl="6" rtl="0">
              <a:spcBef>
                <a:spcPts val="0"/>
              </a:spcBef>
              <a:spcAft>
                <a:spcPts val="0"/>
              </a:spcAft>
              <a:buClr>
                <a:schemeClr val="lt1"/>
              </a:buClr>
              <a:buSzPts val="4500"/>
              <a:buNone/>
              <a:defRPr sz="6000">
                <a:solidFill>
                  <a:schemeClr val="lt1"/>
                </a:solidFill>
              </a:defRPr>
            </a:lvl7pPr>
            <a:lvl8pPr lvl="7" rtl="0">
              <a:spcBef>
                <a:spcPts val="0"/>
              </a:spcBef>
              <a:spcAft>
                <a:spcPts val="0"/>
              </a:spcAft>
              <a:buClr>
                <a:schemeClr val="lt1"/>
              </a:buClr>
              <a:buSzPts val="4500"/>
              <a:buNone/>
              <a:defRPr sz="6000">
                <a:solidFill>
                  <a:schemeClr val="lt1"/>
                </a:solidFill>
              </a:defRPr>
            </a:lvl8pPr>
            <a:lvl9pPr lvl="8" rtl="0">
              <a:spcBef>
                <a:spcPts val="0"/>
              </a:spcBef>
              <a:spcAft>
                <a:spcPts val="0"/>
              </a:spcAft>
              <a:buClr>
                <a:schemeClr val="lt1"/>
              </a:buClr>
              <a:buSzPts val="4500"/>
              <a:buNone/>
              <a:defRPr sz="6000">
                <a:solidFill>
                  <a:schemeClr val="lt1"/>
                </a:solidFill>
              </a:defRPr>
            </a:lvl9pPr>
          </a:lstStyle>
          <a:p>
            <a:endParaRPr/>
          </a:p>
        </p:txBody>
      </p:sp>
      <p:sp>
        <p:nvSpPr>
          <p:cNvPr id="595" name="Google Shape;595;p60"/>
          <p:cNvSpPr txBox="1">
            <a:spLocks noGrp="1"/>
          </p:cNvSpPr>
          <p:nvPr>
            <p:ph type="subTitle" idx="1"/>
          </p:nvPr>
        </p:nvSpPr>
        <p:spPr>
          <a:xfrm>
            <a:off x="4246869" y="763537"/>
            <a:ext cx="3656800" cy="7460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1"/>
              </a:buClr>
              <a:buSzPts val="1800"/>
              <a:buFont typeface="JetBrains Mono"/>
              <a:buNone/>
              <a:defRPr sz="2400">
                <a:solidFill>
                  <a:schemeClr val="lt1"/>
                </a:solidFill>
                <a:latin typeface="Open Sans" panose="020B0606030504020204" pitchFamily="34" charset="0"/>
                <a:ea typeface="Open Sans" panose="020B0606030504020204" pitchFamily="34" charset="0"/>
                <a:cs typeface="Open Sans" panose="020B0606030504020204" pitchFamily="34" charset="0"/>
                <a:sym typeface="JetBrains Mono"/>
              </a:defRPr>
            </a:lvl1pPr>
            <a:lvl2pPr lvl="1"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2pPr>
            <a:lvl3pPr lvl="2"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3pPr>
            <a:lvl4pPr lvl="3"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4pPr>
            <a:lvl5pPr lvl="4"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5pPr>
            <a:lvl6pPr lvl="5"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6pPr>
            <a:lvl7pPr lvl="6"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7pPr>
            <a:lvl8pPr lvl="7"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8pPr>
            <a:lvl9pPr lvl="8" algn="ctr" rtl="0">
              <a:spcBef>
                <a:spcPts val="0"/>
              </a:spcBef>
              <a:spcAft>
                <a:spcPts val="0"/>
              </a:spcAft>
              <a:buClr>
                <a:schemeClr val="lt1"/>
              </a:buClr>
              <a:buSzPts val="1800"/>
              <a:buFont typeface="JetBrains Mono"/>
              <a:buNone/>
              <a:defRPr sz="2400">
                <a:solidFill>
                  <a:schemeClr val="lt1"/>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7CDA150E-E23A-15D7-927C-D6382543566C}"/>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E13140EE-EBEE-8DEA-8B7F-CCD4BDE4896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50"/>
            <a:ext cx="1190297" cy="355591"/>
          </a:xfrm>
          <a:prstGeom prst="rect">
            <a:avLst/>
          </a:prstGeom>
        </p:spPr>
      </p:pic>
    </p:spTree>
    <p:extLst>
      <p:ext uri="{BB962C8B-B14F-4D97-AF65-F5344CB8AC3E}">
        <p14:creationId xmlns:p14="http://schemas.microsoft.com/office/powerpoint/2010/main" val="124528995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matchingName="10_Stats1" preserve="1">
  <p:cSld name="10_Stats1">
    <p:spTree>
      <p:nvGrpSpPr>
        <p:cNvPr id="1" name="Shape 596"/>
        <p:cNvGrpSpPr/>
        <p:nvPr/>
      </p:nvGrpSpPr>
      <p:grpSpPr>
        <a:xfrm>
          <a:off x="0" y="0"/>
          <a:ext cx="0" cy="0"/>
          <a:chOff x="0" y="0"/>
          <a:chExt cx="0" cy="0"/>
        </a:xfrm>
      </p:grpSpPr>
      <p:sp>
        <p:nvSpPr>
          <p:cNvPr id="597" name="Google Shape;597;p61"/>
          <p:cNvSpPr txBox="1">
            <a:spLocks noGrp="1"/>
          </p:cNvSpPr>
          <p:nvPr>
            <p:ph type="subTitle" idx="1"/>
          </p:nvPr>
        </p:nvSpPr>
        <p:spPr>
          <a:xfrm>
            <a:off x="2756667" y="3421500"/>
            <a:ext cx="66786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598" name="Google Shape;598;p61"/>
          <p:cNvSpPr txBox="1">
            <a:spLocks noGrp="1"/>
          </p:cNvSpPr>
          <p:nvPr>
            <p:ph type="title"/>
          </p:nvPr>
        </p:nvSpPr>
        <p:spPr>
          <a:xfrm>
            <a:off x="2779340" y="1200171"/>
            <a:ext cx="6633408"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9866" b="1">
                <a:solidFill>
                  <a:schemeClr val="accent1"/>
                </a:solidFill>
                <a:latin typeface="DM Sans 14pt" pitchFamily="2"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84127E07-94AB-7E23-03B3-9709231F6B73}"/>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CCD1FF2C-C383-043D-464B-7681930AE8E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693805028"/>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matchingName="10_Stats1 Dark" preserve="1" userDrawn="1">
  <p:cSld name="10_Stats1 Dark">
    <p:spTree>
      <p:nvGrpSpPr>
        <p:cNvPr id="1" name="Shape 601"/>
        <p:cNvGrpSpPr/>
        <p:nvPr/>
      </p:nvGrpSpPr>
      <p:grpSpPr>
        <a:xfrm>
          <a:off x="0" y="0"/>
          <a:ext cx="0" cy="0"/>
          <a:chOff x="0" y="0"/>
          <a:chExt cx="0" cy="0"/>
        </a:xfrm>
      </p:grpSpPr>
      <p:sp>
        <p:nvSpPr>
          <p:cNvPr id="602" name="Google Shape;602;p62"/>
          <p:cNvSpPr/>
          <p:nvPr/>
        </p:nvSpPr>
        <p:spPr>
          <a:xfrm>
            <a:off x="-10700" y="-21400"/>
            <a:ext cx="12202800" cy="6210400"/>
          </a:xfrm>
          <a:prstGeom prst="rect">
            <a:avLst/>
          </a:prstGeom>
          <a:solidFill>
            <a:srgbClr val="00001E"/>
          </a:solidFill>
          <a:ln w="9525" cap="flat" cmpd="sng">
            <a:solidFill>
              <a:srgbClr val="F0F4F8"/>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2" name="Google Shape;597;p61">
            <a:extLst>
              <a:ext uri="{FF2B5EF4-FFF2-40B4-BE49-F238E27FC236}">
                <a16:creationId xmlns:a16="http://schemas.microsoft.com/office/drawing/2014/main" id="{7F7EC486-9F80-AAE5-D3A6-535D8BD66730}"/>
              </a:ext>
            </a:extLst>
          </p:cNvPr>
          <p:cNvSpPr txBox="1">
            <a:spLocks noGrp="1"/>
          </p:cNvSpPr>
          <p:nvPr>
            <p:ph type="subTitle" idx="1"/>
          </p:nvPr>
        </p:nvSpPr>
        <p:spPr>
          <a:xfrm>
            <a:off x="2756667" y="3421500"/>
            <a:ext cx="66786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3" name="Google Shape;598;p61">
            <a:extLst>
              <a:ext uri="{FF2B5EF4-FFF2-40B4-BE49-F238E27FC236}">
                <a16:creationId xmlns:a16="http://schemas.microsoft.com/office/drawing/2014/main" id="{19CD5053-5CF7-1541-C9DE-CCC3E639A1C0}"/>
              </a:ext>
            </a:extLst>
          </p:cNvPr>
          <p:cNvSpPr txBox="1">
            <a:spLocks noGrp="1"/>
          </p:cNvSpPr>
          <p:nvPr>
            <p:ph type="title"/>
          </p:nvPr>
        </p:nvSpPr>
        <p:spPr>
          <a:xfrm>
            <a:off x="2779340" y="1200171"/>
            <a:ext cx="6633408"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9866" b="1">
                <a:solidFill>
                  <a:schemeClr val="bg1"/>
                </a:solidFill>
                <a:latin typeface="DM Sans 14pt" pitchFamily="2"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5" name="Footer Placeholder 3">
            <a:extLst>
              <a:ext uri="{FF2B5EF4-FFF2-40B4-BE49-F238E27FC236}">
                <a16:creationId xmlns:a16="http://schemas.microsoft.com/office/drawing/2014/main" id="{825A2060-5326-8F72-3C29-BBD7FD2F44F1}"/>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6" name="Graphic 5">
            <a:extLst>
              <a:ext uri="{FF2B5EF4-FFF2-40B4-BE49-F238E27FC236}">
                <a16:creationId xmlns:a16="http://schemas.microsoft.com/office/drawing/2014/main" id="{023FD3F4-236F-442D-D3C9-45E8472F1BA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2685411575"/>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matchingName="10_Stats2" preserve="1">
  <p:cSld name="10_Stats2">
    <p:spTree>
      <p:nvGrpSpPr>
        <p:cNvPr id="1" name="Shape 607"/>
        <p:cNvGrpSpPr/>
        <p:nvPr/>
      </p:nvGrpSpPr>
      <p:grpSpPr>
        <a:xfrm>
          <a:off x="0" y="0"/>
          <a:ext cx="0" cy="0"/>
          <a:chOff x="0" y="0"/>
          <a:chExt cx="0" cy="0"/>
        </a:xfrm>
      </p:grpSpPr>
      <p:sp>
        <p:nvSpPr>
          <p:cNvPr id="608" name="Google Shape;608;p63"/>
          <p:cNvSpPr txBox="1">
            <a:spLocks noGrp="1"/>
          </p:cNvSpPr>
          <p:nvPr>
            <p:ph type="subTitle" idx="1"/>
          </p:nvPr>
        </p:nvSpPr>
        <p:spPr>
          <a:xfrm>
            <a:off x="729767" y="3590800"/>
            <a:ext cx="514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09" name="Google Shape;609;p63"/>
          <p:cNvSpPr txBox="1">
            <a:spLocks noGrp="1"/>
          </p:cNvSpPr>
          <p:nvPr>
            <p:ph type="title"/>
          </p:nvPr>
        </p:nvSpPr>
        <p:spPr>
          <a:xfrm>
            <a:off x="747244" y="1369471"/>
            <a:ext cx="5108000"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88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610" name="Google Shape;610;p63"/>
          <p:cNvSpPr txBox="1">
            <a:spLocks noGrp="1"/>
          </p:cNvSpPr>
          <p:nvPr>
            <p:ph type="subTitle" idx="2"/>
          </p:nvPr>
        </p:nvSpPr>
        <p:spPr>
          <a:xfrm>
            <a:off x="6319433" y="3590800"/>
            <a:ext cx="514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1" name="Google Shape;611;p63"/>
          <p:cNvSpPr txBox="1">
            <a:spLocks noGrp="1"/>
          </p:cNvSpPr>
          <p:nvPr>
            <p:ph type="title" idx="3"/>
          </p:nvPr>
        </p:nvSpPr>
        <p:spPr>
          <a:xfrm>
            <a:off x="6336911" y="1369471"/>
            <a:ext cx="5108000" cy="19120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7400"/>
              <a:buFont typeface="JetBrains Mono"/>
              <a:buNone/>
              <a:defRPr sz="8800"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a:defRPr>
            </a:lvl1pPr>
            <a:lvl2pPr lvl="1"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2pPr>
            <a:lvl3pPr lvl="2"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3pPr>
            <a:lvl4pPr lvl="3"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4pPr>
            <a:lvl5pPr lvl="4"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5pPr>
            <a:lvl6pPr lvl="5"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6pPr>
            <a:lvl7pPr lvl="6"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7pPr>
            <a:lvl8pPr lvl="7"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8pPr>
            <a:lvl9pPr lvl="8" rtl="0">
              <a:spcBef>
                <a:spcPts val="0"/>
              </a:spcBef>
              <a:spcAft>
                <a:spcPts val="0"/>
              </a:spcAft>
              <a:buClr>
                <a:schemeClr val="accent2"/>
              </a:buClr>
              <a:buSzPts val="7400"/>
              <a:buFont typeface="JetBrains Mono"/>
              <a:buNone/>
              <a:defRPr sz="9866" b="1">
                <a:solidFill>
                  <a:schemeClr val="accent2"/>
                </a:solidFill>
                <a:latin typeface="JetBrains Mono"/>
                <a:ea typeface="JetBrains Mono"/>
                <a:cs typeface="JetBrains Mono"/>
                <a:sym typeface="JetBrains Mono"/>
              </a:defRPr>
            </a:lvl9pPr>
          </a:lstStyle>
          <a:p>
            <a:endParaRPr/>
          </a:p>
        </p:txBody>
      </p:sp>
      <p:sp>
        <p:nvSpPr>
          <p:cNvPr id="3" name="Footer Placeholder 3">
            <a:extLst>
              <a:ext uri="{FF2B5EF4-FFF2-40B4-BE49-F238E27FC236}">
                <a16:creationId xmlns:a16="http://schemas.microsoft.com/office/drawing/2014/main" id="{2860ADC9-878A-96A9-090D-5B66A9EAD38B}"/>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38BC49DF-DAA4-9596-ECFC-1A6C5D229B5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795913335"/>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matchingName="10_Stats3" preserve="1">
  <p:cSld name="10_Stats3">
    <p:spTree>
      <p:nvGrpSpPr>
        <p:cNvPr id="1" name="Shape 614"/>
        <p:cNvGrpSpPr/>
        <p:nvPr/>
      </p:nvGrpSpPr>
      <p:grpSpPr>
        <a:xfrm>
          <a:off x="0" y="0"/>
          <a:ext cx="0" cy="0"/>
          <a:chOff x="0" y="0"/>
          <a:chExt cx="0" cy="0"/>
        </a:xfrm>
      </p:grpSpPr>
      <p:sp>
        <p:nvSpPr>
          <p:cNvPr id="615" name="Google Shape;615;p64"/>
          <p:cNvSpPr txBox="1">
            <a:spLocks noGrp="1"/>
          </p:cNvSpPr>
          <p:nvPr>
            <p:ph type="subTitle" idx="1"/>
          </p:nvPr>
        </p:nvSpPr>
        <p:spPr>
          <a:xfrm>
            <a:off x="808833"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6" name="Google Shape;616;p64"/>
          <p:cNvSpPr txBox="1">
            <a:spLocks noGrp="1"/>
          </p:cNvSpPr>
          <p:nvPr>
            <p:ph type="title"/>
          </p:nvPr>
        </p:nvSpPr>
        <p:spPr>
          <a:xfrm>
            <a:off x="913033" y="1883200"/>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617" name="Google Shape;617;p64"/>
          <p:cNvSpPr txBox="1">
            <a:spLocks noGrp="1"/>
          </p:cNvSpPr>
          <p:nvPr>
            <p:ph type="subTitle" idx="2"/>
          </p:nvPr>
        </p:nvSpPr>
        <p:spPr>
          <a:xfrm>
            <a:off x="4399600"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18" name="Google Shape;618;p64"/>
          <p:cNvSpPr txBox="1">
            <a:spLocks noGrp="1"/>
          </p:cNvSpPr>
          <p:nvPr>
            <p:ph type="title" idx="3"/>
          </p:nvPr>
        </p:nvSpPr>
        <p:spPr>
          <a:xfrm>
            <a:off x="4503800" y="1883167"/>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619" name="Google Shape;619;p64"/>
          <p:cNvSpPr txBox="1">
            <a:spLocks noGrp="1"/>
          </p:cNvSpPr>
          <p:nvPr>
            <p:ph type="subTitle" idx="4"/>
          </p:nvPr>
        </p:nvSpPr>
        <p:spPr>
          <a:xfrm>
            <a:off x="7990367" y="3369100"/>
            <a:ext cx="3392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800"/>
              <a:buFont typeface="Inter"/>
              <a:buNone/>
              <a:defRPr sz="24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2pPr>
            <a:lvl3pPr lvl="2"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3pPr>
            <a:lvl4pPr lvl="3"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4pPr>
            <a:lvl5pPr lvl="4"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5pPr>
            <a:lvl6pPr lvl="5"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6pPr>
            <a:lvl7pPr lvl="6"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7pPr>
            <a:lvl8pPr lvl="7"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8pPr>
            <a:lvl9pPr lvl="8" algn="ctr" rtl="0">
              <a:spcBef>
                <a:spcPts val="0"/>
              </a:spcBef>
              <a:spcAft>
                <a:spcPts val="0"/>
              </a:spcAft>
              <a:buClr>
                <a:schemeClr val="accent1"/>
              </a:buClr>
              <a:buSzPts val="1800"/>
              <a:buFont typeface="Inter"/>
              <a:buNone/>
              <a:defRPr sz="2400">
                <a:solidFill>
                  <a:schemeClr val="accent1"/>
                </a:solidFill>
                <a:latin typeface="Inter"/>
                <a:ea typeface="Inter"/>
                <a:cs typeface="Inter"/>
                <a:sym typeface="Inter"/>
              </a:defRPr>
            </a:lvl9pPr>
          </a:lstStyle>
          <a:p>
            <a:endParaRPr/>
          </a:p>
        </p:txBody>
      </p:sp>
      <p:sp>
        <p:nvSpPr>
          <p:cNvPr id="620" name="Google Shape;620;p64"/>
          <p:cNvSpPr txBox="1">
            <a:spLocks noGrp="1"/>
          </p:cNvSpPr>
          <p:nvPr>
            <p:ph type="title" idx="5"/>
          </p:nvPr>
        </p:nvSpPr>
        <p:spPr>
          <a:xfrm>
            <a:off x="8094567" y="1883167"/>
            <a:ext cx="3184400" cy="1338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5500"/>
              <a:buFont typeface="JetBrains Mono ExtraBold"/>
              <a:buNone/>
              <a:defRPr sz="58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5500"/>
              <a:buFont typeface="JetBrains Mono ExtraBold"/>
              <a:buNone/>
              <a:defRPr sz="7333">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23C62D13-5400-5FEF-ACED-7C77A17F0039}"/>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43632F0-6379-B484-5AFD-A3397B131D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422160678"/>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matchingName="10_Stats3 Dark" preserve="1">
  <p:cSld name="10_Stats3 Dark">
    <p:spTree>
      <p:nvGrpSpPr>
        <p:cNvPr id="1" name="Shape 623"/>
        <p:cNvGrpSpPr/>
        <p:nvPr/>
      </p:nvGrpSpPr>
      <p:grpSpPr>
        <a:xfrm>
          <a:off x="0" y="0"/>
          <a:ext cx="0" cy="0"/>
          <a:chOff x="0" y="0"/>
          <a:chExt cx="0" cy="0"/>
        </a:xfrm>
      </p:grpSpPr>
      <p:sp>
        <p:nvSpPr>
          <p:cNvPr id="624" name="Google Shape;624;p65"/>
          <p:cNvSpPr/>
          <p:nvPr/>
        </p:nvSpPr>
        <p:spPr>
          <a:xfrm>
            <a:off x="-10700" y="-21400"/>
            <a:ext cx="12202800" cy="6210400"/>
          </a:xfrm>
          <a:prstGeom prst="rect">
            <a:avLst/>
          </a:prstGeom>
          <a:solidFill>
            <a:srgbClr val="00001E"/>
          </a:solidFill>
          <a:ln w="9525" cap="flat" cmpd="sng">
            <a:solidFill>
              <a:srgbClr val="F0F4F8"/>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2489"/>
          </a:p>
        </p:txBody>
      </p:sp>
      <p:sp>
        <p:nvSpPr>
          <p:cNvPr id="625" name="Google Shape;625;p65"/>
          <p:cNvSpPr txBox="1">
            <a:spLocks noGrp="1"/>
          </p:cNvSpPr>
          <p:nvPr>
            <p:ph type="subTitle" idx="1"/>
          </p:nvPr>
        </p:nvSpPr>
        <p:spPr>
          <a:xfrm>
            <a:off x="1365667"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26" name="Google Shape;626;p65"/>
          <p:cNvSpPr txBox="1">
            <a:spLocks noGrp="1"/>
          </p:cNvSpPr>
          <p:nvPr>
            <p:ph type="title"/>
          </p:nvPr>
        </p:nvSpPr>
        <p:spPr>
          <a:xfrm>
            <a:off x="1129867"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627" name="Google Shape;627;p65"/>
          <p:cNvSpPr txBox="1">
            <a:spLocks noGrp="1"/>
          </p:cNvSpPr>
          <p:nvPr>
            <p:ph type="subTitle" idx="2"/>
          </p:nvPr>
        </p:nvSpPr>
        <p:spPr>
          <a:xfrm>
            <a:off x="4855900"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28" name="Google Shape;628;p65"/>
          <p:cNvSpPr txBox="1">
            <a:spLocks noGrp="1"/>
          </p:cNvSpPr>
          <p:nvPr>
            <p:ph type="title" idx="3"/>
          </p:nvPr>
        </p:nvSpPr>
        <p:spPr>
          <a:xfrm>
            <a:off x="4620100"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629" name="Google Shape;629;p65"/>
          <p:cNvSpPr txBox="1">
            <a:spLocks noGrp="1"/>
          </p:cNvSpPr>
          <p:nvPr>
            <p:ph type="subTitle" idx="4"/>
          </p:nvPr>
        </p:nvSpPr>
        <p:spPr>
          <a:xfrm>
            <a:off x="8346133" y="3495167"/>
            <a:ext cx="2458800" cy="1220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1"/>
              </a:buClr>
              <a:buSzPts val="1400"/>
              <a:buFont typeface="Inter"/>
              <a:buNone/>
              <a:defRPr>
                <a:solidFill>
                  <a:schemeClr val="lt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gn="ctr" rtl="0">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630" name="Google Shape;630;p65"/>
          <p:cNvSpPr txBox="1">
            <a:spLocks noGrp="1"/>
          </p:cNvSpPr>
          <p:nvPr>
            <p:ph type="title" idx="5"/>
          </p:nvPr>
        </p:nvSpPr>
        <p:spPr>
          <a:xfrm>
            <a:off x="8110333" y="2142433"/>
            <a:ext cx="2930400" cy="1043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rgbClr val="0099FF"/>
              </a:buClr>
              <a:buSzPts val="4500"/>
              <a:buFont typeface="JetBrains Mono ExtraBold"/>
              <a:buNone/>
              <a:defRPr sz="6000">
                <a:solidFill>
                  <a:srgbClr val="0099FF"/>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500"/>
              <a:buFont typeface="JetBrains Mono ExtraBold"/>
              <a:buNone/>
              <a:defRPr sz="6000">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C3DADE86-FA0D-6C14-78CF-DF12F3CDAE24}"/>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4" name="Graphic 3">
            <a:extLst>
              <a:ext uri="{FF2B5EF4-FFF2-40B4-BE49-F238E27FC236}">
                <a16:creationId xmlns:a16="http://schemas.microsoft.com/office/drawing/2014/main" id="{ED82803E-6BF4-7D69-A703-2CC83B69D66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987852034"/>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matchingName="10_Stats4" preserve="1">
  <p:cSld name="10_Stats4">
    <p:spTree>
      <p:nvGrpSpPr>
        <p:cNvPr id="1" name="Shape 633"/>
        <p:cNvGrpSpPr/>
        <p:nvPr/>
      </p:nvGrpSpPr>
      <p:grpSpPr>
        <a:xfrm>
          <a:off x="0" y="0"/>
          <a:ext cx="0" cy="0"/>
          <a:chOff x="0" y="0"/>
          <a:chExt cx="0" cy="0"/>
        </a:xfrm>
      </p:grpSpPr>
      <p:sp>
        <p:nvSpPr>
          <p:cNvPr id="634" name="Google Shape;634;p66"/>
          <p:cNvSpPr txBox="1">
            <a:spLocks noGrp="1"/>
          </p:cNvSpPr>
          <p:nvPr>
            <p:ph type="subTitle" idx="1"/>
          </p:nvPr>
        </p:nvSpPr>
        <p:spPr>
          <a:xfrm>
            <a:off x="574151"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5" name="Google Shape;635;p66"/>
          <p:cNvSpPr txBox="1">
            <a:spLocks noGrp="1"/>
          </p:cNvSpPr>
          <p:nvPr>
            <p:ph type="title"/>
          </p:nvPr>
        </p:nvSpPr>
        <p:spPr>
          <a:xfrm>
            <a:off x="674751"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36" name="Google Shape;636;p66"/>
          <p:cNvSpPr txBox="1">
            <a:spLocks noGrp="1"/>
          </p:cNvSpPr>
          <p:nvPr>
            <p:ph type="subTitle" idx="2"/>
          </p:nvPr>
        </p:nvSpPr>
        <p:spPr>
          <a:xfrm>
            <a:off x="3356384"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7" name="Google Shape;637;p66"/>
          <p:cNvSpPr txBox="1">
            <a:spLocks noGrp="1"/>
          </p:cNvSpPr>
          <p:nvPr>
            <p:ph type="title" idx="3"/>
          </p:nvPr>
        </p:nvSpPr>
        <p:spPr>
          <a:xfrm>
            <a:off x="3456984"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38" name="Google Shape;638;p66"/>
          <p:cNvSpPr txBox="1">
            <a:spLocks noGrp="1"/>
          </p:cNvSpPr>
          <p:nvPr>
            <p:ph type="subTitle" idx="4"/>
          </p:nvPr>
        </p:nvSpPr>
        <p:spPr>
          <a:xfrm>
            <a:off x="6239217"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39" name="Google Shape;639;p66"/>
          <p:cNvSpPr txBox="1">
            <a:spLocks noGrp="1"/>
          </p:cNvSpPr>
          <p:nvPr>
            <p:ph type="title" idx="5"/>
          </p:nvPr>
        </p:nvSpPr>
        <p:spPr>
          <a:xfrm>
            <a:off x="6339817"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640" name="Google Shape;640;p66"/>
          <p:cNvSpPr txBox="1">
            <a:spLocks noGrp="1"/>
          </p:cNvSpPr>
          <p:nvPr>
            <p:ph type="subTitle" idx="6"/>
          </p:nvPr>
        </p:nvSpPr>
        <p:spPr>
          <a:xfrm>
            <a:off x="9222651" y="3389633"/>
            <a:ext cx="2395200" cy="9144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algn="ctr"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1" name="Google Shape;641;p66"/>
          <p:cNvSpPr txBox="1">
            <a:spLocks noGrp="1"/>
          </p:cNvSpPr>
          <p:nvPr>
            <p:ph type="title" idx="7"/>
          </p:nvPr>
        </p:nvSpPr>
        <p:spPr>
          <a:xfrm>
            <a:off x="9323251" y="2197367"/>
            <a:ext cx="2194000" cy="9144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Clr>
                <a:schemeClr val="accent2"/>
              </a:buClr>
              <a:buSzPts val="4400"/>
              <a:buFont typeface="JetBrains Mono ExtraBold"/>
              <a:buNone/>
              <a:defRPr sz="4267" b="1">
                <a:solidFill>
                  <a:schemeClr val="accent2"/>
                </a:solidFill>
                <a:latin typeface="Bebas Neue" panose="020B0606020202050201" pitchFamily="34" charset="77"/>
                <a:ea typeface="Open Sans Extrabold" panose="020B0606030504020204" pitchFamily="34" charset="0"/>
                <a:cs typeface="Open Sans Extrabold" panose="020B0606030504020204" pitchFamily="34" charset="0"/>
                <a:sym typeface="JetBrains Mono ExtraBold"/>
              </a:defRPr>
            </a:lvl1pPr>
            <a:lvl2pPr lvl="1"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4400"/>
              <a:buFont typeface="JetBrains Mono ExtraBold"/>
              <a:buNone/>
              <a:defRPr sz="5867">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E34013E3-634D-6BAA-5209-4150751F42DD}"/>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CDADC9AF-F4AE-15CF-0647-3BD3DEE4084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410850971"/>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matchingName="10_Stats4 1" preserve="1">
  <p:cSld name="10_Stats4 1">
    <p:spTree>
      <p:nvGrpSpPr>
        <p:cNvPr id="1" name="Shape 644"/>
        <p:cNvGrpSpPr/>
        <p:nvPr/>
      </p:nvGrpSpPr>
      <p:grpSpPr>
        <a:xfrm>
          <a:off x="0" y="0"/>
          <a:ext cx="0" cy="0"/>
          <a:chOff x="0" y="0"/>
          <a:chExt cx="0" cy="0"/>
        </a:xfrm>
      </p:grpSpPr>
      <p:sp>
        <p:nvSpPr>
          <p:cNvPr id="645" name="Google Shape;645;p67"/>
          <p:cNvSpPr txBox="1">
            <a:spLocks noGrp="1"/>
          </p:cNvSpPr>
          <p:nvPr>
            <p:ph type="subTitle" idx="1"/>
          </p:nvPr>
        </p:nvSpPr>
        <p:spPr>
          <a:xfrm>
            <a:off x="1263747" y="1947300"/>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6" name="Google Shape;646;p67"/>
          <p:cNvSpPr txBox="1">
            <a:spLocks noGrp="1"/>
          </p:cNvSpPr>
          <p:nvPr>
            <p:ph type="title"/>
          </p:nvPr>
        </p:nvSpPr>
        <p:spPr>
          <a:xfrm>
            <a:off x="1263733" y="1128033"/>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47" name="Google Shape;647;p67"/>
          <p:cNvSpPr txBox="1">
            <a:spLocks noGrp="1"/>
          </p:cNvSpPr>
          <p:nvPr>
            <p:ph type="subTitle" idx="2"/>
          </p:nvPr>
        </p:nvSpPr>
        <p:spPr>
          <a:xfrm>
            <a:off x="6574480" y="1947300"/>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48" name="Google Shape;648;p67"/>
          <p:cNvSpPr txBox="1">
            <a:spLocks noGrp="1"/>
          </p:cNvSpPr>
          <p:nvPr>
            <p:ph type="title" idx="3"/>
          </p:nvPr>
        </p:nvSpPr>
        <p:spPr>
          <a:xfrm>
            <a:off x="6574467" y="1128033"/>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49" name="Google Shape;649;p67"/>
          <p:cNvSpPr txBox="1">
            <a:spLocks noGrp="1"/>
          </p:cNvSpPr>
          <p:nvPr>
            <p:ph type="subTitle" idx="4"/>
          </p:nvPr>
        </p:nvSpPr>
        <p:spPr>
          <a:xfrm>
            <a:off x="1263747" y="4695933"/>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50" name="Google Shape;650;p67"/>
          <p:cNvSpPr txBox="1">
            <a:spLocks noGrp="1"/>
          </p:cNvSpPr>
          <p:nvPr>
            <p:ph type="title" idx="5"/>
          </p:nvPr>
        </p:nvSpPr>
        <p:spPr>
          <a:xfrm>
            <a:off x="1263733" y="3876667"/>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651" name="Google Shape;651;p67"/>
          <p:cNvSpPr txBox="1">
            <a:spLocks noGrp="1"/>
          </p:cNvSpPr>
          <p:nvPr>
            <p:ph type="subTitle" idx="6"/>
          </p:nvPr>
        </p:nvSpPr>
        <p:spPr>
          <a:xfrm>
            <a:off x="6574480" y="4695933"/>
            <a:ext cx="4385200" cy="12572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1"/>
              </a:buClr>
              <a:buSzPts val="1400"/>
              <a:buFont typeface="Inter"/>
              <a:buNone/>
              <a:defRPr>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2pPr>
            <a:lvl3pPr lvl="2"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3pPr>
            <a:lvl4pPr lvl="3"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4pPr>
            <a:lvl5pPr lvl="4"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5pPr>
            <a:lvl6pPr lvl="5"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6pPr>
            <a:lvl7pPr lvl="6"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7pPr>
            <a:lvl8pPr lvl="7"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8pPr>
            <a:lvl9pPr lvl="8" rtl="0">
              <a:spcBef>
                <a:spcPts val="0"/>
              </a:spcBef>
              <a:spcAft>
                <a:spcPts val="0"/>
              </a:spcAft>
              <a:buClr>
                <a:schemeClr val="accent1"/>
              </a:buClr>
              <a:buSzPts val="1400"/>
              <a:buFont typeface="Inter"/>
              <a:buNone/>
              <a:defRPr>
                <a:solidFill>
                  <a:schemeClr val="accent1"/>
                </a:solidFill>
                <a:latin typeface="Inter"/>
                <a:ea typeface="Inter"/>
                <a:cs typeface="Inter"/>
                <a:sym typeface="Inter"/>
              </a:defRPr>
            </a:lvl9pPr>
          </a:lstStyle>
          <a:p>
            <a:endParaRPr/>
          </a:p>
        </p:txBody>
      </p:sp>
      <p:sp>
        <p:nvSpPr>
          <p:cNvPr id="652" name="Google Shape;652;p67"/>
          <p:cNvSpPr txBox="1">
            <a:spLocks noGrp="1"/>
          </p:cNvSpPr>
          <p:nvPr>
            <p:ph type="title" idx="7"/>
          </p:nvPr>
        </p:nvSpPr>
        <p:spPr>
          <a:xfrm>
            <a:off x="6574467" y="3876667"/>
            <a:ext cx="2194000" cy="626000"/>
          </a:xfrm>
          <a:prstGeom prst="rect">
            <a:avLst/>
          </a:prstGeom>
          <a:noFill/>
          <a:ln>
            <a:noFill/>
          </a:ln>
        </p:spPr>
        <p:txBody>
          <a:bodyPr spcFirstLastPara="1" wrap="square" lIns="0" tIns="0" rIns="0" bIns="0" anchor="b" anchorCtr="0">
            <a:noAutofit/>
          </a:bodyPr>
          <a:lstStyle>
            <a:lvl1pPr lvl="0" rtl="0">
              <a:spcBef>
                <a:spcPts val="0"/>
              </a:spcBef>
              <a:spcAft>
                <a:spcPts val="0"/>
              </a:spcAft>
              <a:buClr>
                <a:schemeClr val="accent2"/>
              </a:buClr>
              <a:buSzPts val="3600"/>
              <a:buFont typeface="JetBrains Mono ExtraBold"/>
              <a:buNone/>
              <a:defRPr sz="4267">
                <a:solidFill>
                  <a:schemeClr val="accent2"/>
                </a:solidFill>
                <a:latin typeface="Bebas Neue" panose="020B0606020202050201" pitchFamily="34" charset="77"/>
                <a:ea typeface="Open Sans" panose="020B0606030504020204" pitchFamily="34" charset="0"/>
                <a:cs typeface="Open Sans" panose="020B0606030504020204" pitchFamily="34" charset="0"/>
                <a:sym typeface="JetBrains Mono ExtraBold"/>
              </a:defRPr>
            </a:lvl1pPr>
            <a:lvl2pPr lvl="1"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2pPr>
            <a:lvl3pPr lvl="2"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3pPr>
            <a:lvl4pPr lvl="3"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4pPr>
            <a:lvl5pPr lvl="4"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5pPr>
            <a:lvl6pPr lvl="5"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6pPr>
            <a:lvl7pPr lvl="6"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7pPr>
            <a:lvl8pPr lvl="7"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8pPr>
            <a:lvl9pPr lvl="8" rtl="0">
              <a:spcBef>
                <a:spcPts val="0"/>
              </a:spcBef>
              <a:spcAft>
                <a:spcPts val="0"/>
              </a:spcAft>
              <a:buClr>
                <a:schemeClr val="accent2"/>
              </a:buClr>
              <a:buSzPts val="3600"/>
              <a:buFont typeface="JetBrains Mono ExtraBold"/>
              <a:buNone/>
              <a:defRPr sz="4800">
                <a:solidFill>
                  <a:schemeClr val="accent2"/>
                </a:solidFill>
                <a:latin typeface="JetBrains Mono ExtraBold"/>
                <a:ea typeface="JetBrains Mono ExtraBold"/>
                <a:cs typeface="JetBrains Mono ExtraBold"/>
                <a:sym typeface="JetBrains Mono ExtraBold"/>
              </a:defRPr>
            </a:lvl9pPr>
          </a:lstStyle>
          <a:p>
            <a:endParaRPr/>
          </a:p>
        </p:txBody>
      </p:sp>
      <p:sp>
        <p:nvSpPr>
          <p:cNvPr id="3" name="Footer Placeholder 3">
            <a:extLst>
              <a:ext uri="{FF2B5EF4-FFF2-40B4-BE49-F238E27FC236}">
                <a16:creationId xmlns:a16="http://schemas.microsoft.com/office/drawing/2014/main" id="{FC1CDD13-A8FC-784D-EA6F-379A9033631E}"/>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57635EAD-2071-4221-D602-6FA8F7E504B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55564894"/>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matchingName="05_NewHiresSlide" preserve="1">
  <p:cSld name="05_NewHiresSlide">
    <p:spTree>
      <p:nvGrpSpPr>
        <p:cNvPr id="1" name="Shape 655"/>
        <p:cNvGrpSpPr/>
        <p:nvPr/>
      </p:nvGrpSpPr>
      <p:grpSpPr>
        <a:xfrm>
          <a:off x="0" y="0"/>
          <a:ext cx="0" cy="0"/>
          <a:chOff x="0" y="0"/>
          <a:chExt cx="0" cy="0"/>
        </a:xfrm>
      </p:grpSpPr>
      <p:sp>
        <p:nvSpPr>
          <p:cNvPr id="656" name="Google Shape;656;p68"/>
          <p:cNvSpPr>
            <a:spLocks noGrp="1"/>
          </p:cNvSpPr>
          <p:nvPr>
            <p:ph type="pic" idx="2"/>
          </p:nvPr>
        </p:nvSpPr>
        <p:spPr>
          <a:xfrm>
            <a:off x="438867"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57" name="Google Shape;657;p68"/>
          <p:cNvSpPr txBox="1">
            <a:spLocks noGrp="1"/>
          </p:cNvSpPr>
          <p:nvPr>
            <p:ph type="title"/>
          </p:nvPr>
        </p:nvSpPr>
        <p:spPr>
          <a:xfrm>
            <a:off x="438871" y="457200"/>
            <a:ext cx="6987600" cy="638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2pPr>
            <a:lvl3pPr lvl="2"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3pPr>
            <a:lvl4pPr lvl="3"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4pPr>
            <a:lvl5pPr lvl="4"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5pPr>
            <a:lvl6pPr lvl="5"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6pPr>
            <a:lvl7pPr lvl="6"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7pPr>
            <a:lvl8pPr lvl="7"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8pPr>
            <a:lvl9pPr lvl="8" rtl="0">
              <a:spcBef>
                <a:spcPts val="0"/>
              </a:spcBef>
              <a:spcAft>
                <a:spcPts val="0"/>
              </a:spcAft>
              <a:buClr>
                <a:schemeClr val="lt2"/>
              </a:buClr>
              <a:buSzPts val="500"/>
              <a:buFont typeface="Inter"/>
              <a:buNone/>
              <a:defRPr sz="667">
                <a:solidFill>
                  <a:schemeClr val="lt2"/>
                </a:solidFill>
                <a:latin typeface="Inter"/>
                <a:ea typeface="Inter"/>
                <a:cs typeface="Inter"/>
                <a:sym typeface="Inter"/>
              </a:defRPr>
            </a:lvl9pPr>
          </a:lstStyle>
          <a:p>
            <a:endParaRPr/>
          </a:p>
        </p:txBody>
      </p:sp>
      <p:sp>
        <p:nvSpPr>
          <p:cNvPr id="658" name="Google Shape;658;p68"/>
          <p:cNvSpPr txBox="1">
            <a:spLocks noGrp="1"/>
          </p:cNvSpPr>
          <p:nvPr>
            <p:ph type="subTitle" idx="1"/>
          </p:nvPr>
        </p:nvSpPr>
        <p:spPr>
          <a:xfrm>
            <a:off x="438871"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59" name="Google Shape;659;p68"/>
          <p:cNvSpPr txBox="1">
            <a:spLocks noGrp="1"/>
          </p:cNvSpPr>
          <p:nvPr>
            <p:ph type="subTitle" idx="3"/>
          </p:nvPr>
        </p:nvSpPr>
        <p:spPr>
          <a:xfrm>
            <a:off x="2454577"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0" name="Google Shape;660;p68"/>
          <p:cNvSpPr txBox="1">
            <a:spLocks noGrp="1"/>
          </p:cNvSpPr>
          <p:nvPr>
            <p:ph type="subTitle" idx="4"/>
          </p:nvPr>
        </p:nvSpPr>
        <p:spPr>
          <a:xfrm>
            <a:off x="4470284"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1" name="Google Shape;661;p68"/>
          <p:cNvSpPr txBox="1">
            <a:spLocks noGrp="1"/>
          </p:cNvSpPr>
          <p:nvPr>
            <p:ph type="subTitle" idx="5"/>
          </p:nvPr>
        </p:nvSpPr>
        <p:spPr>
          <a:xfrm>
            <a:off x="6485992"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2" name="Google Shape;662;p68"/>
          <p:cNvSpPr txBox="1">
            <a:spLocks noGrp="1"/>
          </p:cNvSpPr>
          <p:nvPr>
            <p:ph type="subTitle" idx="6"/>
          </p:nvPr>
        </p:nvSpPr>
        <p:spPr>
          <a:xfrm>
            <a:off x="8501699"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3" name="Google Shape;663;p68"/>
          <p:cNvSpPr txBox="1">
            <a:spLocks noGrp="1"/>
          </p:cNvSpPr>
          <p:nvPr>
            <p:ph type="subTitle" idx="7"/>
          </p:nvPr>
        </p:nvSpPr>
        <p:spPr>
          <a:xfrm>
            <a:off x="10517405" y="29814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64" name="Google Shape;664;p68"/>
          <p:cNvSpPr>
            <a:spLocks noGrp="1"/>
          </p:cNvSpPr>
          <p:nvPr>
            <p:ph type="pic" idx="8"/>
          </p:nvPr>
        </p:nvSpPr>
        <p:spPr>
          <a:xfrm>
            <a:off x="2454600"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5" name="Google Shape;665;p68"/>
          <p:cNvSpPr>
            <a:spLocks noGrp="1"/>
          </p:cNvSpPr>
          <p:nvPr>
            <p:ph type="pic" idx="9"/>
          </p:nvPr>
        </p:nvSpPr>
        <p:spPr>
          <a:xfrm>
            <a:off x="4470333"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6" name="Google Shape;666;p68"/>
          <p:cNvSpPr>
            <a:spLocks noGrp="1"/>
          </p:cNvSpPr>
          <p:nvPr>
            <p:ph type="pic" idx="13"/>
          </p:nvPr>
        </p:nvSpPr>
        <p:spPr>
          <a:xfrm>
            <a:off x="6486067"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7" name="Google Shape;667;p68"/>
          <p:cNvSpPr>
            <a:spLocks noGrp="1"/>
          </p:cNvSpPr>
          <p:nvPr>
            <p:ph type="pic" idx="14"/>
          </p:nvPr>
        </p:nvSpPr>
        <p:spPr>
          <a:xfrm>
            <a:off x="8501800"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8" name="Google Shape;668;p68"/>
          <p:cNvSpPr>
            <a:spLocks noGrp="1"/>
          </p:cNvSpPr>
          <p:nvPr>
            <p:ph type="pic" idx="15"/>
          </p:nvPr>
        </p:nvSpPr>
        <p:spPr>
          <a:xfrm>
            <a:off x="10517533" y="16294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69" name="Google Shape;669;p68"/>
          <p:cNvSpPr>
            <a:spLocks noGrp="1"/>
          </p:cNvSpPr>
          <p:nvPr>
            <p:ph type="pic" idx="16"/>
          </p:nvPr>
        </p:nvSpPr>
        <p:spPr>
          <a:xfrm>
            <a:off x="438867"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0" name="Google Shape;670;p68"/>
          <p:cNvSpPr txBox="1">
            <a:spLocks noGrp="1"/>
          </p:cNvSpPr>
          <p:nvPr>
            <p:ph type="subTitle" idx="17"/>
          </p:nvPr>
        </p:nvSpPr>
        <p:spPr>
          <a:xfrm>
            <a:off x="438871"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1" name="Google Shape;671;p68"/>
          <p:cNvSpPr txBox="1">
            <a:spLocks noGrp="1"/>
          </p:cNvSpPr>
          <p:nvPr>
            <p:ph type="subTitle" idx="18"/>
          </p:nvPr>
        </p:nvSpPr>
        <p:spPr>
          <a:xfrm>
            <a:off x="2454577"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2" name="Google Shape;672;p68"/>
          <p:cNvSpPr txBox="1">
            <a:spLocks noGrp="1"/>
          </p:cNvSpPr>
          <p:nvPr>
            <p:ph type="subTitle" idx="19"/>
          </p:nvPr>
        </p:nvSpPr>
        <p:spPr>
          <a:xfrm>
            <a:off x="4470284"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3" name="Google Shape;673;p68"/>
          <p:cNvSpPr txBox="1">
            <a:spLocks noGrp="1"/>
          </p:cNvSpPr>
          <p:nvPr>
            <p:ph type="subTitle" idx="20"/>
          </p:nvPr>
        </p:nvSpPr>
        <p:spPr>
          <a:xfrm>
            <a:off x="6485992"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4" name="Google Shape;674;p68"/>
          <p:cNvSpPr txBox="1">
            <a:spLocks noGrp="1"/>
          </p:cNvSpPr>
          <p:nvPr>
            <p:ph type="subTitle" idx="21"/>
          </p:nvPr>
        </p:nvSpPr>
        <p:spPr>
          <a:xfrm>
            <a:off x="8501699"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5" name="Google Shape;675;p68"/>
          <p:cNvSpPr txBox="1">
            <a:spLocks noGrp="1"/>
          </p:cNvSpPr>
          <p:nvPr>
            <p:ph type="subTitle" idx="22"/>
          </p:nvPr>
        </p:nvSpPr>
        <p:spPr>
          <a:xfrm>
            <a:off x="10517405" y="5243788"/>
            <a:ext cx="1235600" cy="3760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Clr>
                <a:schemeClr val="lt2"/>
              </a:buClr>
              <a:buSzPts val="900"/>
              <a:buFont typeface="Inter"/>
              <a:buNone/>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lvl="1"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a:solidFill>
                  <a:schemeClr val="lt2"/>
                </a:solidFill>
                <a:latin typeface="Inter"/>
                <a:ea typeface="Inter"/>
                <a:cs typeface="Inter"/>
                <a:sym typeface="Inter"/>
              </a:defRPr>
            </a:lvl9pPr>
          </a:lstStyle>
          <a:p>
            <a:endParaRPr/>
          </a:p>
        </p:txBody>
      </p:sp>
      <p:sp>
        <p:nvSpPr>
          <p:cNvPr id="676" name="Google Shape;676;p68"/>
          <p:cNvSpPr>
            <a:spLocks noGrp="1"/>
          </p:cNvSpPr>
          <p:nvPr>
            <p:ph type="pic" idx="23"/>
          </p:nvPr>
        </p:nvSpPr>
        <p:spPr>
          <a:xfrm>
            <a:off x="2454600"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7" name="Google Shape;677;p68"/>
          <p:cNvSpPr>
            <a:spLocks noGrp="1"/>
          </p:cNvSpPr>
          <p:nvPr>
            <p:ph type="pic" idx="24"/>
          </p:nvPr>
        </p:nvSpPr>
        <p:spPr>
          <a:xfrm>
            <a:off x="4470333"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8" name="Google Shape;678;p68"/>
          <p:cNvSpPr>
            <a:spLocks noGrp="1"/>
          </p:cNvSpPr>
          <p:nvPr>
            <p:ph type="pic" idx="25"/>
          </p:nvPr>
        </p:nvSpPr>
        <p:spPr>
          <a:xfrm>
            <a:off x="6486067"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79" name="Google Shape;679;p68"/>
          <p:cNvSpPr>
            <a:spLocks noGrp="1"/>
          </p:cNvSpPr>
          <p:nvPr>
            <p:ph type="pic" idx="26"/>
          </p:nvPr>
        </p:nvSpPr>
        <p:spPr>
          <a:xfrm>
            <a:off x="8501800"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80" name="Google Shape;680;p68"/>
          <p:cNvSpPr>
            <a:spLocks noGrp="1"/>
          </p:cNvSpPr>
          <p:nvPr>
            <p:ph type="pic" idx="27"/>
          </p:nvPr>
        </p:nvSpPr>
        <p:spPr>
          <a:xfrm>
            <a:off x="10517533" y="3891733"/>
            <a:ext cx="1235600" cy="1235600"/>
          </a:xfrm>
          <a:prstGeom prst="roundRect">
            <a:avLst>
              <a:gd name="adj" fmla="val 6361"/>
            </a:avLst>
          </a:prstGeom>
          <a:noFill/>
          <a:ln w="9525" cap="flat" cmpd="sng">
            <a:solidFill>
              <a:schemeClr val="accent2"/>
            </a:solidFill>
            <a:prstDash val="solid"/>
            <a:round/>
            <a:headEnd type="none" w="sm" len="sm"/>
            <a:tailEnd type="none" w="sm" len="sm"/>
          </a:ln>
        </p:spPr>
        <p:txBody>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3" name="Footer Placeholder 3">
            <a:extLst>
              <a:ext uri="{FF2B5EF4-FFF2-40B4-BE49-F238E27FC236}">
                <a16:creationId xmlns:a16="http://schemas.microsoft.com/office/drawing/2014/main" id="{B5065A95-2D95-99EF-0A4C-DC4EC73C898F}"/>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312AF775-A03C-1FBE-3909-4DA983CB03D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805475757"/>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matchingName="02_AgendaLight2" preserve="1">
  <p:cSld name="02_AgendaLight2">
    <p:bg>
      <p:bgPr>
        <a:solidFill>
          <a:schemeClr val="tx2"/>
        </a:solidFill>
        <a:effectLst/>
      </p:bgPr>
    </p:bg>
    <p:spTree>
      <p:nvGrpSpPr>
        <p:cNvPr id="1" name="Shape 683"/>
        <p:cNvGrpSpPr/>
        <p:nvPr/>
      </p:nvGrpSpPr>
      <p:grpSpPr>
        <a:xfrm>
          <a:off x="0" y="0"/>
          <a:ext cx="0" cy="0"/>
          <a:chOff x="0" y="0"/>
          <a:chExt cx="0" cy="0"/>
        </a:xfrm>
      </p:grpSpPr>
      <p:sp>
        <p:nvSpPr>
          <p:cNvPr id="684" name="Google Shape;684;p69"/>
          <p:cNvSpPr txBox="1">
            <a:spLocks noGrp="1"/>
          </p:cNvSpPr>
          <p:nvPr>
            <p:ph type="title"/>
          </p:nvPr>
        </p:nvSpPr>
        <p:spPr>
          <a:xfrm>
            <a:off x="438867" y="2414800"/>
            <a:ext cx="4472400" cy="984885"/>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4800"/>
              <a:buFont typeface="Inter"/>
              <a:buNone/>
              <a:defRPr sz="64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2pPr>
            <a:lvl3pPr lvl="2"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3pPr>
            <a:lvl4pPr lvl="3"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4pPr>
            <a:lvl5pPr lvl="4"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5pPr>
            <a:lvl6pPr lvl="5"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6pPr>
            <a:lvl7pPr lvl="6"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7pPr>
            <a:lvl8pPr lvl="7"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8pPr>
            <a:lvl9pPr lvl="8" rtl="0">
              <a:spcBef>
                <a:spcPts val="0"/>
              </a:spcBef>
              <a:spcAft>
                <a:spcPts val="0"/>
              </a:spcAft>
              <a:buClr>
                <a:schemeClr val="lt2"/>
              </a:buClr>
              <a:buSzPts val="4800"/>
              <a:buFont typeface="Inter"/>
              <a:buNone/>
              <a:defRPr sz="6400">
                <a:solidFill>
                  <a:schemeClr val="lt2"/>
                </a:solidFill>
                <a:latin typeface="Inter"/>
                <a:ea typeface="Inter"/>
                <a:cs typeface="Inter"/>
                <a:sym typeface="Inter"/>
              </a:defRPr>
            </a:lvl9pPr>
          </a:lstStyle>
          <a:p>
            <a:endParaRPr/>
          </a:p>
        </p:txBody>
      </p:sp>
      <p:sp>
        <p:nvSpPr>
          <p:cNvPr id="685" name="Google Shape;685;p69"/>
          <p:cNvSpPr txBox="1">
            <a:spLocks noGrp="1"/>
          </p:cNvSpPr>
          <p:nvPr>
            <p:ph type="body" idx="1"/>
          </p:nvPr>
        </p:nvSpPr>
        <p:spPr>
          <a:xfrm>
            <a:off x="6561933" y="971800"/>
            <a:ext cx="4242800" cy="4914400"/>
          </a:xfrm>
          <a:prstGeom prst="rect">
            <a:avLst/>
          </a:prstGeom>
          <a:noFill/>
          <a:ln>
            <a:noFill/>
          </a:ln>
        </p:spPr>
        <p:txBody>
          <a:bodyPr spcFirstLastPara="1" wrap="square" lIns="34275" tIns="34275" rIns="34275" bIns="34275" anchor="t" anchorCtr="0">
            <a:noAutofit/>
          </a:bodyPr>
          <a:lstStyle>
            <a:lvl1pPr marL="7938" lvl="0" indent="0" rtl="0">
              <a:lnSpc>
                <a:spcPct val="200000"/>
              </a:lnSpc>
              <a:spcBef>
                <a:spcPts val="0"/>
              </a:spcBef>
              <a:spcAft>
                <a:spcPts val="0"/>
              </a:spcAft>
              <a:buClrTx/>
              <a:buSzPct val="110000"/>
              <a:buFont typeface="Inter"/>
              <a:buNone/>
              <a:tabLst/>
              <a:defRPr sz="1733" b="1">
                <a:solidFill>
                  <a:schemeClr val="tx1"/>
                </a:solidFill>
                <a:latin typeface="Inter"/>
                <a:ea typeface="Inter"/>
                <a:cs typeface="Inter"/>
                <a:sym typeface="Inter"/>
              </a:defRPr>
            </a:lvl1pPr>
            <a:lvl2pPr marL="1219170" lvl="1"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2pPr>
            <a:lvl3pPr marL="1828754" lvl="2"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3pPr>
            <a:lvl4pPr marL="2438339" lvl="3" indent="-414856" rtl="0">
              <a:lnSpc>
                <a:spcPct val="200000"/>
              </a:lnSpc>
              <a:spcBef>
                <a:spcPts val="0"/>
              </a:spcBef>
              <a:spcAft>
                <a:spcPts val="0"/>
              </a:spcAft>
              <a:buClr>
                <a:schemeClr val="lt2"/>
              </a:buClr>
              <a:buSzPts val="1300"/>
              <a:buFont typeface="Inter"/>
              <a:buAutoNum type="arabicPeriod"/>
              <a:defRPr sz="1733">
                <a:solidFill>
                  <a:schemeClr val="lt2"/>
                </a:solidFill>
                <a:latin typeface="Inter"/>
                <a:ea typeface="Inter"/>
                <a:cs typeface="Inter"/>
                <a:sym typeface="Inter"/>
              </a:defRPr>
            </a:lvl4pPr>
            <a:lvl5pPr marL="3047924" lvl="4"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5pPr>
            <a:lvl6pPr marL="3657509" lvl="5"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6pPr>
            <a:lvl7pPr marL="4267093" lvl="6" indent="-414856" rtl="0">
              <a:lnSpc>
                <a:spcPct val="200000"/>
              </a:lnSpc>
              <a:spcBef>
                <a:spcPts val="0"/>
              </a:spcBef>
              <a:spcAft>
                <a:spcPts val="0"/>
              </a:spcAft>
              <a:buClr>
                <a:schemeClr val="lt2"/>
              </a:buClr>
              <a:buSzPts val="1300"/>
              <a:buFont typeface="Inter"/>
              <a:buAutoNum type="arabicPeriod"/>
              <a:defRPr sz="1733">
                <a:solidFill>
                  <a:schemeClr val="lt2"/>
                </a:solidFill>
                <a:latin typeface="Inter"/>
                <a:ea typeface="Inter"/>
                <a:cs typeface="Inter"/>
                <a:sym typeface="Inter"/>
              </a:defRPr>
            </a:lvl7pPr>
            <a:lvl8pPr marL="4876678" lvl="7" indent="-414856" rtl="0">
              <a:lnSpc>
                <a:spcPct val="200000"/>
              </a:lnSpc>
              <a:spcBef>
                <a:spcPts val="0"/>
              </a:spcBef>
              <a:spcAft>
                <a:spcPts val="0"/>
              </a:spcAft>
              <a:buClr>
                <a:schemeClr val="lt2"/>
              </a:buClr>
              <a:buSzPts val="1300"/>
              <a:buFont typeface="Inter"/>
              <a:buAutoNum type="alphaLcPeriod"/>
              <a:defRPr sz="1733">
                <a:solidFill>
                  <a:schemeClr val="lt2"/>
                </a:solidFill>
                <a:latin typeface="Inter"/>
                <a:ea typeface="Inter"/>
                <a:cs typeface="Inter"/>
                <a:sym typeface="Inter"/>
              </a:defRPr>
            </a:lvl8pPr>
            <a:lvl9pPr marL="5486263" lvl="8" indent="-414856" rtl="0">
              <a:lnSpc>
                <a:spcPct val="200000"/>
              </a:lnSpc>
              <a:spcBef>
                <a:spcPts val="0"/>
              </a:spcBef>
              <a:spcAft>
                <a:spcPts val="0"/>
              </a:spcAft>
              <a:buClr>
                <a:schemeClr val="lt2"/>
              </a:buClr>
              <a:buSzPts val="1300"/>
              <a:buFont typeface="Inter"/>
              <a:buAutoNum type="romanLcPeriod"/>
              <a:defRPr sz="1733">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E4F25EA0-A0CE-1ED3-B543-4400122B7176}"/>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07C1097D-40AE-8ED9-8E7F-8B1C91C935D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1782778178"/>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matchingName="02_AgendaLight1" preserve="1">
  <p:cSld name="02_AgendaLight1">
    <p:spTree>
      <p:nvGrpSpPr>
        <p:cNvPr id="1" name="Shape 688"/>
        <p:cNvGrpSpPr/>
        <p:nvPr/>
      </p:nvGrpSpPr>
      <p:grpSpPr>
        <a:xfrm>
          <a:off x="0" y="0"/>
          <a:ext cx="0" cy="0"/>
          <a:chOff x="0" y="0"/>
          <a:chExt cx="0" cy="0"/>
        </a:xfrm>
      </p:grpSpPr>
      <p:sp>
        <p:nvSpPr>
          <p:cNvPr id="689" name="Google Shape;689;p70"/>
          <p:cNvSpPr/>
          <p:nvPr/>
        </p:nvSpPr>
        <p:spPr>
          <a:xfrm>
            <a:off x="3973033" y="0"/>
            <a:ext cx="8218800" cy="6858000"/>
          </a:xfrm>
          <a:prstGeom prst="rect">
            <a:avLst/>
          </a:prstGeom>
          <a:solidFill>
            <a:schemeClr val="tx2"/>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sz="667">
              <a:latin typeface="Inter"/>
              <a:ea typeface="Inter"/>
              <a:cs typeface="Inter"/>
              <a:sym typeface="Inter"/>
            </a:endParaRPr>
          </a:p>
        </p:txBody>
      </p:sp>
      <p:sp>
        <p:nvSpPr>
          <p:cNvPr id="690" name="Google Shape;690;p70"/>
          <p:cNvSpPr txBox="1">
            <a:spLocks noGrp="1"/>
          </p:cNvSpPr>
          <p:nvPr>
            <p:ph type="title"/>
          </p:nvPr>
        </p:nvSpPr>
        <p:spPr>
          <a:xfrm>
            <a:off x="438867" y="457200"/>
            <a:ext cx="3224800" cy="738664"/>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2700"/>
              <a:buFont typeface="Inter"/>
              <a:buNone/>
              <a:defRPr sz="4800" b="0">
                <a:solidFill>
                  <a:schemeClr val="tx1"/>
                </a:solidFill>
                <a:latin typeface="Bebas Neue" panose="020B0606020202050201" pitchFamily="34" charset="77"/>
                <a:ea typeface="Inter"/>
                <a:cs typeface="Bebas Neue" panose="020B0606020202050201" pitchFamily="34" charset="77"/>
                <a:sym typeface="Inter"/>
              </a:defRPr>
            </a:lvl1pPr>
            <a:lvl2pPr lvl="1"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a:solidFill>
                  <a:schemeClr val="lt2"/>
                </a:solidFill>
                <a:latin typeface="Inter"/>
                <a:ea typeface="Inter"/>
                <a:cs typeface="Inter"/>
                <a:sym typeface="Inter"/>
              </a:defRPr>
            </a:lvl9pPr>
          </a:lstStyle>
          <a:p>
            <a:endParaRPr/>
          </a:p>
        </p:txBody>
      </p:sp>
      <p:sp>
        <p:nvSpPr>
          <p:cNvPr id="691" name="Google Shape;691;p70"/>
          <p:cNvSpPr txBox="1">
            <a:spLocks noGrp="1"/>
          </p:cNvSpPr>
          <p:nvPr>
            <p:ph type="body" idx="1"/>
          </p:nvPr>
        </p:nvSpPr>
        <p:spPr>
          <a:xfrm>
            <a:off x="438867" y="1943100"/>
            <a:ext cx="3144800" cy="3846800"/>
          </a:xfrm>
          <a:prstGeom prst="rect">
            <a:avLst/>
          </a:prstGeom>
          <a:noFill/>
          <a:ln>
            <a:noFill/>
          </a:ln>
        </p:spPr>
        <p:txBody>
          <a:bodyPr spcFirstLastPara="1" wrap="square" lIns="0" tIns="0" rIns="0" bIns="0" anchor="t" anchorCtr="0">
            <a:noAutofit/>
          </a:bodyPr>
          <a:lstStyle>
            <a:lvl1pPr marL="7938" lvl="0" indent="0" rtl="0">
              <a:spcBef>
                <a:spcPts val="0"/>
              </a:spcBef>
              <a:spcAft>
                <a:spcPts val="0"/>
              </a:spcAft>
              <a:buClrTx/>
              <a:buSzPct val="110000"/>
              <a:buFont typeface="Arial" panose="020B0604020202020204" pitchFamily="34" charset="0"/>
              <a:buNone/>
              <a:tabLst/>
              <a:defRPr sz="1733">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2pPr>
            <a:lvl3pPr marL="1828754" lvl="2"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3pPr>
            <a:lvl4pPr marL="2438339" lvl="3"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4pPr>
            <a:lvl5pPr marL="3047924" lvl="4"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5pPr>
            <a:lvl6pPr marL="3657509" lvl="5"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6pPr>
            <a:lvl7pPr marL="4267093" lvl="6"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7pPr>
            <a:lvl8pPr marL="4876678" lvl="7"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8pPr>
            <a:lvl9pPr marL="5486263" lvl="8" indent="-414856" rtl="0">
              <a:spcBef>
                <a:spcPts val="0"/>
              </a:spcBef>
              <a:spcAft>
                <a:spcPts val="0"/>
              </a:spcAft>
              <a:buClr>
                <a:schemeClr val="lt2"/>
              </a:buClr>
              <a:buSzPts val="1300"/>
              <a:buFont typeface="Inter"/>
              <a:buChar char="■"/>
              <a:defRPr sz="1733">
                <a:solidFill>
                  <a:schemeClr val="lt2"/>
                </a:solidFill>
                <a:latin typeface="Inter"/>
                <a:ea typeface="Inter"/>
                <a:cs typeface="Inter"/>
                <a:sym typeface="Inter"/>
              </a:defRPr>
            </a:lvl9pPr>
          </a:lstStyle>
          <a:p>
            <a:endParaRPr/>
          </a:p>
        </p:txBody>
      </p:sp>
      <p:sp>
        <p:nvSpPr>
          <p:cNvPr id="692" name="Google Shape;692;p70"/>
          <p:cNvSpPr txBox="1">
            <a:spLocks noGrp="1"/>
          </p:cNvSpPr>
          <p:nvPr>
            <p:ph type="body" idx="2"/>
          </p:nvPr>
        </p:nvSpPr>
        <p:spPr>
          <a:xfrm>
            <a:off x="5812837" y="765512"/>
            <a:ext cx="4539200" cy="5121200"/>
          </a:xfrm>
          <a:prstGeom prst="rect">
            <a:avLst/>
          </a:prstGeom>
          <a:noFill/>
          <a:ln>
            <a:noFill/>
          </a:ln>
        </p:spPr>
        <p:txBody>
          <a:bodyPr spcFirstLastPara="1" wrap="square" lIns="34275" tIns="34275" rIns="34275" bIns="34275" anchor="t" anchorCtr="0">
            <a:noAutofit/>
          </a:bodyPr>
          <a:lstStyle>
            <a:lvl1pPr marL="7938" lvl="0" indent="0" rtl="0">
              <a:lnSpc>
                <a:spcPct val="200000"/>
              </a:lnSpc>
              <a:spcBef>
                <a:spcPts val="0"/>
              </a:spcBef>
              <a:spcAft>
                <a:spcPts val="0"/>
              </a:spcAft>
              <a:buClrTx/>
              <a:buSzPct val="110000"/>
              <a:buFont typeface="+mj-lt"/>
              <a:buNone/>
              <a:tabLst/>
              <a:defRPr sz="2400">
                <a:solidFill>
                  <a:schemeClr val="tx1"/>
                </a:solidFill>
                <a:latin typeface="DM Sans 14pt" pitchFamily="2" charset="77"/>
                <a:ea typeface="Open Sans" panose="020B0606030504020204" pitchFamily="34" charset="0"/>
                <a:cs typeface="Open Sans" panose="020B0606030504020204" pitchFamily="34" charset="0"/>
                <a:sym typeface="Inter"/>
              </a:defRPr>
            </a:lvl1pPr>
            <a:lvl2pPr marL="1219170" lvl="1"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2pPr>
            <a:lvl3pPr marL="1828754" lvl="2"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3pPr>
            <a:lvl4pPr marL="2438339" lvl="3" indent="-457189" rtl="0">
              <a:lnSpc>
                <a:spcPct val="200000"/>
              </a:lnSpc>
              <a:spcBef>
                <a:spcPts val="0"/>
              </a:spcBef>
              <a:spcAft>
                <a:spcPts val="0"/>
              </a:spcAft>
              <a:buClr>
                <a:schemeClr val="lt2"/>
              </a:buClr>
              <a:buSzPts val="1800"/>
              <a:buFont typeface="Inter"/>
              <a:buAutoNum type="arabicPeriod"/>
              <a:defRPr sz="2400">
                <a:solidFill>
                  <a:schemeClr val="lt2"/>
                </a:solidFill>
                <a:latin typeface="Inter"/>
                <a:ea typeface="Inter"/>
                <a:cs typeface="Inter"/>
                <a:sym typeface="Inter"/>
              </a:defRPr>
            </a:lvl4pPr>
            <a:lvl5pPr marL="3047924" lvl="4"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5pPr>
            <a:lvl6pPr marL="3657509" lvl="5"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6pPr>
            <a:lvl7pPr marL="4267093" lvl="6" indent="-457189" rtl="0">
              <a:lnSpc>
                <a:spcPct val="200000"/>
              </a:lnSpc>
              <a:spcBef>
                <a:spcPts val="0"/>
              </a:spcBef>
              <a:spcAft>
                <a:spcPts val="0"/>
              </a:spcAft>
              <a:buClr>
                <a:schemeClr val="lt2"/>
              </a:buClr>
              <a:buSzPts val="1800"/>
              <a:buFont typeface="Inter"/>
              <a:buAutoNum type="arabicPeriod"/>
              <a:defRPr sz="2400">
                <a:solidFill>
                  <a:schemeClr val="lt2"/>
                </a:solidFill>
                <a:latin typeface="Inter"/>
                <a:ea typeface="Inter"/>
                <a:cs typeface="Inter"/>
                <a:sym typeface="Inter"/>
              </a:defRPr>
            </a:lvl7pPr>
            <a:lvl8pPr marL="4876678" lvl="7" indent="-457189" rtl="0">
              <a:lnSpc>
                <a:spcPct val="200000"/>
              </a:lnSpc>
              <a:spcBef>
                <a:spcPts val="0"/>
              </a:spcBef>
              <a:spcAft>
                <a:spcPts val="0"/>
              </a:spcAft>
              <a:buClr>
                <a:schemeClr val="lt2"/>
              </a:buClr>
              <a:buSzPts val="1800"/>
              <a:buFont typeface="Inter"/>
              <a:buAutoNum type="alphaLcPeriod"/>
              <a:defRPr sz="2400">
                <a:solidFill>
                  <a:schemeClr val="lt2"/>
                </a:solidFill>
                <a:latin typeface="Inter"/>
                <a:ea typeface="Inter"/>
                <a:cs typeface="Inter"/>
                <a:sym typeface="Inter"/>
              </a:defRPr>
            </a:lvl8pPr>
            <a:lvl9pPr marL="5486263" lvl="8" indent="-457189" rtl="0">
              <a:lnSpc>
                <a:spcPct val="200000"/>
              </a:lnSpc>
              <a:spcBef>
                <a:spcPts val="0"/>
              </a:spcBef>
              <a:spcAft>
                <a:spcPts val="0"/>
              </a:spcAft>
              <a:buClr>
                <a:schemeClr val="lt2"/>
              </a:buClr>
              <a:buSzPts val="1800"/>
              <a:buFont typeface="Inter"/>
              <a:buAutoNum type="romanLcPeriod"/>
              <a:defRPr sz="2400">
                <a:solidFill>
                  <a:schemeClr val="lt2"/>
                </a:solidFill>
                <a:latin typeface="Inter"/>
                <a:ea typeface="Inter"/>
                <a:cs typeface="Inter"/>
                <a:sym typeface="Inter"/>
              </a:defRPr>
            </a:lvl9pPr>
          </a:lstStyle>
          <a:p>
            <a:endParaRPr/>
          </a:p>
        </p:txBody>
      </p:sp>
      <p:sp>
        <p:nvSpPr>
          <p:cNvPr id="3" name="Footer Placeholder 3">
            <a:extLst>
              <a:ext uri="{FF2B5EF4-FFF2-40B4-BE49-F238E27FC236}">
                <a16:creationId xmlns:a16="http://schemas.microsoft.com/office/drawing/2014/main" id="{9424E1C3-8295-44A1-FBB4-018756753447}"/>
              </a:ext>
            </a:extLst>
          </p:cNvPr>
          <p:cNvSpPr txBox="1">
            <a:spLocks/>
          </p:cNvSpPr>
          <p:nvPr userDrawn="1"/>
        </p:nvSpPr>
        <p:spPr>
          <a:xfrm>
            <a:off x="9591164" y="6405790"/>
            <a:ext cx="233843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933" b="0" i="0" err="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Itential</a:t>
            </a:r>
            <a:r>
              <a:rPr lang="en-US" sz="933"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Confidential and Proprietary </a:t>
            </a:r>
          </a:p>
        </p:txBody>
      </p:sp>
      <p:pic>
        <p:nvPicPr>
          <p:cNvPr id="5" name="Graphic 4">
            <a:extLst>
              <a:ext uri="{FF2B5EF4-FFF2-40B4-BE49-F238E27FC236}">
                <a16:creationId xmlns:a16="http://schemas.microsoft.com/office/drawing/2014/main" id="{15F84E7F-2CAB-8762-9BC7-57BE8CF5131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38869" y="6348549"/>
            <a:ext cx="1190297" cy="355592"/>
          </a:xfrm>
          <a:prstGeom prst="rect">
            <a:avLst/>
          </a:prstGeom>
        </p:spPr>
      </p:pic>
    </p:spTree>
    <p:extLst>
      <p:ext uri="{BB962C8B-B14F-4D97-AF65-F5344CB8AC3E}">
        <p14:creationId xmlns:p14="http://schemas.microsoft.com/office/powerpoint/2010/main" val="365222570"/>
      </p:ext>
    </p:extLst>
  </p:cSld>
  <p:clrMapOvr>
    <a:masterClrMapping/>
  </p:clrMapOvr>
  <p:extLst>
    <p:ext uri="{DCECCB84-F9BA-43D5-87BE-67443E8EF086}">
      <p15:sldGuideLst xmlns:p15="http://schemas.microsoft.com/office/powerpoint/2012/main">
        <p15:guide id="1" pos="3360">
          <p15:clr>
            <a:schemeClr val="accent6"/>
          </p15:clr>
        </p15:guide>
        <p15:guide id="2" pos="4323">
          <p15:clr>
            <a:schemeClr val="accent6"/>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matchingName="13_CustomerCaseStudy" preserve="1">
  <p:cSld name="13_CustomerCaseStudy">
    <p:spTree>
      <p:nvGrpSpPr>
        <p:cNvPr id="1" name="Shape 695"/>
        <p:cNvGrpSpPr/>
        <p:nvPr/>
      </p:nvGrpSpPr>
      <p:grpSpPr>
        <a:xfrm>
          <a:off x="0" y="0"/>
          <a:ext cx="0" cy="0"/>
          <a:chOff x="0" y="0"/>
          <a:chExt cx="0" cy="0"/>
        </a:xfrm>
      </p:grpSpPr>
      <p:sp>
        <p:nvSpPr>
          <p:cNvPr id="696" name="Google Shape;696;p71"/>
          <p:cNvSpPr/>
          <p:nvPr/>
        </p:nvSpPr>
        <p:spPr>
          <a:xfrm>
            <a:off x="3648300" y="2812100"/>
            <a:ext cx="4264800" cy="4046000"/>
          </a:xfrm>
          <a:prstGeom prst="rect">
            <a:avLst/>
          </a:prstGeom>
          <a:no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7" name="Google Shape;697;p71"/>
          <p:cNvSpPr/>
          <p:nvPr/>
        </p:nvSpPr>
        <p:spPr>
          <a:xfrm>
            <a:off x="7915300" y="2812100"/>
            <a:ext cx="4295200" cy="4046000"/>
          </a:xfrm>
          <a:prstGeom prst="rect">
            <a:avLst/>
          </a:prstGeom>
          <a:no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8" name="Google Shape;698;p71"/>
          <p:cNvSpPr/>
          <p:nvPr/>
        </p:nvSpPr>
        <p:spPr>
          <a:xfrm>
            <a:off x="7911636" y="5498188"/>
            <a:ext cx="4295200" cy="1360000"/>
          </a:xfrm>
          <a:prstGeom prst="rect">
            <a:avLst/>
          </a:prstGeom>
          <a:solidFill>
            <a:srgbClr val="F0F4F8"/>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99" name="Google Shape;699;p71"/>
          <p:cNvCxnSpPr/>
          <p:nvPr/>
        </p:nvCxnSpPr>
        <p:spPr>
          <a:xfrm>
            <a:off x="7911636" y="6105088"/>
            <a:ext cx="4295200" cy="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700" name="Google Shape;700;p71"/>
          <p:cNvCxnSpPr/>
          <p:nvPr/>
        </p:nvCxnSpPr>
        <p:spPr>
          <a:xfrm>
            <a:off x="10047668" y="6106737"/>
            <a:ext cx="0" cy="74840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701" name="Google Shape;701;p71"/>
          <p:cNvCxnSpPr/>
          <p:nvPr/>
        </p:nvCxnSpPr>
        <p:spPr>
          <a:xfrm>
            <a:off x="7911636" y="5498188"/>
            <a:ext cx="4295200" cy="0"/>
          </a:xfrm>
          <a:prstGeom prst="straightConnector1">
            <a:avLst/>
          </a:prstGeom>
          <a:noFill/>
          <a:ln w="9525" cap="flat" cmpd="sng">
            <a:solidFill>
              <a:schemeClr val="bg1">
                <a:lumMod val="75000"/>
              </a:schemeClr>
            </a:solidFill>
            <a:prstDash val="solid"/>
            <a:round/>
            <a:headEnd type="none" w="med" len="med"/>
            <a:tailEnd type="none" w="med" len="med"/>
          </a:ln>
        </p:spPr>
      </p:cxnSp>
      <p:sp>
        <p:nvSpPr>
          <p:cNvPr id="702" name="Google Shape;702;p71"/>
          <p:cNvSpPr/>
          <p:nvPr/>
        </p:nvSpPr>
        <p:spPr>
          <a:xfrm>
            <a:off x="3648300" y="67"/>
            <a:ext cx="4264800" cy="2812000"/>
          </a:xfrm>
          <a:prstGeom prst="rect">
            <a:avLst/>
          </a:prstGeom>
          <a:solidFill>
            <a:schemeClr val="tx1"/>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667">
              <a:solidFill>
                <a:srgbClr val="0099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03" name="Google Shape;703;p71"/>
          <p:cNvSpPr/>
          <p:nvPr/>
        </p:nvSpPr>
        <p:spPr>
          <a:xfrm>
            <a:off x="7911633" y="67"/>
            <a:ext cx="4295200" cy="2812000"/>
          </a:xfrm>
          <a:prstGeom prst="rect">
            <a:avLst/>
          </a:prstGeom>
          <a:solidFill>
            <a:schemeClr val="accent1"/>
          </a:solidFill>
          <a:ln w="9525" cap="flat" cmpd="sng">
            <a:solidFill>
              <a:schemeClr val="bg1">
                <a:lumMod val="75000"/>
              </a:schemeClr>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sz="2489">
              <a:latin typeface="Open Sans" panose="020B0606030504020204" pitchFamily="34" charset="0"/>
              <a:ea typeface="Open Sans" panose="020B0606030504020204" pitchFamily="34" charset="0"/>
              <a:cs typeface="Open Sans" panose="020B0606030504020204" pitchFamily="34" charset="0"/>
            </a:endParaRPr>
          </a:p>
        </p:txBody>
      </p:sp>
      <p:sp>
        <p:nvSpPr>
          <p:cNvPr id="704" name="Google Shape;704;p71"/>
          <p:cNvSpPr txBox="1">
            <a:spLocks noGrp="1"/>
          </p:cNvSpPr>
          <p:nvPr>
            <p:ph type="title"/>
          </p:nvPr>
        </p:nvSpPr>
        <p:spPr>
          <a:xfrm>
            <a:off x="3914900" y="255526"/>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1300"/>
              <a:buFont typeface="Inter"/>
              <a:buNone/>
              <a:defRPr sz="18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705" name="Google Shape;705;p71"/>
          <p:cNvSpPr txBox="1">
            <a:spLocks noGrp="1"/>
          </p:cNvSpPr>
          <p:nvPr>
            <p:ph type="body" idx="1"/>
          </p:nvPr>
        </p:nvSpPr>
        <p:spPr>
          <a:xfrm>
            <a:off x="3914900" y="723837"/>
            <a:ext cx="3639200" cy="1808000"/>
          </a:xfrm>
          <a:prstGeom prst="rect">
            <a:avLst/>
          </a:prstGeom>
          <a:noFill/>
          <a:ln>
            <a:noFill/>
          </a:ln>
        </p:spPr>
        <p:txBody>
          <a:bodyPr spcFirstLastPara="1" wrap="square" lIns="34275" tIns="34275" rIns="34275" bIns="34275" anchor="t" anchorCtr="0">
            <a:noAutofit/>
          </a:bodyPr>
          <a:lstStyle>
            <a:lvl1pPr marL="7938" lvl="0" indent="-7938" rtl="0">
              <a:lnSpc>
                <a:spcPct val="115000"/>
              </a:lnSpc>
              <a:spcBef>
                <a:spcPts val="0"/>
              </a:spcBef>
              <a:spcAft>
                <a:spcPts val="0"/>
              </a:spcAft>
              <a:buClr>
                <a:schemeClr val="lt1"/>
              </a:buClr>
              <a:buSzPts val="1000"/>
              <a:buFont typeface="Inter Medium"/>
              <a:buNone/>
              <a:tabLst/>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Medium"/>
              </a:defRPr>
            </a:lvl1pPr>
            <a:lvl2pPr marL="1219170" lvl="1"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2pPr>
            <a:lvl3pPr marL="1828754" lvl="2"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3pPr>
            <a:lvl4pPr marL="2438339" lvl="3"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4pPr>
            <a:lvl5pPr marL="3047924" lvl="4"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5pPr>
            <a:lvl6pPr marL="3657509" lvl="5"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6pPr>
            <a:lvl7pPr marL="4267093" lvl="6"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7pPr>
            <a:lvl8pPr marL="4876678" lvl="7"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8pPr>
            <a:lvl9pPr marL="5486263" lvl="8"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9pPr>
          </a:lstStyle>
          <a:p>
            <a:endParaRPr/>
          </a:p>
        </p:txBody>
      </p:sp>
      <p:sp>
        <p:nvSpPr>
          <p:cNvPr id="706" name="Google Shape;706;p71"/>
          <p:cNvSpPr txBox="1">
            <a:spLocks noGrp="1"/>
          </p:cNvSpPr>
          <p:nvPr>
            <p:ph type="title" idx="2"/>
          </p:nvPr>
        </p:nvSpPr>
        <p:spPr>
          <a:xfrm>
            <a:off x="8202449" y="255526"/>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1300"/>
              <a:buFont typeface="Inter"/>
              <a:buNone/>
              <a:defRPr sz="1800" b="1">
                <a:solidFill>
                  <a:schemeClr val="lt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2pPr>
            <a:lvl3pPr lvl="2"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3pPr>
            <a:lvl4pPr lvl="3"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4pPr>
            <a:lvl5pPr lvl="4"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5pPr>
            <a:lvl6pPr lvl="5"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6pPr>
            <a:lvl7pPr lvl="6"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7pPr>
            <a:lvl8pPr lvl="7"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8pPr>
            <a:lvl9pPr lvl="8" rtl="0">
              <a:spcBef>
                <a:spcPts val="0"/>
              </a:spcBef>
              <a:spcAft>
                <a:spcPts val="0"/>
              </a:spcAft>
              <a:buClr>
                <a:schemeClr val="lt1"/>
              </a:buClr>
              <a:buSzPts val="2700"/>
              <a:buFont typeface="Inter"/>
              <a:buNone/>
              <a:defRPr sz="3600" b="1">
                <a:solidFill>
                  <a:schemeClr val="lt1"/>
                </a:solidFill>
                <a:latin typeface="Inter"/>
                <a:ea typeface="Inter"/>
                <a:cs typeface="Inter"/>
                <a:sym typeface="Inter"/>
              </a:defRPr>
            </a:lvl9pPr>
          </a:lstStyle>
          <a:p>
            <a:endParaRPr/>
          </a:p>
        </p:txBody>
      </p:sp>
      <p:sp>
        <p:nvSpPr>
          <p:cNvPr id="707" name="Google Shape;707;p71"/>
          <p:cNvSpPr txBox="1">
            <a:spLocks noGrp="1"/>
          </p:cNvSpPr>
          <p:nvPr>
            <p:ph type="body" idx="3"/>
          </p:nvPr>
        </p:nvSpPr>
        <p:spPr>
          <a:xfrm>
            <a:off x="8202449" y="723837"/>
            <a:ext cx="3639200" cy="18080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lt1"/>
              </a:buClr>
              <a:buSzPts val="1000"/>
              <a:buFont typeface="Inter Medium"/>
              <a:buNone/>
              <a:tabLst/>
              <a:defRPr sz="1333">
                <a:solidFill>
                  <a:schemeClr val="lt1"/>
                </a:solidFill>
                <a:latin typeface="Open Sans" panose="020B0606030504020204" pitchFamily="34" charset="0"/>
                <a:ea typeface="Open Sans" panose="020B0606030504020204" pitchFamily="34" charset="0"/>
                <a:cs typeface="Open Sans" panose="020B0606030504020204" pitchFamily="34" charset="0"/>
                <a:sym typeface="Inter Medium"/>
              </a:defRPr>
            </a:lvl1pPr>
            <a:lvl2pPr marL="1219170" lvl="1"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2pPr>
            <a:lvl3pPr marL="1828754" lvl="2"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3pPr>
            <a:lvl4pPr marL="2438339" lvl="3"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4pPr>
            <a:lvl5pPr marL="3047924" lvl="4"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5pPr>
            <a:lvl6pPr marL="3657509" lvl="5"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6pPr>
            <a:lvl7pPr marL="4267093" lvl="6" indent="-389457" rtl="0">
              <a:lnSpc>
                <a:spcPct val="115000"/>
              </a:lnSpc>
              <a:spcBef>
                <a:spcPts val="0"/>
              </a:spcBef>
              <a:spcAft>
                <a:spcPts val="0"/>
              </a:spcAft>
              <a:buClr>
                <a:schemeClr val="lt1"/>
              </a:buClr>
              <a:buSzPts val="1000"/>
              <a:buFont typeface="Inter Medium"/>
              <a:buAutoNum type="arabicPeriod"/>
              <a:defRPr sz="1333">
                <a:solidFill>
                  <a:schemeClr val="lt1"/>
                </a:solidFill>
                <a:latin typeface="Inter Medium"/>
                <a:ea typeface="Inter Medium"/>
                <a:cs typeface="Inter Medium"/>
                <a:sym typeface="Inter Medium"/>
              </a:defRPr>
            </a:lvl7pPr>
            <a:lvl8pPr marL="4876678" lvl="7" indent="-389457" rtl="0">
              <a:lnSpc>
                <a:spcPct val="115000"/>
              </a:lnSpc>
              <a:spcBef>
                <a:spcPts val="0"/>
              </a:spcBef>
              <a:spcAft>
                <a:spcPts val="0"/>
              </a:spcAft>
              <a:buClr>
                <a:schemeClr val="lt1"/>
              </a:buClr>
              <a:buSzPts val="1000"/>
              <a:buFont typeface="Inter Medium"/>
              <a:buAutoNum type="alphaLcPeriod"/>
              <a:defRPr sz="1333">
                <a:solidFill>
                  <a:schemeClr val="lt1"/>
                </a:solidFill>
                <a:latin typeface="Inter Medium"/>
                <a:ea typeface="Inter Medium"/>
                <a:cs typeface="Inter Medium"/>
                <a:sym typeface="Inter Medium"/>
              </a:defRPr>
            </a:lvl8pPr>
            <a:lvl9pPr marL="5486263" lvl="8" indent="-389457" rtl="0">
              <a:lnSpc>
                <a:spcPct val="115000"/>
              </a:lnSpc>
              <a:spcBef>
                <a:spcPts val="0"/>
              </a:spcBef>
              <a:spcAft>
                <a:spcPts val="0"/>
              </a:spcAft>
              <a:buClr>
                <a:schemeClr val="lt1"/>
              </a:buClr>
              <a:buSzPts val="1000"/>
              <a:buFont typeface="Inter Medium"/>
              <a:buAutoNum type="romanLcPeriod"/>
              <a:defRPr sz="1333">
                <a:solidFill>
                  <a:schemeClr val="lt1"/>
                </a:solidFill>
                <a:latin typeface="Inter Medium"/>
                <a:ea typeface="Inter Medium"/>
                <a:cs typeface="Inter Medium"/>
                <a:sym typeface="Inter Medium"/>
              </a:defRPr>
            </a:lvl9pPr>
          </a:lstStyle>
          <a:p>
            <a:endParaRPr/>
          </a:p>
        </p:txBody>
      </p:sp>
      <p:sp>
        <p:nvSpPr>
          <p:cNvPr id="708" name="Google Shape;708;p71"/>
          <p:cNvSpPr txBox="1">
            <a:spLocks noGrp="1"/>
          </p:cNvSpPr>
          <p:nvPr>
            <p:ph type="body" idx="4"/>
          </p:nvPr>
        </p:nvSpPr>
        <p:spPr>
          <a:xfrm>
            <a:off x="3914900" y="3611263"/>
            <a:ext cx="3449600" cy="25628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dk1"/>
              </a:buClr>
              <a:buSzPts val="1100"/>
              <a:buFont typeface="Inter"/>
              <a:buNone/>
              <a:tabLst/>
              <a:defRPr sz="1467">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2pPr>
            <a:lvl3pPr marL="1828754" lvl="2"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3pPr>
            <a:lvl4pPr marL="2438339" lvl="3" indent="-397923" rtl="0">
              <a:lnSpc>
                <a:spcPct val="115000"/>
              </a:lnSpc>
              <a:spcBef>
                <a:spcPts val="0"/>
              </a:spcBef>
              <a:spcAft>
                <a:spcPts val="0"/>
              </a:spcAft>
              <a:buClr>
                <a:schemeClr val="dk1"/>
              </a:buClr>
              <a:buSzPts val="1100"/>
              <a:buFont typeface="Inter"/>
              <a:buAutoNum type="arabicPeriod"/>
              <a:defRPr sz="1467">
                <a:solidFill>
                  <a:schemeClr val="dk1"/>
                </a:solidFill>
                <a:latin typeface="Inter"/>
                <a:ea typeface="Inter"/>
                <a:cs typeface="Inter"/>
                <a:sym typeface="Inter"/>
              </a:defRPr>
            </a:lvl4pPr>
            <a:lvl5pPr marL="3047924" lvl="4"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5pPr>
            <a:lvl6pPr marL="3657509" lvl="5"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6pPr>
            <a:lvl7pPr marL="4267093" lvl="6" indent="-397923" rtl="0">
              <a:lnSpc>
                <a:spcPct val="115000"/>
              </a:lnSpc>
              <a:spcBef>
                <a:spcPts val="0"/>
              </a:spcBef>
              <a:spcAft>
                <a:spcPts val="0"/>
              </a:spcAft>
              <a:buClr>
                <a:schemeClr val="dk1"/>
              </a:buClr>
              <a:buSzPts val="1100"/>
              <a:buFont typeface="Inter"/>
              <a:buAutoNum type="arabicPeriod"/>
              <a:defRPr sz="1467">
                <a:solidFill>
                  <a:schemeClr val="dk1"/>
                </a:solidFill>
                <a:latin typeface="Inter"/>
                <a:ea typeface="Inter"/>
                <a:cs typeface="Inter"/>
                <a:sym typeface="Inter"/>
              </a:defRPr>
            </a:lvl7pPr>
            <a:lvl8pPr marL="4876678" lvl="7" indent="-397923" rtl="0">
              <a:lnSpc>
                <a:spcPct val="115000"/>
              </a:lnSpc>
              <a:spcBef>
                <a:spcPts val="0"/>
              </a:spcBef>
              <a:spcAft>
                <a:spcPts val="0"/>
              </a:spcAft>
              <a:buClr>
                <a:schemeClr val="dk1"/>
              </a:buClr>
              <a:buSzPts val="1100"/>
              <a:buFont typeface="Inter"/>
              <a:buAutoNum type="alphaLcPeriod"/>
              <a:defRPr sz="1467">
                <a:solidFill>
                  <a:schemeClr val="dk1"/>
                </a:solidFill>
                <a:latin typeface="Inter"/>
                <a:ea typeface="Inter"/>
                <a:cs typeface="Inter"/>
                <a:sym typeface="Inter"/>
              </a:defRPr>
            </a:lvl8pPr>
            <a:lvl9pPr marL="5486263" lvl="8" indent="-397923" rtl="0">
              <a:lnSpc>
                <a:spcPct val="115000"/>
              </a:lnSpc>
              <a:spcBef>
                <a:spcPts val="0"/>
              </a:spcBef>
              <a:spcAft>
                <a:spcPts val="0"/>
              </a:spcAft>
              <a:buClr>
                <a:schemeClr val="dk1"/>
              </a:buClr>
              <a:buSzPts val="1100"/>
              <a:buFont typeface="Inter"/>
              <a:buAutoNum type="romanLcPeriod"/>
              <a:defRPr sz="1467">
                <a:solidFill>
                  <a:schemeClr val="dk1"/>
                </a:solidFill>
                <a:latin typeface="Inter"/>
                <a:ea typeface="Inter"/>
                <a:cs typeface="Inter"/>
                <a:sym typeface="Inter"/>
              </a:defRPr>
            </a:lvl9pPr>
          </a:lstStyle>
          <a:p>
            <a:endParaRPr/>
          </a:p>
        </p:txBody>
      </p:sp>
      <p:sp>
        <p:nvSpPr>
          <p:cNvPr id="709" name="Google Shape;709;p71"/>
          <p:cNvSpPr txBox="1">
            <a:spLocks noGrp="1"/>
          </p:cNvSpPr>
          <p:nvPr>
            <p:ph type="body" idx="5"/>
          </p:nvPr>
        </p:nvSpPr>
        <p:spPr>
          <a:xfrm>
            <a:off x="8202449" y="3563763"/>
            <a:ext cx="3639200" cy="1548800"/>
          </a:xfrm>
          <a:prstGeom prst="rect">
            <a:avLst/>
          </a:prstGeom>
          <a:noFill/>
          <a:ln>
            <a:noFill/>
          </a:ln>
        </p:spPr>
        <p:txBody>
          <a:bodyPr spcFirstLastPara="1" wrap="square" lIns="34275" tIns="34275" rIns="34275" bIns="34275" anchor="t" anchorCtr="0">
            <a:noAutofit/>
          </a:bodyPr>
          <a:lstStyle>
            <a:lvl1pPr marL="7938" lvl="0" indent="0" rtl="0">
              <a:lnSpc>
                <a:spcPct val="115000"/>
              </a:lnSpc>
              <a:spcBef>
                <a:spcPts val="0"/>
              </a:spcBef>
              <a:spcAft>
                <a:spcPts val="0"/>
              </a:spcAft>
              <a:buClr>
                <a:schemeClr val="dk1"/>
              </a:buClr>
              <a:buSzPct val="120000"/>
              <a:buFont typeface="Arial" panose="020B0604020202020204" pitchFamily="34" charset="0"/>
              <a:buNone/>
              <a:tabLst/>
              <a:defRPr sz="1200">
                <a:solidFill>
                  <a:schemeClr val="tx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lvl="1"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2pPr>
            <a:lvl3pPr marL="1828754" lvl="2"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3pPr>
            <a:lvl4pPr marL="2438339" lvl="3"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4pPr>
            <a:lvl5pPr marL="3047924" lvl="4"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5pPr>
            <a:lvl6pPr marL="3657509" lvl="5"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6pPr>
            <a:lvl7pPr marL="4267093" lvl="6"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7pPr>
            <a:lvl8pPr marL="4876678" lvl="7"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8pPr>
            <a:lvl9pPr marL="5486263" lvl="8" indent="-380990" rtl="0">
              <a:lnSpc>
                <a:spcPct val="115000"/>
              </a:lnSpc>
              <a:spcBef>
                <a:spcPts val="0"/>
              </a:spcBef>
              <a:spcAft>
                <a:spcPts val="0"/>
              </a:spcAft>
              <a:buClr>
                <a:schemeClr val="dk1"/>
              </a:buClr>
              <a:buSzPts val="900"/>
              <a:buFont typeface="Inter"/>
              <a:buChar char="■"/>
              <a:defRPr sz="1200">
                <a:solidFill>
                  <a:schemeClr val="dk1"/>
                </a:solidFill>
                <a:latin typeface="Inter"/>
                <a:ea typeface="Inter"/>
                <a:cs typeface="Inter"/>
                <a:sym typeface="Inter"/>
              </a:defRPr>
            </a:lvl9pPr>
          </a:lstStyle>
          <a:p>
            <a:endParaRPr/>
          </a:p>
        </p:txBody>
      </p:sp>
      <p:sp>
        <p:nvSpPr>
          <p:cNvPr id="710" name="Google Shape;710;p71"/>
          <p:cNvSpPr txBox="1">
            <a:spLocks noGrp="1"/>
          </p:cNvSpPr>
          <p:nvPr>
            <p:ph type="title" idx="6"/>
          </p:nvPr>
        </p:nvSpPr>
        <p:spPr>
          <a:xfrm>
            <a:off x="3914900" y="3086101"/>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711" name="Google Shape;711;p71"/>
          <p:cNvSpPr txBox="1">
            <a:spLocks noGrp="1"/>
          </p:cNvSpPr>
          <p:nvPr>
            <p:ph type="title" idx="7"/>
          </p:nvPr>
        </p:nvSpPr>
        <p:spPr>
          <a:xfrm>
            <a:off x="8202449" y="3086101"/>
            <a:ext cx="3332400" cy="276999"/>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2"/>
              </a:buClr>
              <a:buSzPts val="1300"/>
              <a:buFont typeface="Inter"/>
              <a:buNone/>
              <a:defRPr sz="1800" b="1">
                <a:solidFill>
                  <a:schemeClr val="tx1"/>
                </a:solidFill>
                <a:latin typeface="DM Sans 14pt" pitchFamily="2" charset="77"/>
                <a:ea typeface="Open Sans Extrabold" panose="020B0606030504020204" pitchFamily="34" charset="0"/>
                <a:cs typeface="Open Sans Extrabold" panose="020B0606030504020204" pitchFamily="34" charset="0"/>
                <a:sym typeface="Inter"/>
              </a:defRPr>
            </a:lvl1pPr>
            <a:lvl2pPr lvl="1"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2pPr>
            <a:lvl3pPr lvl="2"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3pPr>
            <a:lvl4pPr lvl="3"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4pPr>
            <a:lvl5pPr lvl="4"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5pPr>
            <a:lvl6pPr lvl="5"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6pPr>
            <a:lvl7pPr lvl="6"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7pPr>
            <a:lvl8pPr lvl="7"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8pPr>
            <a:lvl9pPr lvl="8" rtl="0">
              <a:spcBef>
                <a:spcPts val="0"/>
              </a:spcBef>
              <a:spcAft>
                <a:spcPts val="0"/>
              </a:spcAft>
              <a:buClr>
                <a:schemeClr val="lt2"/>
              </a:buClr>
              <a:buSzPts val="2700"/>
              <a:buFont typeface="Inter"/>
              <a:buNone/>
              <a:defRPr sz="3600" b="1">
                <a:solidFill>
                  <a:schemeClr val="lt2"/>
                </a:solidFill>
                <a:latin typeface="Inter"/>
                <a:ea typeface="Inter"/>
                <a:cs typeface="Inter"/>
                <a:sym typeface="Inter"/>
              </a:defRPr>
            </a:lvl9pPr>
          </a:lstStyle>
          <a:p>
            <a:endParaRPr/>
          </a:p>
        </p:txBody>
      </p:sp>
      <p:sp>
        <p:nvSpPr>
          <p:cNvPr id="712" name="Google Shape;712;p71"/>
          <p:cNvSpPr txBox="1">
            <a:spLocks noGrp="1"/>
          </p:cNvSpPr>
          <p:nvPr>
            <p:ph type="title" idx="8"/>
          </p:nvPr>
        </p:nvSpPr>
        <p:spPr>
          <a:xfrm>
            <a:off x="8119285" y="5638063"/>
            <a:ext cx="38568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3" name="Google Shape;713;p71"/>
          <p:cNvSpPr txBox="1">
            <a:spLocks noGrp="1"/>
          </p:cNvSpPr>
          <p:nvPr>
            <p:ph type="title" idx="9"/>
          </p:nvPr>
        </p:nvSpPr>
        <p:spPr>
          <a:xfrm>
            <a:off x="8100949" y="6317263"/>
            <a:ext cx="17872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4" name="Google Shape;714;p71"/>
          <p:cNvSpPr txBox="1">
            <a:spLocks noGrp="1"/>
          </p:cNvSpPr>
          <p:nvPr>
            <p:ph type="title" idx="13"/>
          </p:nvPr>
        </p:nvSpPr>
        <p:spPr>
          <a:xfrm>
            <a:off x="10207211" y="6317263"/>
            <a:ext cx="1787200" cy="327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lt2"/>
              </a:buClr>
              <a:buSzPts val="900"/>
              <a:buFont typeface="Inter"/>
              <a:buNone/>
              <a:defRPr sz="120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sym typeface="Inter"/>
              </a:defRPr>
            </a:lvl1pPr>
            <a:lvl2pPr lvl="1"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2pPr>
            <a:lvl3pPr lvl="2"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3pPr>
            <a:lvl4pPr lvl="3"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4pPr>
            <a:lvl5pPr lvl="4"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5pPr>
            <a:lvl6pPr lvl="5"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6pPr>
            <a:lvl7pPr lvl="6"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7pPr>
            <a:lvl8pPr lvl="7"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8pPr>
            <a:lvl9pPr lvl="8" algn="ctr" rtl="0">
              <a:spcBef>
                <a:spcPts val="0"/>
              </a:spcBef>
              <a:spcAft>
                <a:spcPts val="0"/>
              </a:spcAft>
              <a:buClr>
                <a:schemeClr val="lt2"/>
              </a:buClr>
              <a:buSzPts val="900"/>
              <a:buFont typeface="Inter"/>
              <a:buNone/>
              <a:defRPr sz="1200" b="1">
                <a:solidFill>
                  <a:schemeClr val="lt2"/>
                </a:solidFill>
                <a:latin typeface="Inter"/>
                <a:ea typeface="Inter"/>
                <a:cs typeface="Inter"/>
                <a:sym typeface="Inter"/>
              </a:defRPr>
            </a:lvl9pPr>
          </a:lstStyle>
          <a:p>
            <a:endParaRPr/>
          </a:p>
        </p:txBody>
      </p:sp>
      <p:sp>
        <p:nvSpPr>
          <p:cNvPr id="715" name="Google Shape;715;p71"/>
          <p:cNvSpPr>
            <a:spLocks noGrp="1"/>
          </p:cNvSpPr>
          <p:nvPr>
            <p:ph type="pic" idx="14"/>
          </p:nvPr>
        </p:nvSpPr>
        <p:spPr>
          <a:xfrm>
            <a:off x="0" y="-9967"/>
            <a:ext cx="3639200" cy="6858000"/>
          </a:xfrm>
          <a:prstGeom prst="rect">
            <a:avLst/>
          </a:prstGeom>
          <a:noFill/>
          <a:ln>
            <a:noFill/>
          </a:ln>
        </p:spPr>
      </p:sp>
    </p:spTree>
    <p:extLst>
      <p:ext uri="{BB962C8B-B14F-4D97-AF65-F5344CB8AC3E}">
        <p14:creationId xmlns:p14="http://schemas.microsoft.com/office/powerpoint/2010/main" val="103353032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11.xml"/><Relationship Id="rId21" Type="http://schemas.openxmlformats.org/officeDocument/2006/relationships/slideLayout" Target="../slideLayouts/slideLayout106.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63" Type="http://schemas.openxmlformats.org/officeDocument/2006/relationships/slideLayout" Target="../slideLayouts/slideLayout148.xml"/><Relationship Id="rId68" Type="http://schemas.openxmlformats.org/officeDocument/2006/relationships/slideLayout" Target="../slideLayouts/slideLayout153.xml"/><Relationship Id="rId84" Type="http://schemas.openxmlformats.org/officeDocument/2006/relationships/slideLayout" Target="../slideLayouts/slideLayout169.xml"/><Relationship Id="rId16" Type="http://schemas.openxmlformats.org/officeDocument/2006/relationships/slideLayout" Target="../slideLayouts/slideLayout101.xml"/><Relationship Id="rId11" Type="http://schemas.openxmlformats.org/officeDocument/2006/relationships/slideLayout" Target="../slideLayouts/slideLayout96.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53" Type="http://schemas.openxmlformats.org/officeDocument/2006/relationships/slideLayout" Target="../slideLayouts/slideLayout138.xml"/><Relationship Id="rId58" Type="http://schemas.openxmlformats.org/officeDocument/2006/relationships/slideLayout" Target="../slideLayouts/slideLayout143.xml"/><Relationship Id="rId74" Type="http://schemas.openxmlformats.org/officeDocument/2006/relationships/slideLayout" Target="../slideLayouts/slideLayout159.xml"/><Relationship Id="rId79" Type="http://schemas.openxmlformats.org/officeDocument/2006/relationships/slideLayout" Target="../slideLayouts/slideLayout164.xml"/><Relationship Id="rId5" Type="http://schemas.openxmlformats.org/officeDocument/2006/relationships/slideLayout" Target="../slideLayouts/slideLayout90.xml"/><Relationship Id="rId19" Type="http://schemas.openxmlformats.org/officeDocument/2006/relationships/slideLayout" Target="../slideLayouts/slideLayout10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56" Type="http://schemas.openxmlformats.org/officeDocument/2006/relationships/slideLayout" Target="../slideLayouts/slideLayout141.xml"/><Relationship Id="rId64" Type="http://schemas.openxmlformats.org/officeDocument/2006/relationships/slideLayout" Target="../slideLayouts/slideLayout149.xml"/><Relationship Id="rId69" Type="http://schemas.openxmlformats.org/officeDocument/2006/relationships/slideLayout" Target="../slideLayouts/slideLayout154.xml"/><Relationship Id="rId77" Type="http://schemas.openxmlformats.org/officeDocument/2006/relationships/slideLayout" Target="../slideLayouts/slideLayout162.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72" Type="http://schemas.openxmlformats.org/officeDocument/2006/relationships/slideLayout" Target="../slideLayouts/slideLayout157.xml"/><Relationship Id="rId80" Type="http://schemas.openxmlformats.org/officeDocument/2006/relationships/slideLayout" Target="../slideLayouts/slideLayout165.xml"/><Relationship Id="rId85" Type="http://schemas.openxmlformats.org/officeDocument/2006/relationships/slideLayout" Target="../slideLayouts/slideLayout170.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59" Type="http://schemas.openxmlformats.org/officeDocument/2006/relationships/slideLayout" Target="../slideLayouts/slideLayout144.xml"/><Relationship Id="rId67" Type="http://schemas.openxmlformats.org/officeDocument/2006/relationships/slideLayout" Target="../slideLayouts/slideLayout152.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62" Type="http://schemas.openxmlformats.org/officeDocument/2006/relationships/slideLayout" Target="../slideLayouts/slideLayout147.xml"/><Relationship Id="rId70" Type="http://schemas.openxmlformats.org/officeDocument/2006/relationships/slideLayout" Target="../slideLayouts/slideLayout155.xml"/><Relationship Id="rId75" Type="http://schemas.openxmlformats.org/officeDocument/2006/relationships/slideLayout" Target="../slideLayouts/slideLayout160.xml"/><Relationship Id="rId83" Type="http://schemas.openxmlformats.org/officeDocument/2006/relationships/slideLayout" Target="../slideLayouts/slideLayout168.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 Id="rId57" Type="http://schemas.openxmlformats.org/officeDocument/2006/relationships/slideLayout" Target="../slideLayouts/slideLayout142.xml"/><Relationship Id="rId10" Type="http://schemas.openxmlformats.org/officeDocument/2006/relationships/slideLayout" Target="../slideLayouts/slideLayout95.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60" Type="http://schemas.openxmlformats.org/officeDocument/2006/relationships/slideLayout" Target="../slideLayouts/slideLayout145.xml"/><Relationship Id="rId65" Type="http://schemas.openxmlformats.org/officeDocument/2006/relationships/slideLayout" Target="../slideLayouts/slideLayout150.xml"/><Relationship Id="rId73" Type="http://schemas.openxmlformats.org/officeDocument/2006/relationships/slideLayout" Target="../slideLayouts/slideLayout158.xml"/><Relationship Id="rId78" Type="http://schemas.openxmlformats.org/officeDocument/2006/relationships/slideLayout" Target="../slideLayouts/slideLayout163.xml"/><Relationship Id="rId81" Type="http://schemas.openxmlformats.org/officeDocument/2006/relationships/slideLayout" Target="../slideLayouts/slideLayout166.xml"/><Relationship Id="rId86" Type="http://schemas.openxmlformats.org/officeDocument/2006/relationships/theme" Target="../theme/theme2.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39" Type="http://schemas.openxmlformats.org/officeDocument/2006/relationships/slideLayout" Target="../slideLayouts/slideLayout124.xml"/><Relationship Id="rId34" Type="http://schemas.openxmlformats.org/officeDocument/2006/relationships/slideLayout" Target="../slideLayouts/slideLayout119.xml"/><Relationship Id="rId50" Type="http://schemas.openxmlformats.org/officeDocument/2006/relationships/slideLayout" Target="../slideLayouts/slideLayout135.xml"/><Relationship Id="rId55" Type="http://schemas.openxmlformats.org/officeDocument/2006/relationships/slideLayout" Target="../slideLayouts/slideLayout140.xml"/><Relationship Id="rId76" Type="http://schemas.openxmlformats.org/officeDocument/2006/relationships/slideLayout" Target="../slideLayouts/slideLayout161.xml"/><Relationship Id="rId7" Type="http://schemas.openxmlformats.org/officeDocument/2006/relationships/slideLayout" Target="../slideLayouts/slideLayout92.xml"/><Relationship Id="rId71" Type="http://schemas.openxmlformats.org/officeDocument/2006/relationships/slideLayout" Target="../slideLayouts/slideLayout156.xml"/><Relationship Id="rId2" Type="http://schemas.openxmlformats.org/officeDocument/2006/relationships/slideLayout" Target="../slideLayouts/slideLayout87.xml"/><Relationship Id="rId29" Type="http://schemas.openxmlformats.org/officeDocument/2006/relationships/slideLayout" Target="../slideLayouts/slideLayout114.xml"/><Relationship Id="rId24" Type="http://schemas.openxmlformats.org/officeDocument/2006/relationships/slideLayout" Target="../slideLayouts/slideLayout109.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66" Type="http://schemas.openxmlformats.org/officeDocument/2006/relationships/slideLayout" Target="../slideLayouts/slideLayout151.xml"/><Relationship Id="rId61" Type="http://schemas.openxmlformats.org/officeDocument/2006/relationships/slideLayout" Target="../slideLayouts/slideLayout146.xml"/><Relationship Id="rId82" Type="http://schemas.openxmlformats.org/officeDocument/2006/relationships/slideLayout" Target="../slideLayouts/slideLayout16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96.xml"/><Relationship Id="rId21" Type="http://schemas.openxmlformats.org/officeDocument/2006/relationships/slideLayout" Target="../slideLayouts/slideLayout191.xml"/><Relationship Id="rId42" Type="http://schemas.openxmlformats.org/officeDocument/2006/relationships/slideLayout" Target="../slideLayouts/slideLayout212.xml"/><Relationship Id="rId47" Type="http://schemas.openxmlformats.org/officeDocument/2006/relationships/slideLayout" Target="../slideLayouts/slideLayout217.xml"/><Relationship Id="rId63" Type="http://schemas.openxmlformats.org/officeDocument/2006/relationships/slideLayout" Target="../slideLayouts/slideLayout233.xml"/><Relationship Id="rId68" Type="http://schemas.openxmlformats.org/officeDocument/2006/relationships/slideLayout" Target="../slideLayouts/slideLayout238.xml"/><Relationship Id="rId84" Type="http://schemas.openxmlformats.org/officeDocument/2006/relationships/slideLayout" Target="../slideLayouts/slideLayout254.xml"/><Relationship Id="rId16" Type="http://schemas.openxmlformats.org/officeDocument/2006/relationships/slideLayout" Target="../slideLayouts/slideLayout186.xml"/><Relationship Id="rId11" Type="http://schemas.openxmlformats.org/officeDocument/2006/relationships/slideLayout" Target="../slideLayouts/slideLayout181.xml"/><Relationship Id="rId32" Type="http://schemas.openxmlformats.org/officeDocument/2006/relationships/slideLayout" Target="../slideLayouts/slideLayout202.xml"/><Relationship Id="rId37" Type="http://schemas.openxmlformats.org/officeDocument/2006/relationships/slideLayout" Target="../slideLayouts/slideLayout207.xml"/><Relationship Id="rId53" Type="http://schemas.openxmlformats.org/officeDocument/2006/relationships/slideLayout" Target="../slideLayouts/slideLayout223.xml"/><Relationship Id="rId58" Type="http://schemas.openxmlformats.org/officeDocument/2006/relationships/slideLayout" Target="../slideLayouts/slideLayout228.xml"/><Relationship Id="rId74" Type="http://schemas.openxmlformats.org/officeDocument/2006/relationships/slideLayout" Target="../slideLayouts/slideLayout244.xml"/><Relationship Id="rId79" Type="http://schemas.openxmlformats.org/officeDocument/2006/relationships/slideLayout" Target="../slideLayouts/slideLayout249.xml"/><Relationship Id="rId5" Type="http://schemas.openxmlformats.org/officeDocument/2006/relationships/slideLayout" Target="../slideLayouts/slideLayout175.xml"/><Relationship Id="rId19" Type="http://schemas.openxmlformats.org/officeDocument/2006/relationships/slideLayout" Target="../slideLayouts/slideLayout189.xml"/><Relationship Id="rId14" Type="http://schemas.openxmlformats.org/officeDocument/2006/relationships/slideLayout" Target="../slideLayouts/slideLayout184.xml"/><Relationship Id="rId22" Type="http://schemas.openxmlformats.org/officeDocument/2006/relationships/slideLayout" Target="../slideLayouts/slideLayout192.xml"/><Relationship Id="rId27" Type="http://schemas.openxmlformats.org/officeDocument/2006/relationships/slideLayout" Target="../slideLayouts/slideLayout197.xml"/><Relationship Id="rId30" Type="http://schemas.openxmlformats.org/officeDocument/2006/relationships/slideLayout" Target="../slideLayouts/slideLayout200.xml"/><Relationship Id="rId35" Type="http://schemas.openxmlformats.org/officeDocument/2006/relationships/slideLayout" Target="../slideLayouts/slideLayout205.xml"/><Relationship Id="rId43" Type="http://schemas.openxmlformats.org/officeDocument/2006/relationships/slideLayout" Target="../slideLayouts/slideLayout213.xml"/><Relationship Id="rId48" Type="http://schemas.openxmlformats.org/officeDocument/2006/relationships/slideLayout" Target="../slideLayouts/slideLayout218.xml"/><Relationship Id="rId56" Type="http://schemas.openxmlformats.org/officeDocument/2006/relationships/slideLayout" Target="../slideLayouts/slideLayout226.xml"/><Relationship Id="rId64" Type="http://schemas.openxmlformats.org/officeDocument/2006/relationships/slideLayout" Target="../slideLayouts/slideLayout234.xml"/><Relationship Id="rId69" Type="http://schemas.openxmlformats.org/officeDocument/2006/relationships/slideLayout" Target="../slideLayouts/slideLayout239.xml"/><Relationship Id="rId77" Type="http://schemas.openxmlformats.org/officeDocument/2006/relationships/slideLayout" Target="../slideLayouts/slideLayout247.xml"/><Relationship Id="rId8" Type="http://schemas.openxmlformats.org/officeDocument/2006/relationships/slideLayout" Target="../slideLayouts/slideLayout178.xml"/><Relationship Id="rId51" Type="http://schemas.openxmlformats.org/officeDocument/2006/relationships/slideLayout" Target="../slideLayouts/slideLayout221.xml"/><Relationship Id="rId72" Type="http://schemas.openxmlformats.org/officeDocument/2006/relationships/slideLayout" Target="../slideLayouts/slideLayout242.xml"/><Relationship Id="rId80" Type="http://schemas.openxmlformats.org/officeDocument/2006/relationships/slideLayout" Target="../slideLayouts/slideLayout250.xml"/><Relationship Id="rId85" Type="http://schemas.openxmlformats.org/officeDocument/2006/relationships/slideLayout" Target="../slideLayouts/slideLayout255.xml"/><Relationship Id="rId3" Type="http://schemas.openxmlformats.org/officeDocument/2006/relationships/slideLayout" Target="../slideLayouts/slideLayout173.xml"/><Relationship Id="rId12" Type="http://schemas.openxmlformats.org/officeDocument/2006/relationships/slideLayout" Target="../slideLayouts/slideLayout182.xml"/><Relationship Id="rId17" Type="http://schemas.openxmlformats.org/officeDocument/2006/relationships/slideLayout" Target="../slideLayouts/slideLayout187.xml"/><Relationship Id="rId25" Type="http://schemas.openxmlformats.org/officeDocument/2006/relationships/slideLayout" Target="../slideLayouts/slideLayout195.xml"/><Relationship Id="rId33" Type="http://schemas.openxmlformats.org/officeDocument/2006/relationships/slideLayout" Target="../slideLayouts/slideLayout203.xml"/><Relationship Id="rId38" Type="http://schemas.openxmlformats.org/officeDocument/2006/relationships/slideLayout" Target="../slideLayouts/slideLayout208.xml"/><Relationship Id="rId46" Type="http://schemas.openxmlformats.org/officeDocument/2006/relationships/slideLayout" Target="../slideLayouts/slideLayout216.xml"/><Relationship Id="rId59" Type="http://schemas.openxmlformats.org/officeDocument/2006/relationships/slideLayout" Target="../slideLayouts/slideLayout229.xml"/><Relationship Id="rId67" Type="http://schemas.openxmlformats.org/officeDocument/2006/relationships/slideLayout" Target="../slideLayouts/slideLayout237.xml"/><Relationship Id="rId20" Type="http://schemas.openxmlformats.org/officeDocument/2006/relationships/slideLayout" Target="../slideLayouts/slideLayout190.xml"/><Relationship Id="rId41" Type="http://schemas.openxmlformats.org/officeDocument/2006/relationships/slideLayout" Target="../slideLayouts/slideLayout211.xml"/><Relationship Id="rId54" Type="http://schemas.openxmlformats.org/officeDocument/2006/relationships/slideLayout" Target="../slideLayouts/slideLayout224.xml"/><Relationship Id="rId62" Type="http://schemas.openxmlformats.org/officeDocument/2006/relationships/slideLayout" Target="../slideLayouts/slideLayout232.xml"/><Relationship Id="rId70" Type="http://schemas.openxmlformats.org/officeDocument/2006/relationships/slideLayout" Target="../slideLayouts/slideLayout240.xml"/><Relationship Id="rId75" Type="http://schemas.openxmlformats.org/officeDocument/2006/relationships/slideLayout" Target="../slideLayouts/slideLayout245.xml"/><Relationship Id="rId83" Type="http://schemas.openxmlformats.org/officeDocument/2006/relationships/slideLayout" Target="../slideLayouts/slideLayout253.xml"/><Relationship Id="rId1" Type="http://schemas.openxmlformats.org/officeDocument/2006/relationships/slideLayout" Target="../slideLayouts/slideLayout171.xml"/><Relationship Id="rId6" Type="http://schemas.openxmlformats.org/officeDocument/2006/relationships/slideLayout" Target="../slideLayouts/slideLayout176.xml"/><Relationship Id="rId15" Type="http://schemas.openxmlformats.org/officeDocument/2006/relationships/slideLayout" Target="../slideLayouts/slideLayout185.xml"/><Relationship Id="rId23" Type="http://schemas.openxmlformats.org/officeDocument/2006/relationships/slideLayout" Target="../slideLayouts/slideLayout193.xml"/><Relationship Id="rId28" Type="http://schemas.openxmlformats.org/officeDocument/2006/relationships/slideLayout" Target="../slideLayouts/slideLayout198.xml"/><Relationship Id="rId36" Type="http://schemas.openxmlformats.org/officeDocument/2006/relationships/slideLayout" Target="../slideLayouts/slideLayout206.xml"/><Relationship Id="rId49" Type="http://schemas.openxmlformats.org/officeDocument/2006/relationships/slideLayout" Target="../slideLayouts/slideLayout219.xml"/><Relationship Id="rId57" Type="http://schemas.openxmlformats.org/officeDocument/2006/relationships/slideLayout" Target="../slideLayouts/slideLayout227.xml"/><Relationship Id="rId10" Type="http://schemas.openxmlformats.org/officeDocument/2006/relationships/slideLayout" Target="../slideLayouts/slideLayout180.xml"/><Relationship Id="rId31" Type="http://schemas.openxmlformats.org/officeDocument/2006/relationships/slideLayout" Target="../slideLayouts/slideLayout201.xml"/><Relationship Id="rId44" Type="http://schemas.openxmlformats.org/officeDocument/2006/relationships/slideLayout" Target="../slideLayouts/slideLayout214.xml"/><Relationship Id="rId52" Type="http://schemas.openxmlformats.org/officeDocument/2006/relationships/slideLayout" Target="../slideLayouts/slideLayout222.xml"/><Relationship Id="rId60" Type="http://schemas.openxmlformats.org/officeDocument/2006/relationships/slideLayout" Target="../slideLayouts/slideLayout230.xml"/><Relationship Id="rId65" Type="http://schemas.openxmlformats.org/officeDocument/2006/relationships/slideLayout" Target="../slideLayouts/slideLayout235.xml"/><Relationship Id="rId73" Type="http://schemas.openxmlformats.org/officeDocument/2006/relationships/slideLayout" Target="../slideLayouts/slideLayout243.xml"/><Relationship Id="rId78" Type="http://schemas.openxmlformats.org/officeDocument/2006/relationships/slideLayout" Target="../slideLayouts/slideLayout248.xml"/><Relationship Id="rId81" Type="http://schemas.openxmlformats.org/officeDocument/2006/relationships/slideLayout" Target="../slideLayouts/slideLayout251.xml"/><Relationship Id="rId86" Type="http://schemas.openxmlformats.org/officeDocument/2006/relationships/theme" Target="../theme/theme3.xml"/><Relationship Id="rId4" Type="http://schemas.openxmlformats.org/officeDocument/2006/relationships/slideLayout" Target="../slideLayouts/slideLayout174.xml"/><Relationship Id="rId9" Type="http://schemas.openxmlformats.org/officeDocument/2006/relationships/slideLayout" Target="../slideLayouts/slideLayout179.xml"/><Relationship Id="rId13" Type="http://schemas.openxmlformats.org/officeDocument/2006/relationships/slideLayout" Target="../slideLayouts/slideLayout183.xml"/><Relationship Id="rId18" Type="http://schemas.openxmlformats.org/officeDocument/2006/relationships/slideLayout" Target="../slideLayouts/slideLayout188.xml"/><Relationship Id="rId39" Type="http://schemas.openxmlformats.org/officeDocument/2006/relationships/slideLayout" Target="../slideLayouts/slideLayout209.xml"/><Relationship Id="rId34" Type="http://schemas.openxmlformats.org/officeDocument/2006/relationships/slideLayout" Target="../slideLayouts/slideLayout204.xml"/><Relationship Id="rId50" Type="http://schemas.openxmlformats.org/officeDocument/2006/relationships/slideLayout" Target="../slideLayouts/slideLayout220.xml"/><Relationship Id="rId55" Type="http://schemas.openxmlformats.org/officeDocument/2006/relationships/slideLayout" Target="../slideLayouts/slideLayout225.xml"/><Relationship Id="rId76" Type="http://schemas.openxmlformats.org/officeDocument/2006/relationships/slideLayout" Target="../slideLayouts/slideLayout246.xml"/><Relationship Id="rId7" Type="http://schemas.openxmlformats.org/officeDocument/2006/relationships/slideLayout" Target="../slideLayouts/slideLayout177.xml"/><Relationship Id="rId71" Type="http://schemas.openxmlformats.org/officeDocument/2006/relationships/slideLayout" Target="../slideLayouts/slideLayout241.xml"/><Relationship Id="rId2" Type="http://schemas.openxmlformats.org/officeDocument/2006/relationships/slideLayout" Target="../slideLayouts/slideLayout172.xml"/><Relationship Id="rId29" Type="http://schemas.openxmlformats.org/officeDocument/2006/relationships/slideLayout" Target="../slideLayouts/slideLayout199.xml"/><Relationship Id="rId24" Type="http://schemas.openxmlformats.org/officeDocument/2006/relationships/slideLayout" Target="../slideLayouts/slideLayout194.xml"/><Relationship Id="rId40" Type="http://schemas.openxmlformats.org/officeDocument/2006/relationships/slideLayout" Target="../slideLayouts/slideLayout210.xml"/><Relationship Id="rId45" Type="http://schemas.openxmlformats.org/officeDocument/2006/relationships/slideLayout" Target="../slideLayouts/slideLayout215.xml"/><Relationship Id="rId66" Type="http://schemas.openxmlformats.org/officeDocument/2006/relationships/slideLayout" Target="../slideLayouts/slideLayout236.xml"/><Relationship Id="rId61" Type="http://schemas.openxmlformats.org/officeDocument/2006/relationships/slideLayout" Target="../slideLayouts/slideLayout231.xml"/><Relationship Id="rId82" Type="http://schemas.openxmlformats.org/officeDocument/2006/relationships/slideLayout" Target="../slideLayouts/slideLayout2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1405318588"/>
      </p:ext>
    </p:extLst>
  </p:cSld>
  <p:clrMap bg1="lt1" tx1="dk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825"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823"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4" r:id="rId36"/>
    <p:sldLayoutId id="2147483775" r:id="rId37"/>
    <p:sldLayoutId id="2147483776" r:id="rId38"/>
    <p:sldLayoutId id="2147483777" r:id="rId39"/>
    <p:sldLayoutId id="2147483778" r:id="rId40"/>
    <p:sldLayoutId id="2147483779" r:id="rId41"/>
    <p:sldLayoutId id="2147483780" r:id="rId42"/>
    <p:sldLayoutId id="2147483781" r:id="rId43"/>
    <p:sldLayoutId id="2147483782" r:id="rId44"/>
    <p:sldLayoutId id="2147483783" r:id="rId45"/>
    <p:sldLayoutId id="2147483784" r:id="rId46"/>
    <p:sldLayoutId id="2147483785" r:id="rId47"/>
    <p:sldLayoutId id="2147483786" r:id="rId48"/>
    <p:sldLayoutId id="2147483787" r:id="rId49"/>
    <p:sldLayoutId id="2147483788" r:id="rId50"/>
    <p:sldLayoutId id="2147483789" r:id="rId51"/>
    <p:sldLayoutId id="2147483790" r:id="rId52"/>
    <p:sldLayoutId id="2147483791" r:id="rId53"/>
    <p:sldLayoutId id="2147483792" r:id="rId54"/>
    <p:sldLayoutId id="2147483793" r:id="rId55"/>
    <p:sldLayoutId id="2147483794" r:id="rId56"/>
    <p:sldLayoutId id="2147483795" r:id="rId57"/>
    <p:sldLayoutId id="2147483796" r:id="rId58"/>
    <p:sldLayoutId id="2147483797" r:id="rId59"/>
    <p:sldLayoutId id="2147483798" r:id="rId60"/>
    <p:sldLayoutId id="2147483799" r:id="rId61"/>
    <p:sldLayoutId id="2147483800" r:id="rId62"/>
    <p:sldLayoutId id="2147483827" r:id="rId63"/>
    <p:sldLayoutId id="2147483803" r:id="rId64"/>
    <p:sldLayoutId id="2147483801" r:id="rId65"/>
    <p:sldLayoutId id="2147483802" r:id="rId66"/>
    <p:sldLayoutId id="2147483804" r:id="rId67"/>
    <p:sldLayoutId id="2147483805" r:id="rId68"/>
    <p:sldLayoutId id="2147483806" r:id="rId69"/>
    <p:sldLayoutId id="2147483807" r:id="rId70"/>
    <p:sldLayoutId id="2147483808" r:id="rId71"/>
    <p:sldLayoutId id="2147483809" r:id="rId72"/>
    <p:sldLayoutId id="2147483810" r:id="rId73"/>
    <p:sldLayoutId id="2147483811" r:id="rId74"/>
    <p:sldLayoutId id="2147483812" r:id="rId75"/>
    <p:sldLayoutId id="2147483813" r:id="rId76"/>
    <p:sldLayoutId id="2147483814" r:id="rId77"/>
    <p:sldLayoutId id="2147483815" r:id="rId78"/>
    <p:sldLayoutId id="2147483816" r:id="rId79"/>
    <p:sldLayoutId id="2147483817" r:id="rId80"/>
    <p:sldLayoutId id="2147483818" r:id="rId81"/>
    <p:sldLayoutId id="2147483819" r:id="rId82"/>
    <p:sldLayoutId id="2147483820" r:id="rId83"/>
    <p:sldLayoutId id="2147483821" r:id="rId84"/>
    <p:sldLayoutId id="2147483822" r:id="rId8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otherStyle>
  </p:txStyles>
  <p:extLst>
    <p:ext uri="{27BBF7A9-308A-43DC-89C8-2F10F3537804}">
      <p15:sldGuideLst xmlns:p15="http://schemas.microsoft.com/office/powerpoint/2012/main">
        <p15:guide id="1" pos="3840" userDrawn="1">
          <p15:clr>
            <a:srgbClr val="EA4335"/>
          </p15:clr>
        </p15:guide>
        <p15:guide id="2" orient="horz" pos="2160" userDrawn="1">
          <p15:clr>
            <a:srgbClr val="EA4335"/>
          </p15:clr>
        </p15:guide>
        <p15:guide id="3" orient="horz" pos="4032" userDrawn="1">
          <p15:clr>
            <a:srgbClr val="EA4335"/>
          </p15:clr>
        </p15:guide>
        <p15:guide id="4" orient="horz" pos="288" userDrawn="1">
          <p15:clr>
            <a:srgbClr val="EA4335"/>
          </p15:clr>
        </p15:guide>
        <p15:guide id="5" pos="276" userDrawn="1">
          <p15:clr>
            <a:srgbClr val="EA4335"/>
          </p15:clr>
        </p15:guide>
        <p15:guide id="6" pos="7404" userDrawn="1">
          <p15:clr>
            <a:srgbClr val="EA4335"/>
          </p15:clr>
        </p15:guide>
        <p15:guide id="7" pos="2059" userDrawn="1">
          <p15:clr>
            <a:srgbClr val="EA4335"/>
          </p15:clr>
        </p15:guide>
        <p15:guide id="8" pos="5621" userDrawn="1">
          <p15:clr>
            <a:srgbClr val="EA4335"/>
          </p15:clr>
        </p15:guide>
        <p15:guide id="9" orient="horz" pos="1224" userDrawn="1">
          <p15:clr>
            <a:srgbClr val="EA4335"/>
          </p15:clr>
        </p15:guide>
        <p15:guide id="10" orient="horz" pos="3096" userDrawn="1">
          <p15:clr>
            <a:srgbClr val="EA4335"/>
          </p15:clr>
        </p15:guide>
        <p15:guide id="11" pos="1168" userDrawn="1">
          <p15:clr>
            <a:srgbClr val="EA4335"/>
          </p15:clr>
        </p15:guide>
        <p15:guide id="12" pos="2949" userDrawn="1">
          <p15:clr>
            <a:srgbClr val="EA4335"/>
          </p15:clr>
        </p15:guide>
        <p15:guide id="13" pos="4731" userDrawn="1">
          <p15:clr>
            <a:srgbClr val="EA4335"/>
          </p15:clr>
        </p15:guide>
        <p15:guide id="14" pos="6512" userDrawn="1">
          <p15:clr>
            <a:srgbClr val="EA4335"/>
          </p15:clr>
        </p15:guide>
        <p15:guide id="15" orient="horz" pos="756" userDrawn="1">
          <p15:clr>
            <a:srgbClr val="EA4335"/>
          </p15:clr>
        </p15:guide>
        <p15:guide id="16" orient="horz" pos="1692" userDrawn="1">
          <p15:clr>
            <a:srgbClr val="EA4335"/>
          </p15:clr>
        </p15:guide>
        <p15:guide id="17" orient="horz" pos="2628" userDrawn="1">
          <p15:clr>
            <a:srgbClr val="EA4335"/>
          </p15:clr>
        </p15:guide>
        <p15:guide id="18" orient="horz" pos="3564" userDrawn="1">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45353300"/>
      </p:ext>
    </p:extLst>
  </p:cSld>
  <p:clrMap bg1="lt1" tx1="dk1" bg2="dk2" tx2="lt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45" r:id="rId17"/>
    <p:sldLayoutId id="2147483846" r:id="rId18"/>
    <p:sldLayoutId id="2147483847" r:id="rId19"/>
    <p:sldLayoutId id="2147483848" r:id="rId20"/>
    <p:sldLayoutId id="2147483849" r:id="rId21"/>
    <p:sldLayoutId id="2147483850" r:id="rId22"/>
    <p:sldLayoutId id="2147483851" r:id="rId23"/>
    <p:sldLayoutId id="2147483852" r:id="rId24"/>
    <p:sldLayoutId id="2147483853" r:id="rId25"/>
    <p:sldLayoutId id="2147483854" r:id="rId26"/>
    <p:sldLayoutId id="2147483855" r:id="rId27"/>
    <p:sldLayoutId id="2147483856" r:id="rId28"/>
    <p:sldLayoutId id="2147483857" r:id="rId29"/>
    <p:sldLayoutId id="2147483858" r:id="rId30"/>
    <p:sldLayoutId id="2147483859" r:id="rId31"/>
    <p:sldLayoutId id="2147483860" r:id="rId32"/>
    <p:sldLayoutId id="2147483861" r:id="rId33"/>
    <p:sldLayoutId id="2147483862" r:id="rId34"/>
    <p:sldLayoutId id="2147483863" r:id="rId35"/>
    <p:sldLayoutId id="2147483864" r:id="rId36"/>
    <p:sldLayoutId id="2147483865" r:id="rId37"/>
    <p:sldLayoutId id="2147483866" r:id="rId38"/>
    <p:sldLayoutId id="2147483867" r:id="rId39"/>
    <p:sldLayoutId id="2147483868" r:id="rId40"/>
    <p:sldLayoutId id="2147483869" r:id="rId41"/>
    <p:sldLayoutId id="2147483870" r:id="rId42"/>
    <p:sldLayoutId id="2147483871" r:id="rId43"/>
    <p:sldLayoutId id="2147483872" r:id="rId44"/>
    <p:sldLayoutId id="2147483873" r:id="rId45"/>
    <p:sldLayoutId id="2147483874" r:id="rId46"/>
    <p:sldLayoutId id="2147483875" r:id="rId47"/>
    <p:sldLayoutId id="2147483876" r:id="rId48"/>
    <p:sldLayoutId id="2147483877" r:id="rId49"/>
    <p:sldLayoutId id="2147483878" r:id="rId50"/>
    <p:sldLayoutId id="2147483879" r:id="rId51"/>
    <p:sldLayoutId id="2147483880" r:id="rId52"/>
    <p:sldLayoutId id="2147483881" r:id="rId53"/>
    <p:sldLayoutId id="2147483882" r:id="rId54"/>
    <p:sldLayoutId id="2147483883" r:id="rId55"/>
    <p:sldLayoutId id="2147483884" r:id="rId56"/>
    <p:sldLayoutId id="2147483885" r:id="rId57"/>
    <p:sldLayoutId id="2147483886" r:id="rId58"/>
    <p:sldLayoutId id="2147483887" r:id="rId59"/>
    <p:sldLayoutId id="2147483888" r:id="rId60"/>
    <p:sldLayoutId id="2147483889" r:id="rId61"/>
    <p:sldLayoutId id="2147483890" r:id="rId62"/>
    <p:sldLayoutId id="2147483891" r:id="rId63"/>
    <p:sldLayoutId id="2147483892" r:id="rId64"/>
    <p:sldLayoutId id="2147483893" r:id="rId65"/>
    <p:sldLayoutId id="2147483894" r:id="rId66"/>
    <p:sldLayoutId id="2147483895" r:id="rId67"/>
    <p:sldLayoutId id="2147483896" r:id="rId68"/>
    <p:sldLayoutId id="2147483897" r:id="rId69"/>
    <p:sldLayoutId id="2147483898" r:id="rId70"/>
    <p:sldLayoutId id="2147483899" r:id="rId71"/>
    <p:sldLayoutId id="2147483900" r:id="rId72"/>
    <p:sldLayoutId id="2147483901" r:id="rId73"/>
    <p:sldLayoutId id="2147483902" r:id="rId74"/>
    <p:sldLayoutId id="2147483903" r:id="rId75"/>
    <p:sldLayoutId id="2147483904" r:id="rId76"/>
    <p:sldLayoutId id="2147483905" r:id="rId77"/>
    <p:sldLayoutId id="2147483906" r:id="rId78"/>
    <p:sldLayoutId id="2147483907" r:id="rId79"/>
    <p:sldLayoutId id="2147483908" r:id="rId80"/>
    <p:sldLayoutId id="2147483909" r:id="rId81"/>
    <p:sldLayoutId id="2147483910" r:id="rId82"/>
    <p:sldLayoutId id="2147483911" r:id="rId83"/>
    <p:sldLayoutId id="2147483912" r:id="rId84"/>
    <p:sldLayoutId id="2147483913" r:id="rId8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EA4335"/>
          </p15:clr>
        </p15:guide>
        <p15:guide id="2" orient="horz" pos="2160">
          <p15:clr>
            <a:srgbClr val="EA4335"/>
          </p15:clr>
        </p15:guide>
        <p15:guide id="3" orient="horz" pos="4032">
          <p15:clr>
            <a:srgbClr val="EA4335"/>
          </p15:clr>
        </p15:guide>
        <p15:guide id="4" orient="horz" pos="288">
          <p15:clr>
            <a:srgbClr val="EA4335"/>
          </p15:clr>
        </p15:guide>
        <p15:guide id="5" pos="276">
          <p15:clr>
            <a:srgbClr val="EA4335"/>
          </p15:clr>
        </p15:guide>
        <p15:guide id="6" pos="7404">
          <p15:clr>
            <a:srgbClr val="EA4335"/>
          </p15:clr>
        </p15:guide>
        <p15:guide id="7" pos="2059">
          <p15:clr>
            <a:srgbClr val="EA4335"/>
          </p15:clr>
        </p15:guide>
        <p15:guide id="8" pos="5621">
          <p15:clr>
            <a:srgbClr val="EA4335"/>
          </p15:clr>
        </p15:guide>
        <p15:guide id="9" orient="horz" pos="1224">
          <p15:clr>
            <a:srgbClr val="EA4335"/>
          </p15:clr>
        </p15:guide>
        <p15:guide id="10" orient="horz" pos="3096">
          <p15:clr>
            <a:srgbClr val="EA4335"/>
          </p15:clr>
        </p15:guide>
        <p15:guide id="11" pos="1168">
          <p15:clr>
            <a:srgbClr val="EA4335"/>
          </p15:clr>
        </p15:guide>
        <p15:guide id="12" pos="2949">
          <p15:clr>
            <a:srgbClr val="EA4335"/>
          </p15:clr>
        </p15:guide>
        <p15:guide id="13" pos="4731">
          <p15:clr>
            <a:srgbClr val="EA4335"/>
          </p15:clr>
        </p15:guide>
        <p15:guide id="14" pos="6512">
          <p15:clr>
            <a:srgbClr val="EA4335"/>
          </p15:clr>
        </p15:guide>
        <p15:guide id="15" orient="horz" pos="756">
          <p15:clr>
            <a:srgbClr val="EA4335"/>
          </p15:clr>
        </p15:guide>
        <p15:guide id="16" orient="horz" pos="1692">
          <p15:clr>
            <a:srgbClr val="EA4335"/>
          </p15:clr>
        </p15:guide>
        <p15:guide id="17" orient="horz" pos="2628">
          <p15:clr>
            <a:srgbClr val="EA4335"/>
          </p15:clr>
        </p15:guide>
        <p15:guide id="18" orient="horz" pos="3564">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1148990865"/>
      </p:ext>
    </p:extLst>
  </p:cSld>
  <p:clrMap bg1="lt1" tx1="dk1" bg2="dk2" tx2="lt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 id="2147483928" r:id="rId14"/>
    <p:sldLayoutId id="2147483929" r:id="rId15"/>
    <p:sldLayoutId id="2147483930" r:id="rId16"/>
    <p:sldLayoutId id="2147483931" r:id="rId17"/>
    <p:sldLayoutId id="2147483932" r:id="rId18"/>
    <p:sldLayoutId id="2147483933" r:id="rId19"/>
    <p:sldLayoutId id="2147483934" r:id="rId20"/>
    <p:sldLayoutId id="2147483935" r:id="rId21"/>
    <p:sldLayoutId id="2147483936"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49" r:id="rId35"/>
    <p:sldLayoutId id="2147483950" r:id="rId36"/>
    <p:sldLayoutId id="2147483951" r:id="rId37"/>
    <p:sldLayoutId id="2147483952" r:id="rId38"/>
    <p:sldLayoutId id="2147483953" r:id="rId39"/>
    <p:sldLayoutId id="2147483954" r:id="rId40"/>
    <p:sldLayoutId id="2147483955" r:id="rId41"/>
    <p:sldLayoutId id="2147483956" r:id="rId42"/>
    <p:sldLayoutId id="2147483957" r:id="rId43"/>
    <p:sldLayoutId id="2147483958" r:id="rId44"/>
    <p:sldLayoutId id="2147483959" r:id="rId45"/>
    <p:sldLayoutId id="2147483960" r:id="rId46"/>
    <p:sldLayoutId id="2147483961" r:id="rId47"/>
    <p:sldLayoutId id="2147483962" r:id="rId48"/>
    <p:sldLayoutId id="2147483963" r:id="rId49"/>
    <p:sldLayoutId id="2147483964" r:id="rId50"/>
    <p:sldLayoutId id="2147483965" r:id="rId51"/>
    <p:sldLayoutId id="2147483966" r:id="rId52"/>
    <p:sldLayoutId id="2147483967" r:id="rId53"/>
    <p:sldLayoutId id="2147483968" r:id="rId54"/>
    <p:sldLayoutId id="2147483969" r:id="rId55"/>
    <p:sldLayoutId id="2147483970" r:id="rId56"/>
    <p:sldLayoutId id="2147483971" r:id="rId57"/>
    <p:sldLayoutId id="2147483972" r:id="rId58"/>
    <p:sldLayoutId id="2147483973" r:id="rId59"/>
    <p:sldLayoutId id="2147483974" r:id="rId60"/>
    <p:sldLayoutId id="2147483975" r:id="rId61"/>
    <p:sldLayoutId id="2147483976" r:id="rId62"/>
    <p:sldLayoutId id="2147483977" r:id="rId63"/>
    <p:sldLayoutId id="2147483978" r:id="rId64"/>
    <p:sldLayoutId id="2147483979" r:id="rId65"/>
    <p:sldLayoutId id="2147483980" r:id="rId66"/>
    <p:sldLayoutId id="2147483981" r:id="rId67"/>
    <p:sldLayoutId id="2147483982" r:id="rId68"/>
    <p:sldLayoutId id="2147483983" r:id="rId69"/>
    <p:sldLayoutId id="2147483984" r:id="rId70"/>
    <p:sldLayoutId id="2147483985" r:id="rId71"/>
    <p:sldLayoutId id="2147483986" r:id="rId72"/>
    <p:sldLayoutId id="2147483987" r:id="rId73"/>
    <p:sldLayoutId id="2147483988" r:id="rId74"/>
    <p:sldLayoutId id="2147483989" r:id="rId75"/>
    <p:sldLayoutId id="2147483990" r:id="rId76"/>
    <p:sldLayoutId id="2147483991" r:id="rId77"/>
    <p:sldLayoutId id="2147483992" r:id="rId78"/>
    <p:sldLayoutId id="2147483993" r:id="rId79"/>
    <p:sldLayoutId id="2147483994" r:id="rId80"/>
    <p:sldLayoutId id="2147483995" r:id="rId81"/>
    <p:sldLayoutId id="2147483996" r:id="rId82"/>
    <p:sldLayoutId id="2147483997" r:id="rId83"/>
    <p:sldLayoutId id="2147483998" r:id="rId84"/>
    <p:sldLayoutId id="2147483999" r:id="rId8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EA4335"/>
          </p15:clr>
        </p15:guide>
        <p15:guide id="2" orient="horz" pos="2160">
          <p15:clr>
            <a:srgbClr val="EA4335"/>
          </p15:clr>
        </p15:guide>
        <p15:guide id="3" orient="horz" pos="4032">
          <p15:clr>
            <a:srgbClr val="EA4335"/>
          </p15:clr>
        </p15:guide>
        <p15:guide id="4" orient="horz" pos="288">
          <p15:clr>
            <a:srgbClr val="EA4335"/>
          </p15:clr>
        </p15:guide>
        <p15:guide id="5" pos="276">
          <p15:clr>
            <a:srgbClr val="EA4335"/>
          </p15:clr>
        </p15:guide>
        <p15:guide id="6" pos="7404">
          <p15:clr>
            <a:srgbClr val="EA4335"/>
          </p15:clr>
        </p15:guide>
        <p15:guide id="7" pos="2059">
          <p15:clr>
            <a:srgbClr val="EA4335"/>
          </p15:clr>
        </p15:guide>
        <p15:guide id="8" pos="5621">
          <p15:clr>
            <a:srgbClr val="EA4335"/>
          </p15:clr>
        </p15:guide>
        <p15:guide id="9" orient="horz" pos="1224">
          <p15:clr>
            <a:srgbClr val="EA4335"/>
          </p15:clr>
        </p15:guide>
        <p15:guide id="10" orient="horz" pos="3096">
          <p15:clr>
            <a:srgbClr val="EA4335"/>
          </p15:clr>
        </p15:guide>
        <p15:guide id="11" pos="1168">
          <p15:clr>
            <a:srgbClr val="EA4335"/>
          </p15:clr>
        </p15:guide>
        <p15:guide id="12" pos="2949">
          <p15:clr>
            <a:srgbClr val="EA4335"/>
          </p15:clr>
        </p15:guide>
        <p15:guide id="13" pos="4731">
          <p15:clr>
            <a:srgbClr val="EA4335"/>
          </p15:clr>
        </p15:guide>
        <p15:guide id="14" pos="6512">
          <p15:clr>
            <a:srgbClr val="EA4335"/>
          </p15:clr>
        </p15:guide>
        <p15:guide id="15" orient="horz" pos="756">
          <p15:clr>
            <a:srgbClr val="EA4335"/>
          </p15:clr>
        </p15:guide>
        <p15:guide id="16" orient="horz" pos="1692">
          <p15:clr>
            <a:srgbClr val="EA4335"/>
          </p15:clr>
        </p15:guide>
        <p15:guide id="17" orient="horz" pos="2628">
          <p15:clr>
            <a:srgbClr val="EA4335"/>
          </p15:clr>
        </p15:guide>
        <p15:guide id="18" orient="horz" pos="3564">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4.xml"/></Relationships>
</file>

<file path=ppt/slides/_rels/slide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4.xml"/></Relationships>
</file>

<file path=ppt/slides/_rels/slide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hyperlink" Target="https://python.langchain.com/docs/integrations/document_loaders/" TargetMode="External"/><Relationship Id="rId2" Type="http://schemas.openxmlformats.org/officeDocument/2006/relationships/image" Target="../media/image11.svg"/><Relationship Id="rId1" Type="http://schemas.openxmlformats.org/officeDocument/2006/relationships/slideLayout" Target="../slideLayouts/slideLayout21.xml"/><Relationship Id="rId4" Type="http://schemas.openxmlformats.org/officeDocument/2006/relationships/hyperlink" Target="https://python.langchain.com/api_reference/community/document_loaders.html"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hyperlink" Target="https://python.langchain.com/docs/concepts/embedding_models/" TargetMode="Externa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1.sv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06.xml"/></Relationships>
</file>

<file path=ppt/slides/_rels/slide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hyperlink" Target="https://github.com/langchain-ai/rag-from-scratch/blob/main/rag_from_scratch_5_to_9.ipynb" TargetMode="External"/><Relationship Id="rId1" Type="http://schemas.openxmlformats.org/officeDocument/2006/relationships/slideLayout" Target="../slideLayouts/slideLayout106.xml"/></Relationships>
</file>

<file path=ppt/slides/_rels/slide2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106.xml"/></Relationships>
</file>

<file path=ppt/slides/_rels/slide2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hyperlink" Target="https://arxiv.org/html/2401.18059v1" TargetMode="External"/><Relationship Id="rId1" Type="http://schemas.openxmlformats.org/officeDocument/2006/relationships/slideLayout" Target="../slideLayouts/slideLayout106.xml"/></Relationships>
</file>

<file path=ppt/slides/_rels/slide2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06.xml"/></Relationships>
</file>

<file path=ppt/slides/_rels/slide28.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06.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106.xml"/><Relationship Id="rId4" Type="http://schemas.openxmlformats.org/officeDocument/2006/relationships/image" Target="../media/image21.jpeg"/></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06.xml"/></Relationships>
</file>

<file path=ppt/slides/_rels/slide31.xml.rels><?xml version="1.0" encoding="UTF-8" standalone="yes"?>
<Relationships xmlns="http://schemas.openxmlformats.org/package/2006/relationships"><Relationship Id="rId2" Type="http://schemas.openxmlformats.org/officeDocument/2006/relationships/hyperlink" Target="https://www.microsoft.com/en-us/research/blog/graphrag-unlocking-llm-discovery-on-narrative-private-data/" TargetMode="External"/><Relationship Id="rId1" Type="http://schemas.openxmlformats.org/officeDocument/2006/relationships/slideLayout" Target="../slideLayouts/slideLayout106.xml"/></Relationships>
</file>

<file path=ppt/slides/_rels/slide3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5.xml"/><Relationship Id="rId1" Type="http://schemas.openxmlformats.org/officeDocument/2006/relationships/slideLayout" Target="../slideLayouts/slideLayout15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6.xml"/></Relationships>
</file>

<file path=ppt/slides/_rels/slide3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39.xml.rels><?xml version="1.0" encoding="UTF-8" standalone="yes"?>
<Relationships xmlns="http://schemas.openxmlformats.org/package/2006/relationships"><Relationship Id="rId3" Type="http://schemas.openxmlformats.org/officeDocument/2006/relationships/hyperlink" Target="https://arxiv.org/html/2403.10131v1" TargetMode="External"/><Relationship Id="rId2" Type="http://schemas.openxmlformats.org/officeDocument/2006/relationships/image" Target="../media/image25.jpeg"/><Relationship Id="rId1" Type="http://schemas.openxmlformats.org/officeDocument/2006/relationships/slideLayout" Target="../slideLayouts/slideLayout106.xml"/><Relationship Id="rId4" Type="http://schemas.openxmlformats.org/officeDocument/2006/relationships/hyperlink" Target="https://techcommunity.microsoft.com/t5/ai-ai-platform-blog/raft-a-new-way-to-teach-llms-to-be-better-at-rag/ba-p/4084674"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06.xml"/></Relationships>
</file>

<file path=ppt/slides/_rels/slide4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4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13.xml"/></Relationships>
</file>

<file path=ppt/slides/_rels/slide44.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106.xml"/></Relationships>
</file>

<file path=ppt/slides/_rels/slide4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06.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6.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6.xml"/></Relationships>
</file>

<file path=ppt/slides/_rels/slide5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13.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6.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1.xml"/></Relationships>
</file>

<file path=ppt/slides/_rels/slide55.xml.rels><?xml version="1.0" encoding="UTF-8" standalone="yes"?>
<Relationships xmlns="http://schemas.openxmlformats.org/package/2006/relationships"><Relationship Id="rId2" Type="http://schemas.openxmlformats.org/officeDocument/2006/relationships/hyperlink" Target="https://github.com/automateyournetwork/NAF_AC4_RAG" TargetMode="External"/><Relationship Id="rId1" Type="http://schemas.openxmlformats.org/officeDocument/2006/relationships/slideLayout" Target="../slideLayouts/slideLayout19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40"/>
        <p:cNvGrpSpPr/>
        <p:nvPr/>
      </p:nvGrpSpPr>
      <p:grpSpPr>
        <a:xfrm>
          <a:off x="0" y="0"/>
          <a:ext cx="0" cy="0"/>
          <a:chOff x="0" y="0"/>
          <a:chExt cx="0" cy="0"/>
        </a:xfrm>
      </p:grpSpPr>
      <p:pic>
        <p:nvPicPr>
          <p:cNvPr id="2" name="Graphic 1">
            <a:extLst>
              <a:ext uri="{FF2B5EF4-FFF2-40B4-BE49-F238E27FC236}">
                <a16:creationId xmlns:a16="http://schemas.microsoft.com/office/drawing/2014/main" id="{5A99EA15-D3D9-24D1-D184-3CDE47539537}"/>
              </a:ext>
            </a:extLst>
          </p:cNvPr>
          <p:cNvPicPr>
            <a:picLocks noChangeAspect="1"/>
          </p:cNvPicPr>
          <p:nvPr/>
        </p:nvPicPr>
        <p:blipFill>
          <a:blip>
            <a:extLst>
              <a:ext uri="{96DAC541-7B7A-43D3-8B79-37D633B846F1}">
                <asvg:svgBlip xmlns:asvg="http://schemas.microsoft.com/office/drawing/2016/SVG/main" r:embed="rId3"/>
              </a:ext>
            </a:extLst>
          </a:blip>
          <a:srcRect r="12569" b="25244"/>
          <a:stretch>
            <a:fillRect/>
          </a:stretch>
        </p:blipFill>
        <p:spPr>
          <a:xfrm>
            <a:off x="5285535" y="952695"/>
            <a:ext cx="6906466" cy="5905305"/>
          </a:xfrm>
          <a:prstGeom prst="rect">
            <a:avLst/>
          </a:prstGeom>
        </p:spPr>
      </p:pic>
      <p:sp>
        <p:nvSpPr>
          <p:cNvPr id="741" name="Google Shape;741;p76"/>
          <p:cNvSpPr txBox="1">
            <a:spLocks noGrp="1"/>
          </p:cNvSpPr>
          <p:nvPr>
            <p:ph type="title"/>
          </p:nvPr>
        </p:nvSpPr>
        <p:spPr>
          <a:xfrm>
            <a:off x="602237" y="1638367"/>
            <a:ext cx="8479133" cy="2253200"/>
          </a:xfrm>
          <a:prstGeom prst="rect">
            <a:avLst/>
          </a:prstGeom>
        </p:spPr>
        <p:txBody>
          <a:bodyPr spcFirstLastPara="1" wrap="square" lIns="0" tIns="0" rIns="0" bIns="0" anchor="ctr" anchorCtr="0">
            <a:noAutofit/>
          </a:bodyPr>
          <a:lstStyle/>
          <a:p>
            <a:r>
              <a:rPr lang="en-US" dirty="0">
                <a:latin typeface="Bebas Neue"/>
              </a:rPr>
              <a:t>Starting Your Journey With Retrieval Augmented Generation</a:t>
            </a:r>
            <a:endParaRPr lang="en-US" dirty="0"/>
          </a:p>
        </p:txBody>
      </p:sp>
      <p:sp>
        <p:nvSpPr>
          <p:cNvPr id="12" name="Subtitle 11">
            <a:extLst>
              <a:ext uri="{FF2B5EF4-FFF2-40B4-BE49-F238E27FC236}">
                <a16:creationId xmlns:a16="http://schemas.microsoft.com/office/drawing/2014/main" id="{0C9F83E9-1AAD-EB07-0AF2-5D2095634158}"/>
              </a:ext>
            </a:extLst>
          </p:cNvPr>
          <p:cNvSpPr>
            <a:spLocks noGrp="1"/>
          </p:cNvSpPr>
          <p:nvPr>
            <p:ph type="body" idx="1"/>
          </p:nvPr>
        </p:nvSpPr>
        <p:spPr>
          <a:xfrm>
            <a:off x="558636" y="3891704"/>
            <a:ext cx="6117737" cy="1636400"/>
          </a:xfrm>
        </p:spPr>
        <p:txBody>
          <a:bodyPr/>
          <a:lstStyle/>
          <a:p>
            <a:pPr marL="151765" indent="0"/>
            <a:r>
              <a:rPr lang="en-US" dirty="0">
                <a:solidFill>
                  <a:schemeClr val="accent2"/>
                </a:solidFill>
                <a:latin typeface="DM Sans 14pt"/>
                <a:ea typeface="Open Sans"/>
                <a:cs typeface="Open Sans"/>
              </a:rPr>
              <a:t>Overcoming hallucinations with your first real step beyond prompt engineering</a:t>
            </a:r>
            <a:endParaRPr lang="en-US"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40" name="Google Shape;940;p95"/>
          <p:cNvSpPr txBox="1">
            <a:spLocks noGrp="1"/>
          </p:cNvSpPr>
          <p:nvPr>
            <p:ph type="title"/>
          </p:nvPr>
        </p:nvSpPr>
        <p:spPr>
          <a:xfrm>
            <a:off x="438867" y="462421"/>
            <a:ext cx="5770400" cy="1900800"/>
          </a:xfrm>
          <a:prstGeom prst="rect">
            <a:avLst/>
          </a:prstGeom>
        </p:spPr>
        <p:txBody>
          <a:bodyPr spcFirstLastPara="1" wrap="square" lIns="0" tIns="0" rIns="0" bIns="0" anchor="t" anchorCtr="0">
            <a:spAutoFit/>
          </a:bodyPr>
          <a:lstStyle/>
          <a:p>
            <a:r>
              <a:rPr lang="en-US" sz="5400" dirty="0">
                <a:solidFill>
                  <a:schemeClr val="bg1"/>
                </a:solidFill>
                <a:latin typeface="Bebas Neue" panose="020B0606020202050201" pitchFamily="34" charset="77"/>
              </a:rPr>
              <a:t>R</a:t>
            </a:r>
            <a:r>
              <a:rPr lang="en" sz="5400" dirty="0">
                <a:solidFill>
                  <a:schemeClr val="bg1"/>
                </a:solidFill>
                <a:latin typeface="Bebas Neue" panose="020B0606020202050201" pitchFamily="34" charset="77"/>
              </a:rPr>
              <a:t>ag lecture agenda</a:t>
            </a:r>
            <a:endParaRPr sz="5400" dirty="0">
              <a:solidFill>
                <a:schemeClr val="bg1"/>
              </a:solidFill>
              <a:latin typeface="Bebas Neue" panose="020B0606020202050201" pitchFamily="34" charset="77"/>
            </a:endParaRPr>
          </a:p>
        </p:txBody>
      </p:sp>
      <p:sp>
        <p:nvSpPr>
          <p:cNvPr id="8" name="Google Shape;942;p95">
            <a:extLst>
              <a:ext uri="{FF2B5EF4-FFF2-40B4-BE49-F238E27FC236}">
                <a16:creationId xmlns:a16="http://schemas.microsoft.com/office/drawing/2014/main" id="{9965885A-B5D5-186C-C723-B4F4F826E4EB}"/>
              </a:ext>
            </a:extLst>
          </p:cNvPr>
          <p:cNvSpPr txBox="1">
            <a:spLocks/>
          </p:cNvSpPr>
          <p:nvPr/>
        </p:nvSpPr>
        <p:spPr>
          <a:xfrm>
            <a:off x="438867" y="1370619"/>
            <a:ext cx="3247697" cy="9128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01</a:t>
            </a:r>
            <a:r>
              <a:rPr lang="en-US" sz="1800" b="1" dirty="0">
                <a:solidFill>
                  <a:schemeClr val="accent2"/>
                </a:solidFill>
                <a:latin typeface="DM Sans 14pt"/>
              </a:rPr>
              <a:t>  </a:t>
            </a:r>
            <a:r>
              <a:rPr lang="en-US" sz="1800" b="1" dirty="0">
                <a:solidFill>
                  <a:schemeClr val="bg1"/>
                </a:solidFill>
                <a:latin typeface="DM Sans 14pt"/>
              </a:rPr>
              <a:t>The Stages of AI</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1.0 - GUI / API</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1.5 - RAG</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2.0 - Agents</a:t>
            </a:r>
          </a:p>
        </p:txBody>
      </p:sp>
      <p:sp>
        <p:nvSpPr>
          <p:cNvPr id="9" name="Google Shape;942;p95">
            <a:extLst>
              <a:ext uri="{FF2B5EF4-FFF2-40B4-BE49-F238E27FC236}">
                <a16:creationId xmlns:a16="http://schemas.microsoft.com/office/drawing/2014/main" id="{5B15865C-F279-95B8-4EA7-3975721F817A}"/>
              </a:ext>
            </a:extLst>
          </p:cNvPr>
          <p:cNvSpPr txBox="1">
            <a:spLocks/>
          </p:cNvSpPr>
          <p:nvPr/>
        </p:nvSpPr>
        <p:spPr>
          <a:xfrm>
            <a:off x="438868" y="3180921"/>
            <a:ext cx="3052052" cy="9128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02 </a:t>
            </a:r>
            <a:r>
              <a:rPr lang="en-US" sz="1800" b="1" dirty="0">
                <a:solidFill>
                  <a:schemeClr val="accent2"/>
                </a:solidFill>
                <a:latin typeface="DM Sans 14pt"/>
              </a:rPr>
              <a:t> </a:t>
            </a:r>
            <a:r>
              <a:rPr lang="en-US" sz="1800" b="1" dirty="0">
                <a:solidFill>
                  <a:schemeClr val="bg1"/>
                </a:solidFill>
                <a:latin typeface="DM Sans 14pt"/>
              </a:rPr>
              <a:t>Retrieval Augmented     Generation</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6 Step Process</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Embeddings (Vectors)</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Storage</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Retrieval</a:t>
            </a:r>
          </a:p>
          <a:p>
            <a:pPr>
              <a:lnSpc>
                <a:spcPts val="2600"/>
              </a:lnSpc>
            </a:pPr>
            <a:endPar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Google Shape;942;p95">
            <a:extLst>
              <a:ext uri="{FF2B5EF4-FFF2-40B4-BE49-F238E27FC236}">
                <a16:creationId xmlns:a16="http://schemas.microsoft.com/office/drawing/2014/main" id="{8C9CFB28-D58D-0FE5-A235-4AD3991EE16C}"/>
              </a:ext>
            </a:extLst>
          </p:cNvPr>
          <p:cNvSpPr txBox="1">
            <a:spLocks/>
          </p:cNvSpPr>
          <p:nvPr/>
        </p:nvSpPr>
        <p:spPr>
          <a:xfrm>
            <a:off x="4330603" y="1373281"/>
            <a:ext cx="3247697" cy="9128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03</a:t>
            </a:r>
            <a:r>
              <a:rPr lang="en-US" sz="1800" b="1" dirty="0">
                <a:solidFill>
                  <a:schemeClr val="accent2"/>
                </a:solidFill>
                <a:latin typeface="DM Sans 14pt"/>
              </a:rPr>
              <a:t> </a:t>
            </a:r>
            <a:r>
              <a:rPr lang="en-US" sz="1800" b="1" dirty="0">
                <a:solidFill>
                  <a:schemeClr val="bg1"/>
                </a:solidFill>
                <a:latin typeface="DM Sans 14pt"/>
              </a:rPr>
              <a:t> RAG-Fusion</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Multi-query</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Reciprocal Ranking</a:t>
            </a:r>
          </a:p>
        </p:txBody>
      </p:sp>
      <p:sp>
        <p:nvSpPr>
          <p:cNvPr id="11" name="Google Shape;942;p95">
            <a:extLst>
              <a:ext uri="{FF2B5EF4-FFF2-40B4-BE49-F238E27FC236}">
                <a16:creationId xmlns:a16="http://schemas.microsoft.com/office/drawing/2014/main" id="{C7A58184-442A-70FF-F551-BD01CE352B78}"/>
              </a:ext>
            </a:extLst>
          </p:cNvPr>
          <p:cNvSpPr txBox="1">
            <a:spLocks/>
          </p:cNvSpPr>
          <p:nvPr/>
        </p:nvSpPr>
        <p:spPr>
          <a:xfrm>
            <a:off x="4330602" y="2831003"/>
            <a:ext cx="3247697" cy="80908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04</a:t>
            </a:r>
            <a:r>
              <a:rPr lang="en-US" sz="1800" b="1" dirty="0">
                <a:solidFill>
                  <a:schemeClr val="accent2"/>
                </a:solidFill>
                <a:latin typeface="DM Sans 14pt"/>
              </a:rPr>
              <a:t>  </a:t>
            </a:r>
            <a:r>
              <a:rPr lang="en-US" sz="1800" b="1" dirty="0">
                <a:solidFill>
                  <a:schemeClr val="bg1"/>
                </a:solidFill>
                <a:latin typeface="DM Sans 14pt"/>
              </a:rPr>
              <a:t>RAPTOR</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Spine-Leaf ?</a:t>
            </a:r>
          </a:p>
        </p:txBody>
      </p:sp>
      <p:sp>
        <p:nvSpPr>
          <p:cNvPr id="12" name="Google Shape;942;p95">
            <a:extLst>
              <a:ext uri="{FF2B5EF4-FFF2-40B4-BE49-F238E27FC236}">
                <a16:creationId xmlns:a16="http://schemas.microsoft.com/office/drawing/2014/main" id="{EE95D341-B9AF-8FDF-E322-45BE88E94416}"/>
              </a:ext>
            </a:extLst>
          </p:cNvPr>
          <p:cNvSpPr txBox="1">
            <a:spLocks/>
          </p:cNvSpPr>
          <p:nvPr/>
        </p:nvSpPr>
        <p:spPr>
          <a:xfrm>
            <a:off x="4330601" y="3974849"/>
            <a:ext cx="3247697" cy="80908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05</a:t>
            </a:r>
            <a:r>
              <a:rPr lang="en-US" sz="1800" b="1" dirty="0">
                <a:solidFill>
                  <a:schemeClr val="bg1"/>
                </a:solidFill>
                <a:latin typeface="DM Sans 14pt"/>
              </a:rPr>
              <a:t>  </a:t>
            </a:r>
            <a:r>
              <a:rPr lang="en-US" sz="1800" b="1" dirty="0" err="1">
                <a:solidFill>
                  <a:schemeClr val="bg1"/>
                </a:solidFill>
                <a:latin typeface="DM Sans 14pt"/>
              </a:rPr>
              <a:t>GraphRAG</a:t>
            </a:r>
            <a:endParaRPr lang="en-US" sz="1800" b="1" dirty="0">
              <a:solidFill>
                <a:schemeClr val="bg1"/>
              </a:solidFill>
              <a:latin typeface="DM Sans 14pt"/>
            </a:endParaRP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Knowledge Graphs</a:t>
            </a:r>
          </a:p>
        </p:txBody>
      </p:sp>
      <p:sp>
        <p:nvSpPr>
          <p:cNvPr id="13" name="Google Shape;942;p95">
            <a:extLst>
              <a:ext uri="{FF2B5EF4-FFF2-40B4-BE49-F238E27FC236}">
                <a16:creationId xmlns:a16="http://schemas.microsoft.com/office/drawing/2014/main" id="{231CB5E8-264F-1332-53C2-74DBF2D9A456}"/>
              </a:ext>
            </a:extLst>
          </p:cNvPr>
          <p:cNvSpPr txBox="1">
            <a:spLocks/>
          </p:cNvSpPr>
          <p:nvPr/>
        </p:nvSpPr>
        <p:spPr>
          <a:xfrm>
            <a:off x="4330600" y="5118695"/>
            <a:ext cx="3247697" cy="80908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06</a:t>
            </a:r>
            <a:r>
              <a:rPr lang="en-US" sz="1800" b="1" dirty="0">
                <a:solidFill>
                  <a:schemeClr val="accent2"/>
                </a:solidFill>
                <a:latin typeface="DM Sans 14pt"/>
              </a:rPr>
              <a:t>  </a:t>
            </a:r>
            <a:r>
              <a:rPr lang="en-US" sz="1800" b="1" dirty="0">
                <a:solidFill>
                  <a:schemeClr val="bg1"/>
                </a:solidFill>
                <a:latin typeface="DM Sans 14pt"/>
              </a:rPr>
              <a:t>TAG</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Tables</a:t>
            </a:r>
          </a:p>
        </p:txBody>
      </p:sp>
      <p:sp>
        <p:nvSpPr>
          <p:cNvPr id="14" name="Google Shape;942;p95">
            <a:extLst>
              <a:ext uri="{FF2B5EF4-FFF2-40B4-BE49-F238E27FC236}">
                <a16:creationId xmlns:a16="http://schemas.microsoft.com/office/drawing/2014/main" id="{427DA3BC-F838-2703-1B14-CD4739B7DD8E}"/>
              </a:ext>
            </a:extLst>
          </p:cNvPr>
          <p:cNvSpPr txBox="1">
            <a:spLocks/>
          </p:cNvSpPr>
          <p:nvPr/>
        </p:nvSpPr>
        <p:spPr>
          <a:xfrm>
            <a:off x="7995805" y="1370619"/>
            <a:ext cx="3247697" cy="9128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07</a:t>
            </a:r>
            <a:r>
              <a:rPr lang="en-US" sz="1800" b="1" dirty="0">
                <a:solidFill>
                  <a:schemeClr val="accent2"/>
                </a:solidFill>
                <a:latin typeface="DM Sans 14pt"/>
              </a:rPr>
              <a:t> </a:t>
            </a:r>
            <a:r>
              <a:rPr lang="en-US" sz="1800" b="1" dirty="0">
                <a:solidFill>
                  <a:schemeClr val="bg1"/>
                </a:solidFill>
                <a:latin typeface="DM Sans 14pt"/>
              </a:rPr>
              <a:t> RAFT</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Fine-Tuning</a:t>
            </a:r>
          </a:p>
        </p:txBody>
      </p:sp>
      <p:sp>
        <p:nvSpPr>
          <p:cNvPr id="15" name="Google Shape;942;p95">
            <a:extLst>
              <a:ext uri="{FF2B5EF4-FFF2-40B4-BE49-F238E27FC236}">
                <a16:creationId xmlns:a16="http://schemas.microsoft.com/office/drawing/2014/main" id="{47252BD0-EB68-EFB3-47CC-161131539E01}"/>
              </a:ext>
            </a:extLst>
          </p:cNvPr>
          <p:cNvSpPr txBox="1">
            <a:spLocks/>
          </p:cNvSpPr>
          <p:nvPr/>
        </p:nvSpPr>
        <p:spPr>
          <a:xfrm>
            <a:off x="7995805" y="3581967"/>
            <a:ext cx="3247697" cy="9128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pitchFamily="2" charset="77"/>
              </a:rPr>
              <a:t>09</a:t>
            </a:r>
            <a:r>
              <a:rPr lang="en-US" sz="1800" b="1" dirty="0">
                <a:solidFill>
                  <a:schemeClr val="accent2"/>
                </a:solidFill>
                <a:latin typeface="DM Sans 14pt" pitchFamily="2" charset="77"/>
              </a:rPr>
              <a:t> </a:t>
            </a:r>
            <a:r>
              <a:rPr lang="en-US" sz="1800" b="1" dirty="0">
                <a:solidFill>
                  <a:schemeClr val="bg1"/>
                </a:solidFill>
                <a:latin typeface="DM Sans 14pt" pitchFamily="2" charset="77"/>
              </a:rPr>
              <a:t> Agents using RAG​</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a:t>
            </a:r>
            <a:r>
              <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Agentic RAG</a:t>
            </a:r>
          </a:p>
          <a:p>
            <a:pPr>
              <a:lnSpc>
                <a:spcPts val="2600"/>
              </a:lnSpc>
            </a:pPr>
            <a:r>
              <a:rPr lang="en-US" sz="1600" dirty="0">
                <a:solidFill>
                  <a:schemeClr val="accent2">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Tool Selection</a:t>
            </a:r>
          </a:p>
        </p:txBody>
      </p:sp>
      <p:sp>
        <p:nvSpPr>
          <p:cNvPr id="2" name="Google Shape;942;p95">
            <a:extLst>
              <a:ext uri="{FF2B5EF4-FFF2-40B4-BE49-F238E27FC236}">
                <a16:creationId xmlns:a16="http://schemas.microsoft.com/office/drawing/2014/main" id="{19A57D57-A8AE-BF44-B0C3-01103E58033D}"/>
              </a:ext>
            </a:extLst>
          </p:cNvPr>
          <p:cNvSpPr txBox="1">
            <a:spLocks/>
          </p:cNvSpPr>
          <p:nvPr/>
        </p:nvSpPr>
        <p:spPr>
          <a:xfrm>
            <a:off x="7995805" y="2473985"/>
            <a:ext cx="3247697" cy="9128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a:spcAft>
                <a:spcPts val="1200"/>
              </a:spcAft>
            </a:pPr>
            <a:r>
              <a:rPr lang="en-US" sz="1800" dirty="0">
                <a:solidFill>
                  <a:schemeClr val="accent2"/>
                </a:solidFill>
                <a:latin typeface="DM Sans 14pt"/>
              </a:rPr>
              <a:t>08</a:t>
            </a:r>
            <a:r>
              <a:rPr lang="en-US" sz="1800" b="1" dirty="0">
                <a:solidFill>
                  <a:schemeClr val="accent2"/>
                </a:solidFill>
                <a:latin typeface="DM Sans 14pt"/>
              </a:rPr>
              <a:t> </a:t>
            </a:r>
            <a:r>
              <a:rPr lang="en-US" sz="1800" b="1" dirty="0">
                <a:solidFill>
                  <a:schemeClr val="bg1"/>
                </a:solidFill>
                <a:latin typeface="DM Sans 14pt"/>
              </a:rPr>
              <a:t> Agentic RAG</a:t>
            </a:r>
            <a:endParaRPr lang="en-US" sz="1800" b="1" dirty="0">
              <a:solidFill>
                <a:schemeClr val="bg1"/>
              </a:solidFill>
              <a:latin typeface="DM Sans 14pt" pitchFamily="2" charset="77"/>
            </a:endParaRPr>
          </a:p>
          <a:p>
            <a:pPr>
              <a:lnSpc>
                <a:spcPts val="2600"/>
              </a:lnSpc>
            </a:pPr>
            <a:r>
              <a:rPr lang="en-US" sz="1600" dirty="0">
                <a:solidFill>
                  <a:schemeClr val="accent2">
                    <a:lumMod val="20000"/>
                    <a:lumOff val="80000"/>
                  </a:schemeClr>
                </a:solidFill>
                <a:latin typeface="Open Sans"/>
                <a:ea typeface="Open Sans"/>
                <a:cs typeface="Open Sans"/>
              </a:rPr>
              <a:t>// </a:t>
            </a:r>
            <a:r>
              <a:rPr lang="en-US" sz="1600" dirty="0">
                <a:solidFill>
                  <a:schemeClr val="bg1"/>
                </a:solidFill>
                <a:latin typeface="Open Sans"/>
                <a:ea typeface="Open Sans"/>
                <a:cs typeface="Open Sans"/>
              </a:rPr>
              <a:t>Using Agents to Achieve RAG</a:t>
            </a:r>
            <a:endPar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2;p19" descr="Generated image">
            <a:extLst>
              <a:ext uri="{FF2B5EF4-FFF2-40B4-BE49-F238E27FC236}">
                <a16:creationId xmlns:a16="http://schemas.microsoft.com/office/drawing/2014/main" id="{968C5146-F9B0-7D83-D4AE-4EAF5D0A063F}"/>
              </a:ext>
            </a:extLst>
          </p:cNvPr>
          <p:cNvPicPr preferRelativeResize="0"/>
          <p:nvPr/>
        </p:nvPicPr>
        <p:blipFill rotWithShape="1">
          <a:blip r:embed="rId2">
            <a:alphaModFix/>
            <a:extLst>
              <a:ext uri="{BEBA8EAE-BF5A-486C-A8C5-ECC9F3942E4B}">
                <a14:imgProps xmlns:a14="http://schemas.microsoft.com/office/drawing/2010/main">
                  <a14:imgLayer r:embed="rId3">
                    <a14:imgEffect>
                      <a14:colorTemperature colorTemp="4700"/>
                    </a14:imgEffect>
                  </a14:imgLayer>
                </a14:imgProps>
              </a:ext>
            </a:extLst>
          </a:blip>
          <a:srcRect/>
          <a:stretch/>
        </p:blipFill>
        <p:spPr>
          <a:xfrm>
            <a:off x="3524249" y="735724"/>
            <a:ext cx="5143501" cy="5143501"/>
          </a:xfrm>
          <a:prstGeom prst="rect">
            <a:avLst/>
          </a:prstGeom>
          <a:noFill/>
          <a:ln>
            <a:noFill/>
          </a:ln>
        </p:spPr>
      </p:pic>
    </p:spTree>
    <p:extLst>
      <p:ext uri="{BB962C8B-B14F-4D97-AF65-F5344CB8AC3E}">
        <p14:creationId xmlns:p14="http://schemas.microsoft.com/office/powerpoint/2010/main" val="110954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p:txBody>
          <a:bodyPr/>
          <a:lstStyle/>
          <a:p>
            <a:r>
              <a:rPr lang="en-US"/>
              <a:t>AI 1.0: GUI / REST API</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7643588" cy="1094800"/>
          </a:xfrm>
        </p:spPr>
        <p:txBody>
          <a:bodyPr/>
          <a:lstStyle/>
          <a:p>
            <a:pPr>
              <a:lnSpc>
                <a:spcPts val="2200"/>
              </a:lnSpc>
            </a:pPr>
            <a:r>
              <a:rPr lang="en-US"/>
              <a:t>The beginning of modern AI integration into workflows. Interfaces were built around graphical user interfaces (GUI) and REST APIs. Systems were reactive, rule-based, and required precise inputs.</a:t>
            </a:r>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2254596"/>
            <a:ext cx="4571600" cy="1094800"/>
          </a:xfrm>
        </p:spPr>
        <p:txBody>
          <a:bodyPr/>
          <a:lstStyle/>
          <a:p>
            <a:pPr marL="7938" indent="0">
              <a:spcBef>
                <a:spcPts val="600"/>
              </a:spcBef>
              <a:buNone/>
            </a:pPr>
            <a:r>
              <a:rPr lang="en-US" sz="1800" b="1">
                <a:solidFill>
                  <a:schemeClr val="accent2"/>
                </a:solidFill>
                <a:latin typeface="DM Sans 14pt SemiBold" pitchFamily="2" charset="77"/>
              </a:rPr>
              <a:t>Characteristics</a:t>
            </a:r>
            <a:endParaRPr lang="en-US"/>
          </a:p>
          <a:p>
            <a:pPr>
              <a:spcBef>
                <a:spcPts val="600"/>
              </a:spcBef>
            </a:pPr>
            <a:r>
              <a:rPr lang="en-US"/>
              <a:t> Manual interactions via UI</a:t>
            </a:r>
          </a:p>
          <a:p>
            <a:pPr>
              <a:spcBef>
                <a:spcPts val="600"/>
              </a:spcBef>
            </a:pPr>
            <a:r>
              <a:rPr lang="en-US"/>
              <a:t> Predefined API endpoints</a:t>
            </a:r>
          </a:p>
          <a:p>
            <a:pPr>
              <a:spcBef>
                <a:spcPts val="600"/>
              </a:spcBef>
            </a:pPr>
            <a:r>
              <a:rPr lang="en-US"/>
              <a:t> No contextual understanding</a:t>
            </a:r>
          </a:p>
          <a:p>
            <a:pPr>
              <a:spcBef>
                <a:spcPts val="600"/>
              </a:spcBef>
            </a:pPr>
            <a:r>
              <a:rPr lang="en-US"/>
              <a:t> Automation limited to basic scripting</a:t>
            </a:r>
          </a:p>
          <a:p>
            <a:pPr>
              <a:spcBef>
                <a:spcPts val="600"/>
              </a:spcBef>
            </a:pPr>
            <a:endParaRPr lang="en-US"/>
          </a:p>
          <a:p>
            <a:pPr>
              <a:spcBef>
                <a:spcPts val="600"/>
              </a:spcBef>
            </a:pPr>
            <a:endParaRPr lang="en-US"/>
          </a:p>
        </p:txBody>
      </p:sp>
    </p:spTree>
    <p:extLst>
      <p:ext uri="{BB962C8B-B14F-4D97-AF65-F5344CB8AC3E}">
        <p14:creationId xmlns:p14="http://schemas.microsoft.com/office/powerpoint/2010/main" val="93833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p:txBody>
          <a:bodyPr/>
          <a:lstStyle/>
          <a:p>
            <a:r>
              <a:rPr lang="en-US"/>
              <a:t>AI 1.5: Retrieval Approaches</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7643588" cy="1094800"/>
          </a:xfrm>
        </p:spPr>
        <p:txBody>
          <a:bodyPr/>
          <a:lstStyle/>
          <a:p>
            <a:pPr>
              <a:lnSpc>
                <a:spcPts val="2200"/>
              </a:lnSpc>
            </a:pPr>
            <a:r>
              <a:rPr lang="en-US"/>
              <a:t>A leap in capability with large language models able to retrieve and reason over external data. Systems began to offer contextual responses grounded in current or proprietary knowledge.</a:t>
            </a:r>
          </a:p>
          <a:p>
            <a:pPr>
              <a:lnSpc>
                <a:spcPts val="2200"/>
              </a:lnSpc>
            </a:pPr>
            <a:endParaRPr lang="en-US"/>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2254596"/>
            <a:ext cx="4571600" cy="1094800"/>
          </a:xfrm>
        </p:spPr>
        <p:txBody>
          <a:bodyPr/>
          <a:lstStyle/>
          <a:p>
            <a:pPr marL="7938" indent="0">
              <a:spcBef>
                <a:spcPts val="600"/>
              </a:spcBef>
              <a:buNone/>
            </a:pPr>
            <a:r>
              <a:rPr lang="en-US" sz="1800" b="1">
                <a:solidFill>
                  <a:schemeClr val="accent2"/>
                </a:solidFill>
                <a:latin typeface="DM Sans 14pt SemiBold" pitchFamily="2" charset="77"/>
              </a:rPr>
              <a:t>Characteristics</a:t>
            </a:r>
            <a:endParaRPr lang="en-US"/>
          </a:p>
          <a:p>
            <a:pPr>
              <a:spcBef>
                <a:spcPts val="600"/>
              </a:spcBef>
            </a:pPr>
            <a:r>
              <a:rPr lang="en-US"/>
              <a:t>Combines LLMs with external data sources</a:t>
            </a:r>
          </a:p>
          <a:p>
            <a:pPr>
              <a:spcBef>
                <a:spcPts val="600"/>
              </a:spcBef>
            </a:pPr>
            <a:r>
              <a:rPr lang="en-US"/>
              <a:t>Supports context-aware Q&amp;A</a:t>
            </a:r>
          </a:p>
          <a:p>
            <a:pPr>
              <a:spcBef>
                <a:spcPts val="600"/>
              </a:spcBef>
            </a:pPr>
            <a:r>
              <a:rPr lang="en-US"/>
              <a:t>Introduces knowledge grounding</a:t>
            </a:r>
          </a:p>
          <a:p>
            <a:pPr>
              <a:spcBef>
                <a:spcPts val="600"/>
              </a:spcBef>
            </a:pPr>
            <a:r>
              <a:rPr lang="en-US"/>
              <a:t>Still linear, not autonomous</a:t>
            </a:r>
          </a:p>
          <a:p>
            <a:pPr>
              <a:spcBef>
                <a:spcPts val="600"/>
              </a:spcBef>
            </a:pPr>
            <a:endParaRPr lang="en-US"/>
          </a:p>
        </p:txBody>
      </p:sp>
    </p:spTree>
    <p:extLst>
      <p:ext uri="{BB962C8B-B14F-4D97-AF65-F5344CB8AC3E}">
        <p14:creationId xmlns:p14="http://schemas.microsoft.com/office/powerpoint/2010/main" val="1400490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t>AI 2.0: </a:t>
            </a:r>
            <a:r>
              <a:rPr lang="en-US" err="1"/>
              <a:t>ReACT</a:t>
            </a:r>
            <a:r>
              <a:rPr lang="en-US"/>
              <a:t> Agents (AI Agents)</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7643588" cy="1094800"/>
          </a:xfrm>
        </p:spPr>
        <p:txBody>
          <a:bodyPr/>
          <a:lstStyle/>
          <a:p>
            <a:pPr>
              <a:lnSpc>
                <a:spcPts val="2200"/>
              </a:lnSpc>
            </a:pPr>
            <a:r>
              <a:rPr lang="en-US"/>
              <a:t>The emergence of autonomous, goal-driven agents capable of planning, reasoning, and taking actions across multiple tools. Systems evolve from stateless prompts to stateful workflows.</a:t>
            </a:r>
          </a:p>
          <a:p>
            <a:pPr>
              <a:lnSpc>
                <a:spcPts val="2200"/>
              </a:lnSpc>
            </a:pPr>
            <a:endParaRPr lang="en-US"/>
          </a:p>
          <a:p>
            <a:pPr>
              <a:lnSpc>
                <a:spcPts val="2200"/>
              </a:lnSpc>
            </a:pPr>
            <a:endParaRPr lang="en-US"/>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6" y="2254596"/>
            <a:ext cx="5898871" cy="1094800"/>
          </a:xfrm>
        </p:spPr>
        <p:txBody>
          <a:bodyPr/>
          <a:lstStyle/>
          <a:p>
            <a:pPr marL="7938" indent="0">
              <a:spcBef>
                <a:spcPts val="600"/>
              </a:spcBef>
              <a:buNone/>
            </a:pPr>
            <a:r>
              <a:rPr lang="en-US" sz="1800" b="1">
                <a:solidFill>
                  <a:schemeClr val="accent2"/>
                </a:solidFill>
                <a:latin typeface="DM Sans 14pt SemiBold" pitchFamily="2" charset="77"/>
              </a:rPr>
              <a:t>Characteristics</a:t>
            </a:r>
            <a:endParaRPr lang="en-US"/>
          </a:p>
          <a:p>
            <a:pPr>
              <a:spcBef>
                <a:spcPts val="600"/>
              </a:spcBef>
            </a:pPr>
            <a:r>
              <a:rPr lang="en-US"/>
              <a:t>Task orchestration and tool use</a:t>
            </a:r>
          </a:p>
          <a:p>
            <a:pPr>
              <a:spcBef>
                <a:spcPts val="600"/>
              </a:spcBef>
            </a:pPr>
            <a:r>
              <a:rPr lang="en-US"/>
              <a:t>Memory and planning</a:t>
            </a:r>
          </a:p>
          <a:p>
            <a:pPr>
              <a:spcBef>
                <a:spcPts val="600"/>
              </a:spcBef>
            </a:pPr>
            <a:r>
              <a:rPr lang="en-US"/>
              <a:t>Multi-step reasoning</a:t>
            </a:r>
          </a:p>
          <a:p>
            <a:pPr>
              <a:spcBef>
                <a:spcPts val="600"/>
              </a:spcBef>
            </a:pPr>
            <a:r>
              <a:rPr lang="en-US"/>
              <a:t>Autonomous execution across APIs, files, and platforms</a:t>
            </a:r>
          </a:p>
        </p:txBody>
      </p:sp>
    </p:spTree>
    <p:extLst>
      <p:ext uri="{BB962C8B-B14F-4D97-AF65-F5344CB8AC3E}">
        <p14:creationId xmlns:p14="http://schemas.microsoft.com/office/powerpoint/2010/main" val="314114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317EE1F-22A6-D0ED-A070-E5B75531714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flipV="1">
            <a:off x="5287617" y="0"/>
            <a:ext cx="6904383" cy="5961138"/>
          </a:xfrm>
          <a:prstGeom prst="rect">
            <a:avLst/>
          </a:prstGeom>
        </p:spPr>
      </p:pic>
      <p:sp>
        <p:nvSpPr>
          <p:cNvPr id="4" name="Title 3">
            <a:extLst>
              <a:ext uri="{FF2B5EF4-FFF2-40B4-BE49-F238E27FC236}">
                <a16:creationId xmlns:a16="http://schemas.microsoft.com/office/drawing/2014/main" id="{D4228628-D019-778D-AC6E-070B8A548AB2}"/>
              </a:ext>
            </a:extLst>
          </p:cNvPr>
          <p:cNvSpPr>
            <a:spLocks noGrp="1"/>
          </p:cNvSpPr>
          <p:nvPr>
            <p:ph type="title"/>
          </p:nvPr>
        </p:nvSpPr>
        <p:spPr>
          <a:xfrm>
            <a:off x="716217" y="971625"/>
            <a:ext cx="9142800" cy="4914800"/>
          </a:xfrm>
        </p:spPr>
        <p:txBody>
          <a:bodyPr/>
          <a:lstStyle/>
          <a:p>
            <a:pPr algn="l"/>
            <a:r>
              <a:rPr lang="en-US" dirty="0"/>
              <a:t>6 Steps of Retrieval Augmented Generation</a:t>
            </a:r>
          </a:p>
        </p:txBody>
      </p:sp>
    </p:spTree>
    <p:extLst>
      <p:ext uri="{BB962C8B-B14F-4D97-AF65-F5344CB8AC3E}">
        <p14:creationId xmlns:p14="http://schemas.microsoft.com/office/powerpoint/2010/main" val="336495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7576E4BB-EF3D-25DE-5632-AEDFDF7940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3745" y="1145628"/>
            <a:ext cx="11384510" cy="4025462"/>
          </a:xfrm>
          <a:prstGeom prst="rect">
            <a:avLst/>
          </a:prstGeom>
        </p:spPr>
      </p:pic>
    </p:spTree>
    <p:extLst>
      <p:ext uri="{BB962C8B-B14F-4D97-AF65-F5344CB8AC3E}">
        <p14:creationId xmlns:p14="http://schemas.microsoft.com/office/powerpoint/2010/main" val="3181153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t>01 Source</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4618908" cy="1094800"/>
          </a:xfrm>
        </p:spPr>
        <p:txBody>
          <a:bodyPr/>
          <a:lstStyle/>
          <a:p>
            <a:pPr>
              <a:lnSpc>
                <a:spcPts val="2200"/>
              </a:lnSpc>
            </a:pPr>
            <a:r>
              <a:rPr lang="en-US"/>
              <a:t>The source of the external knowledge you want to augment the generation of output. </a:t>
            </a:r>
          </a:p>
          <a:p>
            <a:pPr>
              <a:lnSpc>
                <a:spcPts val="2200"/>
              </a:lnSpc>
            </a:pPr>
            <a:endParaRPr lang="en-US"/>
          </a:p>
          <a:p>
            <a:pPr>
              <a:lnSpc>
                <a:spcPts val="2200"/>
              </a:lnSpc>
            </a:pPr>
            <a:endParaRPr lang="en-US"/>
          </a:p>
          <a:p>
            <a:pPr>
              <a:lnSpc>
                <a:spcPts val="2200"/>
              </a:lnSpc>
            </a:pPr>
            <a:endParaRPr lang="en-US"/>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2319487"/>
            <a:ext cx="2495592" cy="1094800"/>
          </a:xfrm>
        </p:spPr>
        <p:txBody>
          <a:bodyPr/>
          <a:lstStyle/>
          <a:p>
            <a:pPr marL="7938" indent="0">
              <a:spcBef>
                <a:spcPts val="600"/>
              </a:spcBef>
              <a:buNone/>
            </a:pPr>
            <a:r>
              <a:rPr lang="en-US" sz="1800" b="1">
                <a:solidFill>
                  <a:schemeClr val="accent2"/>
                </a:solidFill>
                <a:latin typeface="DM Sans 14pt SemiBold" pitchFamily="2" charset="77"/>
              </a:rPr>
              <a:t>High Level Categories</a:t>
            </a:r>
            <a:endParaRPr lang="en-US"/>
          </a:p>
          <a:p>
            <a:pPr>
              <a:spcBef>
                <a:spcPts val="600"/>
              </a:spcBef>
            </a:pPr>
            <a:r>
              <a:rPr lang="en-US"/>
              <a:t>Webpages</a:t>
            </a:r>
          </a:p>
          <a:p>
            <a:pPr>
              <a:spcBef>
                <a:spcPts val="600"/>
              </a:spcBef>
            </a:pPr>
            <a:r>
              <a:rPr lang="en-US"/>
              <a:t> PDFs</a:t>
            </a:r>
          </a:p>
          <a:p>
            <a:pPr>
              <a:spcBef>
                <a:spcPts val="600"/>
              </a:spcBef>
            </a:pPr>
            <a:r>
              <a:rPr lang="en-US"/>
              <a:t> Cloud Providers</a:t>
            </a:r>
          </a:p>
          <a:p>
            <a:pPr>
              <a:spcBef>
                <a:spcPts val="600"/>
              </a:spcBef>
            </a:pPr>
            <a:r>
              <a:rPr lang="en-US"/>
              <a:t> Social Platforms</a:t>
            </a:r>
          </a:p>
          <a:p>
            <a:pPr>
              <a:spcBef>
                <a:spcPts val="600"/>
              </a:spcBef>
            </a:pPr>
            <a:r>
              <a:rPr lang="en-US"/>
              <a:t> Messaging Services</a:t>
            </a:r>
          </a:p>
          <a:p>
            <a:pPr>
              <a:spcBef>
                <a:spcPts val="600"/>
              </a:spcBef>
            </a:pPr>
            <a:r>
              <a:rPr lang="en-US"/>
              <a:t> Productivity Tools</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6543675" y="885825"/>
            <a:ext cx="728663"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DFDAED-182A-CCDC-5494-9E29396C0985}"/>
              </a:ext>
            </a:extLst>
          </p:cNvPr>
          <p:cNvSpPr/>
          <p:nvPr/>
        </p:nvSpPr>
        <p:spPr>
          <a:xfrm>
            <a:off x="7272337" y="600075"/>
            <a:ext cx="4286251"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CBCAD83A-6D53-B2DA-BE93-6A8BBEF74B53}"/>
              </a:ext>
            </a:extLst>
          </p:cNvPr>
          <p:cNvSpPr txBox="1">
            <a:spLocks/>
          </p:cNvSpPr>
          <p:nvPr/>
        </p:nvSpPr>
        <p:spPr>
          <a:xfrm>
            <a:off x="3164125" y="2663839"/>
            <a:ext cx="2495593" cy="1094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a:t>Common File Types</a:t>
            </a:r>
          </a:p>
          <a:p>
            <a:pPr marL="690563" lvl="1" indent="-282575">
              <a:spcBef>
                <a:spcPts val="600"/>
              </a:spcBef>
            </a:pPr>
            <a:r>
              <a:rPr lang="en-US">
                <a:latin typeface="Open Sans" panose="020B0606030504020204" pitchFamily="34" charset="0"/>
                <a:ea typeface="Open Sans" panose="020B0606030504020204" pitchFamily="34" charset="0"/>
                <a:cs typeface="Open Sans" panose="020B0606030504020204" pitchFamily="34" charset="0"/>
              </a:rPr>
              <a:t> CSV</a:t>
            </a:r>
          </a:p>
          <a:p>
            <a:pPr marL="690563" lvl="1" indent="-282575">
              <a:spcBef>
                <a:spcPts val="600"/>
              </a:spcBef>
            </a:pPr>
            <a:r>
              <a:rPr lang="en-US">
                <a:latin typeface="Open Sans" panose="020B0606030504020204" pitchFamily="34" charset="0"/>
                <a:ea typeface="Open Sans" panose="020B0606030504020204" pitchFamily="34" charset="0"/>
                <a:cs typeface="Open Sans" panose="020B0606030504020204" pitchFamily="34" charset="0"/>
              </a:rPr>
              <a:t> Directory of files</a:t>
            </a:r>
          </a:p>
          <a:p>
            <a:pPr marL="690563" lvl="1" indent="-282575">
              <a:spcBef>
                <a:spcPts val="600"/>
              </a:spcBef>
            </a:pPr>
            <a:r>
              <a:rPr lang="en-US">
                <a:latin typeface="Open Sans" panose="020B0606030504020204" pitchFamily="34" charset="0"/>
                <a:ea typeface="Open Sans" panose="020B0606030504020204" pitchFamily="34" charset="0"/>
                <a:cs typeface="Open Sans" panose="020B0606030504020204" pitchFamily="34" charset="0"/>
              </a:rPr>
              <a:t> Unstructured files</a:t>
            </a:r>
          </a:p>
          <a:p>
            <a:pPr marL="690563" lvl="1" indent="-282575">
              <a:spcBef>
                <a:spcPts val="600"/>
              </a:spcBef>
            </a:pPr>
            <a:r>
              <a:rPr lang="en-US">
                <a:latin typeface="Open Sans" panose="020B0606030504020204" pitchFamily="34" charset="0"/>
                <a:ea typeface="Open Sans" panose="020B0606030504020204" pitchFamily="34" charset="0"/>
                <a:cs typeface="Open Sans" panose="020B0606030504020204" pitchFamily="34" charset="0"/>
              </a:rPr>
              <a:t> JSON</a:t>
            </a:r>
          </a:p>
          <a:p>
            <a:pPr marL="690563" lvl="1" indent="-282575">
              <a:spcBef>
                <a:spcPts val="600"/>
              </a:spcBef>
            </a:pPr>
            <a:r>
              <a:rPr lang="en-US">
                <a:latin typeface="Open Sans" panose="020B0606030504020204" pitchFamily="34" charset="0"/>
                <a:ea typeface="Open Sans" panose="020B0606030504020204" pitchFamily="34" charset="0"/>
                <a:cs typeface="Open Sans" panose="020B0606030504020204" pitchFamily="34" charset="0"/>
              </a:rPr>
              <a:t> HTML</a:t>
            </a:r>
          </a:p>
        </p:txBody>
      </p:sp>
    </p:spTree>
    <p:extLst>
      <p:ext uri="{BB962C8B-B14F-4D97-AF65-F5344CB8AC3E}">
        <p14:creationId xmlns:p14="http://schemas.microsoft.com/office/powerpoint/2010/main" val="1776449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solidFill>
                  <a:srgbClr val="92D050"/>
                </a:solidFill>
              </a:rPr>
              <a:t>02</a:t>
            </a:r>
            <a:r>
              <a:rPr lang="en-US"/>
              <a:t> Load</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4618908" cy="1094800"/>
          </a:xfrm>
        </p:spPr>
        <p:txBody>
          <a:bodyPr/>
          <a:lstStyle/>
          <a:p>
            <a:pPr>
              <a:lnSpc>
                <a:spcPts val="2200"/>
              </a:lnSpc>
            </a:pPr>
            <a:r>
              <a:rPr lang="en-US"/>
              <a:t>Once you have a source you need to find the appropriate loader </a:t>
            </a:r>
          </a:p>
          <a:p>
            <a:pPr>
              <a:lnSpc>
                <a:spcPts val="2200"/>
              </a:lnSpc>
            </a:pPr>
            <a:endParaRPr lang="en-US"/>
          </a:p>
          <a:p>
            <a:pPr>
              <a:lnSpc>
                <a:spcPts val="2200"/>
              </a:lnSpc>
            </a:pPr>
            <a:endParaRPr lang="en-US"/>
          </a:p>
          <a:p>
            <a:pPr>
              <a:lnSpc>
                <a:spcPts val="2200"/>
              </a:lnSpc>
            </a:pPr>
            <a:endParaRPr lang="en-US"/>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2319487"/>
            <a:ext cx="4333158" cy="511936"/>
          </a:xfrm>
        </p:spPr>
        <p:txBody>
          <a:bodyPr/>
          <a:lstStyle/>
          <a:p>
            <a:pPr marL="7938" indent="0">
              <a:spcBef>
                <a:spcPts val="600"/>
              </a:spcBef>
              <a:buNone/>
            </a:pPr>
            <a:r>
              <a:rPr lang="en-US" sz="1800" b="1">
                <a:solidFill>
                  <a:schemeClr val="accent2"/>
                </a:solidFill>
                <a:latin typeface="DM Sans 14pt SemiBold" pitchFamily="2" charset="77"/>
              </a:rPr>
              <a:t>Sample code to load a JSON file:</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5659719" y="885825"/>
            <a:ext cx="641070"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DFDAED-182A-CCDC-5494-9E29396C0985}"/>
              </a:ext>
            </a:extLst>
          </p:cNvPr>
          <p:cNvSpPr/>
          <p:nvPr/>
        </p:nvSpPr>
        <p:spPr>
          <a:xfrm>
            <a:off x="7272337" y="600075"/>
            <a:ext cx="4286251"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133;p26">
            <a:extLst>
              <a:ext uri="{FF2B5EF4-FFF2-40B4-BE49-F238E27FC236}">
                <a16:creationId xmlns:a16="http://schemas.microsoft.com/office/drawing/2014/main" id="{FC69F41C-7298-99E9-0644-9E887B536CEF}"/>
              </a:ext>
            </a:extLst>
          </p:cNvPr>
          <p:cNvSpPr txBox="1"/>
          <p:nvPr/>
        </p:nvSpPr>
        <p:spPr>
          <a:xfrm>
            <a:off x="7059938" y="5216350"/>
            <a:ext cx="5568300" cy="6117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80357"/>
              </a:lnSpc>
              <a:spcBef>
                <a:spcPts val="0"/>
              </a:spcBef>
              <a:spcAft>
                <a:spcPts val="0"/>
              </a:spcAft>
              <a:buClr>
                <a:srgbClr val="000000"/>
              </a:buClr>
              <a:buSzPts val="1400"/>
              <a:buFont typeface="Arial"/>
              <a:buChar char="•"/>
            </a:pPr>
            <a:r>
              <a:rPr lang="en" sz="1400" i="0" u="none" strike="noStrike" cap="none">
                <a:solidFill>
                  <a:schemeClr val="lt1"/>
                </a:solidFill>
                <a:latin typeface="Space Mono"/>
                <a:ea typeface="Space Mono"/>
                <a:cs typeface="Space Mono"/>
                <a:sym typeface="Space Mono"/>
              </a:rPr>
              <a:t>For all loaders: ​</a:t>
            </a:r>
            <a:br>
              <a:rPr lang="en" sz="1400" b="0" i="0" u="none" strike="noStrike" cap="none">
                <a:solidFill>
                  <a:srgbClr val="000000"/>
                </a:solidFill>
                <a:latin typeface="Arial"/>
                <a:ea typeface="Arial"/>
                <a:cs typeface="Arial"/>
                <a:sym typeface="Arial"/>
              </a:rPr>
            </a:br>
            <a:r>
              <a:rPr lang="en" sz="1400" b="0" i="0" u="sng" strike="noStrike" cap="none">
                <a:solidFill>
                  <a:srgbClr val="0097A7"/>
                </a:solidFill>
                <a:latin typeface="Arial"/>
                <a:ea typeface="Arial"/>
                <a:cs typeface="Arial"/>
                <a:sym typeface="Arial"/>
                <a:hlinkClick r:id="rId3">
                  <a:extLst>
                    <a:ext uri="{A12FA001-AC4F-418D-AE19-62706E023703}">
                      <ahyp:hlinkClr xmlns:ahyp="http://schemas.microsoft.com/office/drawing/2018/hyperlinkcolor" val="tx"/>
                    </a:ext>
                  </a:extLst>
                </a:hlinkClick>
              </a:rPr>
              <a:t>Document loaders | 🦜️🔗 LangChain</a:t>
            </a:r>
            <a:r>
              <a:rPr lang="en" sz="1400" b="0" i="0" u="none" strike="noStrike" cap="none">
                <a:solidFill>
                  <a:srgbClr val="000000"/>
                </a:solidFill>
                <a:latin typeface="Calibri"/>
                <a:ea typeface="Calibri"/>
                <a:cs typeface="Calibri"/>
                <a:sym typeface="Calibri"/>
              </a:rPr>
              <a:t>​</a:t>
            </a:r>
            <a:endParaRPr/>
          </a:p>
          <a:p>
            <a:pPr marL="285750" marR="0" lvl="0" indent="-285750" algn="l" rtl="0">
              <a:lnSpc>
                <a:spcPct val="80357"/>
              </a:lnSpc>
              <a:spcBef>
                <a:spcPts val="0"/>
              </a:spcBef>
              <a:spcAft>
                <a:spcPts val="0"/>
              </a:spcAft>
              <a:buClr>
                <a:srgbClr val="000000"/>
              </a:buClr>
              <a:buSzPts val="1400"/>
              <a:buFont typeface="Arial"/>
              <a:buChar char="•"/>
            </a:pPr>
            <a:r>
              <a:rPr lang="en" sz="1400" b="0" i="0" u="sng" strike="noStrike" cap="none">
                <a:solidFill>
                  <a:srgbClr val="0097A7"/>
                </a:solidFill>
                <a:latin typeface="Arial"/>
                <a:ea typeface="Arial"/>
                <a:cs typeface="Arial"/>
                <a:sym typeface="Arial"/>
                <a:hlinkClick r:id="rId4">
                  <a:extLst>
                    <a:ext uri="{A12FA001-AC4F-418D-AE19-62706E023703}">
                      <ahyp:hlinkClr xmlns:ahyp="http://schemas.microsoft.com/office/drawing/2018/hyperlinkcolor" val="tx"/>
                    </a:ext>
                  </a:extLst>
                </a:hlinkClick>
              </a:rPr>
              <a:t>document_loaders — 🦜🔗 LangChain documentation</a:t>
            </a:r>
            <a:endParaRPr/>
          </a:p>
        </p:txBody>
      </p:sp>
      <p:sp>
        <p:nvSpPr>
          <p:cNvPr id="8" name="Rounded Rectangle 7">
            <a:extLst>
              <a:ext uri="{FF2B5EF4-FFF2-40B4-BE49-F238E27FC236}">
                <a16:creationId xmlns:a16="http://schemas.microsoft.com/office/drawing/2014/main" id="{D388A7B7-CCDB-6BDA-81C3-12A4DA7674A9}"/>
              </a:ext>
            </a:extLst>
          </p:cNvPr>
          <p:cNvSpPr/>
          <p:nvPr/>
        </p:nvSpPr>
        <p:spPr>
          <a:xfrm>
            <a:off x="438867" y="3003219"/>
            <a:ext cx="5283517" cy="2824831"/>
          </a:xfrm>
          <a:prstGeom prst="roundRect">
            <a:avLst>
              <a:gd name="adj" fmla="val 4242"/>
            </a:avLst>
          </a:prstGeom>
          <a:gradFill>
            <a:gsLst>
              <a:gs pos="14000">
                <a:srgbClr val="000000"/>
              </a:gs>
              <a:gs pos="100000">
                <a:srgbClr val="1E1E1E"/>
              </a:gs>
            </a:gsLst>
            <a:lin ang="2700000" scaled="1"/>
          </a:gradFill>
          <a:ln w="3175">
            <a:solidFill>
              <a:schemeClr val="bg1">
                <a:lumMod val="5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3840" tIns="121920" rIns="243840" bIns="121920" rtlCol="0" anchor="t"/>
          <a:lstStyle/>
          <a:p>
            <a:pPr defTabSz="1219170">
              <a:lnSpc>
                <a:spcPts val="1867"/>
              </a:lnSpc>
              <a:spcAft>
                <a:spcPts val="400"/>
              </a:spcAft>
            </a:pPr>
            <a:endParaRPr lang="en-US" sz="12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FC350261-3C70-237E-2420-EF521A07DE6A}"/>
              </a:ext>
            </a:extLst>
          </p:cNvPr>
          <p:cNvSpPr txBox="1"/>
          <p:nvPr/>
        </p:nvSpPr>
        <p:spPr>
          <a:xfrm>
            <a:off x="672304" y="3203505"/>
            <a:ext cx="4724076" cy="2369880"/>
          </a:xfrm>
          <a:prstGeom prst="rect">
            <a:avLst/>
          </a:prstGeom>
          <a:noFill/>
        </p:spPr>
        <p:txBody>
          <a:bodyPr wrap="square">
            <a:spAutoFit/>
          </a:bodyPr>
          <a:lstStyle/>
          <a:p>
            <a:pPr lvl="0"/>
            <a:r>
              <a:rPr lang="en-US" sz="1200" dirty="0">
                <a:solidFill>
                  <a:schemeClr val="accent5"/>
                </a:solidFill>
                <a:latin typeface="Inconsolata" pitchFamily="49" charset="77"/>
                <a:ea typeface="Inconsolata" pitchFamily="49" charset="77"/>
                <a:cs typeface="Space Mono"/>
                <a:sym typeface="Space Mono"/>
              </a:rPr>
              <a:t>from </a:t>
            </a:r>
            <a:r>
              <a:rPr lang="en-US" sz="1200" dirty="0" err="1">
                <a:solidFill>
                  <a:schemeClr val="accent5"/>
                </a:solidFill>
                <a:latin typeface="Inconsolata" pitchFamily="49" charset="77"/>
                <a:ea typeface="Inconsolata" pitchFamily="49" charset="77"/>
                <a:cs typeface="Space Mono"/>
                <a:sym typeface="Space Mono"/>
              </a:rPr>
              <a:t>langchain_community.document_loaders</a:t>
            </a:r>
            <a:r>
              <a:rPr lang="en-US" sz="1200" dirty="0">
                <a:solidFill>
                  <a:schemeClr val="accent5"/>
                </a:solidFill>
                <a:latin typeface="Inconsolata" pitchFamily="49" charset="77"/>
                <a:ea typeface="Inconsolata" pitchFamily="49" charset="77"/>
                <a:cs typeface="Space Mono"/>
                <a:sym typeface="Space Mono"/>
              </a:rPr>
              <a:t> import </a:t>
            </a:r>
            <a:r>
              <a:rPr lang="en-US" sz="1200" dirty="0" err="1">
                <a:solidFill>
                  <a:schemeClr val="accent5"/>
                </a:solidFill>
                <a:latin typeface="Inconsolata" pitchFamily="49" charset="77"/>
                <a:ea typeface="Inconsolata" pitchFamily="49" charset="77"/>
                <a:cs typeface="Space Mono"/>
                <a:sym typeface="Space Mono"/>
              </a:rPr>
              <a:t>JSONLoader</a:t>
            </a:r>
            <a:endParaRPr lang="en-US" sz="1200" dirty="0">
              <a:solidFill>
                <a:schemeClr val="accent5"/>
              </a:solidFill>
              <a:latin typeface="Inconsolata" pitchFamily="49" charset="77"/>
              <a:ea typeface="Inconsolata" pitchFamily="49" charset="77"/>
              <a:cs typeface="Space Mono"/>
              <a:sym typeface="Space Mono"/>
            </a:endParaRPr>
          </a:p>
          <a:p>
            <a:pPr lvl="0"/>
            <a:endParaRPr lang="en-US" sz="1600" dirty="0">
              <a:solidFill>
                <a:schemeClr val="accent5"/>
              </a:solidFill>
              <a:latin typeface="Inconsolata" pitchFamily="49" charset="77"/>
              <a:ea typeface="Inconsolata" pitchFamily="49" charset="77"/>
              <a:cs typeface="Space Mono"/>
              <a:sym typeface="Space Mono"/>
            </a:endParaRPr>
          </a:p>
          <a:p>
            <a:pPr lvl="0"/>
            <a:r>
              <a:rPr lang="en-US" sz="1200" dirty="0" err="1">
                <a:solidFill>
                  <a:schemeClr val="accent5"/>
                </a:solidFill>
                <a:latin typeface="Inconsolata" pitchFamily="49" charset="77"/>
                <a:ea typeface="Inconsolata" pitchFamily="49" charset="77"/>
                <a:cs typeface="Space Mono"/>
                <a:sym typeface="Space Mono"/>
              </a:rPr>
              <a:t>file_path</a:t>
            </a:r>
            <a:r>
              <a:rPr lang="en-US" sz="1200" dirty="0">
                <a:solidFill>
                  <a:schemeClr val="accent5"/>
                </a:solidFill>
                <a:latin typeface="Inconsolata" pitchFamily="49" charset="77"/>
                <a:ea typeface="Inconsolata" pitchFamily="49" charset="77"/>
                <a:cs typeface="Space Mono"/>
                <a:sym typeface="Space Mono"/>
              </a:rPr>
              <a:t>='./</a:t>
            </a:r>
            <a:r>
              <a:rPr lang="en-US" sz="1200" dirty="0" err="1">
                <a:solidFill>
                  <a:schemeClr val="bg1"/>
                </a:solidFill>
                <a:latin typeface="Inconsolata" pitchFamily="49" charset="77"/>
                <a:ea typeface="Inconsolata" pitchFamily="49" charset="77"/>
                <a:cs typeface="Space Mono"/>
                <a:sym typeface="Space Mono"/>
              </a:rPr>
              <a:t>sample.json</a:t>
            </a:r>
            <a:r>
              <a:rPr lang="en-US" sz="1200" dirty="0">
                <a:solidFill>
                  <a:schemeClr val="bg1"/>
                </a:solidFill>
                <a:latin typeface="Inconsolata" pitchFamily="49" charset="77"/>
                <a:ea typeface="Inconsolata" pitchFamily="49" charset="77"/>
                <a:cs typeface="Space Mono"/>
                <a:sym typeface="Space Mono"/>
              </a:rPr>
              <a:t>'</a:t>
            </a:r>
          </a:p>
          <a:p>
            <a:pPr lvl="0"/>
            <a:br>
              <a:rPr lang="en-US" sz="1200" dirty="0">
                <a:solidFill>
                  <a:schemeClr val="accent1"/>
                </a:solidFill>
                <a:latin typeface="Inconsolata" pitchFamily="49" charset="77"/>
                <a:ea typeface="Inconsolata" pitchFamily="49" charset="77"/>
                <a:cs typeface="Space Mono"/>
                <a:sym typeface="Space Mono"/>
              </a:rPr>
            </a:br>
            <a:r>
              <a:rPr lang="en-US" sz="1200" dirty="0">
                <a:solidFill>
                  <a:schemeClr val="accent5"/>
                </a:solidFill>
                <a:latin typeface="Inconsolata" pitchFamily="49" charset="77"/>
                <a:ea typeface="Inconsolata" pitchFamily="49" charset="77"/>
                <a:cs typeface="Space Mono"/>
                <a:sym typeface="Space Mono"/>
              </a:rPr>
              <a:t>loader = </a:t>
            </a:r>
            <a:r>
              <a:rPr lang="en-US" sz="1200" dirty="0" err="1">
                <a:solidFill>
                  <a:schemeClr val="bg1"/>
                </a:solidFill>
                <a:latin typeface="Inconsolata" pitchFamily="49" charset="77"/>
                <a:ea typeface="Inconsolata" pitchFamily="49" charset="77"/>
                <a:cs typeface="Space Mono"/>
                <a:sym typeface="Space Mono"/>
              </a:rPr>
              <a:t>JSONLoader</a:t>
            </a:r>
            <a:r>
              <a:rPr lang="en-US" sz="1200" dirty="0">
                <a:solidFill>
                  <a:schemeClr val="bg1"/>
                </a:solidFill>
                <a:latin typeface="Inconsolata" pitchFamily="49" charset="77"/>
                <a:ea typeface="Inconsolata" pitchFamily="49" charset="77"/>
                <a:cs typeface="Space Mono"/>
                <a:sym typeface="Space Mono"/>
              </a:rPr>
              <a:t>(</a:t>
            </a:r>
            <a:br>
              <a:rPr lang="en-US" sz="1200" dirty="0">
                <a:solidFill>
                  <a:schemeClr val="bg1"/>
                </a:solidFill>
                <a:latin typeface="Inconsolata" pitchFamily="49" charset="77"/>
                <a:ea typeface="Inconsolata" pitchFamily="49" charset="77"/>
                <a:cs typeface="Space Mono"/>
                <a:sym typeface="Space Mono"/>
              </a:rPr>
            </a:br>
            <a:r>
              <a:rPr lang="en-US" sz="1200" dirty="0">
                <a:solidFill>
                  <a:schemeClr val="bg1"/>
                </a:solidFill>
                <a:latin typeface="Inconsolata" pitchFamily="49" charset="77"/>
                <a:ea typeface="Inconsolata" pitchFamily="49" charset="77"/>
                <a:cs typeface="Space Mono"/>
                <a:sym typeface="Space Mono"/>
              </a:rPr>
              <a:t>         </a:t>
            </a:r>
            <a:r>
              <a:rPr lang="en-US" sz="1200" dirty="0" err="1">
                <a:solidFill>
                  <a:schemeClr val="bg1"/>
                </a:solidFill>
                <a:latin typeface="Inconsolata" pitchFamily="49" charset="77"/>
                <a:ea typeface="Inconsolata" pitchFamily="49" charset="77"/>
                <a:cs typeface="Space Mono"/>
                <a:sym typeface="Space Mono"/>
              </a:rPr>
              <a:t>file_path</a:t>
            </a:r>
            <a:r>
              <a:rPr lang="en-US" sz="1200" dirty="0">
                <a:solidFill>
                  <a:schemeClr val="bg1"/>
                </a:solidFill>
                <a:latin typeface="Inconsolata" pitchFamily="49" charset="77"/>
                <a:ea typeface="Inconsolata" pitchFamily="49" charset="77"/>
                <a:cs typeface="Space Mono"/>
                <a:sym typeface="Space Mono"/>
              </a:rPr>
              <a:t>=</a:t>
            </a:r>
            <a:r>
              <a:rPr lang="en-US" sz="1200" dirty="0" err="1">
                <a:solidFill>
                  <a:schemeClr val="bg1"/>
                </a:solidFill>
                <a:latin typeface="Inconsolata" pitchFamily="49" charset="77"/>
                <a:ea typeface="Inconsolata" pitchFamily="49" charset="77"/>
                <a:cs typeface="Space Mono"/>
                <a:sym typeface="Space Mono"/>
              </a:rPr>
              <a:t>file_path</a:t>
            </a:r>
            <a:r>
              <a:rPr lang="en-US" sz="1200" dirty="0">
                <a:solidFill>
                  <a:schemeClr val="bg1"/>
                </a:solidFill>
                <a:latin typeface="Inconsolata" pitchFamily="49" charset="77"/>
                <a:ea typeface="Inconsolata" pitchFamily="49" charset="77"/>
                <a:cs typeface="Space Mono"/>
                <a:sym typeface="Space Mono"/>
              </a:rPr>
              <a:t>,</a:t>
            </a:r>
            <a:br>
              <a:rPr lang="en-US" sz="1200" dirty="0">
                <a:solidFill>
                  <a:schemeClr val="bg1"/>
                </a:solidFill>
                <a:latin typeface="Inconsolata" pitchFamily="49" charset="77"/>
                <a:ea typeface="Inconsolata" pitchFamily="49" charset="77"/>
                <a:cs typeface="Space Mono"/>
                <a:sym typeface="Space Mono"/>
              </a:rPr>
            </a:br>
            <a:r>
              <a:rPr lang="en-US" sz="1200" dirty="0">
                <a:solidFill>
                  <a:schemeClr val="bg1"/>
                </a:solidFill>
                <a:latin typeface="Inconsolata" pitchFamily="49" charset="77"/>
                <a:ea typeface="Inconsolata" pitchFamily="49" charset="77"/>
                <a:cs typeface="Space Mono"/>
                <a:sym typeface="Space Mono"/>
              </a:rPr>
              <a:t>         </a:t>
            </a:r>
            <a:r>
              <a:rPr lang="en-US" sz="1200" dirty="0" err="1">
                <a:solidFill>
                  <a:schemeClr val="bg1"/>
                </a:solidFill>
                <a:latin typeface="Inconsolata" pitchFamily="49" charset="77"/>
                <a:ea typeface="Inconsolata" pitchFamily="49" charset="77"/>
                <a:cs typeface="Space Mono"/>
                <a:sym typeface="Space Mono"/>
              </a:rPr>
              <a:t>jq_schema</a:t>
            </a:r>
            <a:r>
              <a:rPr lang="en-US" sz="1200" dirty="0">
                <a:solidFill>
                  <a:schemeClr val="bg1"/>
                </a:solidFill>
                <a:latin typeface="Inconsolata" pitchFamily="49" charset="77"/>
                <a:ea typeface="Inconsolata" pitchFamily="49" charset="77"/>
                <a:cs typeface="Space Mono"/>
                <a:sym typeface="Space Mono"/>
              </a:rPr>
              <a:t>='.quiz',</a:t>
            </a:r>
            <a:br>
              <a:rPr lang="en-US" sz="1200" dirty="0">
                <a:solidFill>
                  <a:schemeClr val="bg1"/>
                </a:solidFill>
                <a:latin typeface="Inconsolata" pitchFamily="49" charset="77"/>
                <a:ea typeface="Inconsolata" pitchFamily="49" charset="77"/>
                <a:cs typeface="Space Mono"/>
                <a:sym typeface="Space Mono"/>
              </a:rPr>
            </a:br>
            <a:r>
              <a:rPr lang="en-US" sz="1200" dirty="0">
                <a:solidFill>
                  <a:schemeClr val="bg1"/>
                </a:solidFill>
                <a:latin typeface="Inconsolata" pitchFamily="49" charset="77"/>
                <a:ea typeface="Inconsolata" pitchFamily="49" charset="77"/>
                <a:cs typeface="Space Mono"/>
                <a:sym typeface="Space Mono"/>
              </a:rPr>
              <a:t>         </a:t>
            </a:r>
            <a:r>
              <a:rPr lang="en-US" sz="1200" dirty="0" err="1">
                <a:solidFill>
                  <a:schemeClr val="bg1"/>
                </a:solidFill>
                <a:latin typeface="Inconsolata" pitchFamily="49" charset="77"/>
                <a:ea typeface="Inconsolata" pitchFamily="49" charset="77"/>
                <a:cs typeface="Space Mono"/>
                <a:sym typeface="Space Mono"/>
              </a:rPr>
              <a:t>text_content</a:t>
            </a:r>
            <a:r>
              <a:rPr lang="en-US" sz="1200" dirty="0">
                <a:solidFill>
                  <a:schemeClr val="bg1"/>
                </a:solidFill>
                <a:latin typeface="Inconsolata" pitchFamily="49" charset="77"/>
                <a:ea typeface="Inconsolata" pitchFamily="49" charset="77"/>
                <a:cs typeface="Space Mono"/>
                <a:sym typeface="Space Mono"/>
              </a:rPr>
              <a:t>=False)</a:t>
            </a:r>
          </a:p>
          <a:p>
            <a:pPr lvl="0"/>
            <a:endParaRPr lang="en-US" sz="1200" dirty="0">
              <a:solidFill>
                <a:srgbClr val="0097A7"/>
              </a:solidFill>
              <a:latin typeface="Inconsolata" pitchFamily="49" charset="77"/>
              <a:ea typeface="Inconsolata" pitchFamily="49" charset="77"/>
              <a:cs typeface="Space Mono"/>
              <a:sym typeface="Space Mono"/>
            </a:endParaRPr>
          </a:p>
          <a:p>
            <a:pPr lvl="0"/>
            <a:r>
              <a:rPr lang="en-US" sz="1200" dirty="0">
                <a:solidFill>
                  <a:schemeClr val="accent6"/>
                </a:solidFill>
                <a:latin typeface="Inconsolata" pitchFamily="49" charset="77"/>
                <a:ea typeface="Inconsolata" pitchFamily="49" charset="77"/>
                <a:cs typeface="Space Mono"/>
                <a:sym typeface="Space Mono"/>
              </a:rPr>
              <a:t>docs = </a:t>
            </a:r>
            <a:r>
              <a:rPr lang="en-US" sz="1200" dirty="0" err="1">
                <a:solidFill>
                  <a:schemeClr val="accent6"/>
                </a:solidFill>
                <a:latin typeface="Inconsolata" pitchFamily="49" charset="77"/>
                <a:ea typeface="Inconsolata" pitchFamily="49" charset="77"/>
                <a:cs typeface="Space Mono"/>
                <a:sym typeface="Space Mono"/>
              </a:rPr>
              <a:t>loader.load</a:t>
            </a:r>
            <a:r>
              <a:rPr lang="en-US" sz="1200" dirty="0">
                <a:solidFill>
                  <a:schemeClr val="accent6"/>
                </a:solidFill>
                <a:latin typeface="Inconsolata" pitchFamily="49" charset="77"/>
                <a:ea typeface="Inconsolata" pitchFamily="49" charset="77"/>
                <a:cs typeface="Space Mono"/>
                <a:sym typeface="Space Mono"/>
              </a:rPr>
              <a:t>()</a:t>
            </a:r>
            <a:br>
              <a:rPr lang="en-US" sz="1200" dirty="0">
                <a:solidFill>
                  <a:schemeClr val="accent6"/>
                </a:solidFill>
                <a:latin typeface="Inconsolata" pitchFamily="49" charset="77"/>
                <a:ea typeface="Inconsolata" pitchFamily="49" charset="77"/>
                <a:cs typeface="Space Mono"/>
                <a:sym typeface="Space Mono"/>
              </a:rPr>
            </a:br>
            <a:r>
              <a:rPr lang="en-US" sz="1200" dirty="0">
                <a:solidFill>
                  <a:schemeClr val="accent6"/>
                </a:solidFill>
                <a:latin typeface="Inconsolata" pitchFamily="49" charset="77"/>
                <a:ea typeface="Inconsolata" pitchFamily="49" charset="77"/>
                <a:cs typeface="Space Mono"/>
                <a:sym typeface="Space Mono"/>
              </a:rPr>
              <a:t>print(docs[0].</a:t>
            </a:r>
            <a:r>
              <a:rPr lang="en-US" sz="1200" dirty="0" err="1">
                <a:solidFill>
                  <a:schemeClr val="accent6"/>
                </a:solidFill>
                <a:latin typeface="Inconsolata" pitchFamily="49" charset="77"/>
                <a:ea typeface="Inconsolata" pitchFamily="49" charset="77"/>
                <a:cs typeface="Space Mono"/>
                <a:sym typeface="Space Mono"/>
              </a:rPr>
              <a:t>page_content</a:t>
            </a:r>
            <a:r>
              <a:rPr lang="en-US" sz="1200" dirty="0">
                <a:solidFill>
                  <a:schemeClr val="accent6"/>
                </a:solidFill>
                <a:latin typeface="Inconsolata" pitchFamily="49" charset="77"/>
                <a:ea typeface="Inconsolata" pitchFamily="49" charset="77"/>
                <a:cs typeface="Space Mono"/>
                <a:sym typeface="Space Mono"/>
              </a:rPr>
              <a:t>[:100])</a:t>
            </a:r>
            <a:br>
              <a:rPr lang="en-US" sz="1200" dirty="0">
                <a:solidFill>
                  <a:schemeClr val="accent6"/>
                </a:solidFill>
                <a:latin typeface="Inconsolata" pitchFamily="49" charset="77"/>
                <a:ea typeface="Inconsolata" pitchFamily="49" charset="77"/>
                <a:cs typeface="Space Mono"/>
                <a:sym typeface="Space Mono"/>
              </a:rPr>
            </a:br>
            <a:r>
              <a:rPr lang="en-US" sz="1200" dirty="0">
                <a:solidFill>
                  <a:schemeClr val="accent6"/>
                </a:solidFill>
                <a:latin typeface="Inconsolata" pitchFamily="49" charset="77"/>
                <a:ea typeface="Inconsolata" pitchFamily="49" charset="77"/>
                <a:cs typeface="Space Mono"/>
                <a:sym typeface="Space Mono"/>
              </a:rPr>
              <a:t>print(docs[0].metadata)</a:t>
            </a:r>
          </a:p>
        </p:txBody>
      </p:sp>
    </p:spTree>
    <p:extLst>
      <p:ext uri="{BB962C8B-B14F-4D97-AF65-F5344CB8AC3E}">
        <p14:creationId xmlns:p14="http://schemas.microsoft.com/office/powerpoint/2010/main" val="1581740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solidFill>
                  <a:srgbClr val="92D050"/>
                </a:solidFill>
              </a:rPr>
              <a:t>03</a:t>
            </a:r>
            <a:r>
              <a:rPr lang="en-US"/>
              <a:t> split (transform)</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4925000" cy="1094800"/>
          </a:xfrm>
        </p:spPr>
        <p:txBody>
          <a:bodyPr/>
          <a:lstStyle/>
          <a:p>
            <a:pPr>
              <a:lnSpc>
                <a:spcPts val="2200"/>
              </a:lnSpc>
            </a:pPr>
            <a:r>
              <a:rPr lang="en-US" sz="1400" dirty="0"/>
              <a:t>A semantic splitter breaks text into chunks based on meaning, not just size or structure. It uses LLMs or embeddings to find natural boundaries—like a shift in topic, tone, or idea—rather than blindly splitting by paragraphs, headers, or token limits.</a:t>
            </a:r>
          </a:p>
          <a:p>
            <a:pPr>
              <a:lnSpc>
                <a:spcPts val="2200"/>
              </a:lnSpc>
            </a:pPr>
            <a:endParaRPr lang="en-US" sz="1400" dirty="0"/>
          </a:p>
          <a:p>
            <a:pPr>
              <a:lnSpc>
                <a:spcPts val="2200"/>
              </a:lnSpc>
            </a:pPr>
            <a:endParaRPr lang="en-US" sz="1400" dirty="0"/>
          </a:p>
          <a:p>
            <a:pPr>
              <a:lnSpc>
                <a:spcPts val="2200"/>
              </a:lnSpc>
            </a:pPr>
            <a:endParaRPr lang="en-US" sz="1400" dirty="0"/>
          </a:p>
          <a:p>
            <a:pPr>
              <a:lnSpc>
                <a:spcPts val="2200"/>
              </a:lnSpc>
            </a:pPr>
            <a:endParaRPr lang="en-US" sz="1400" dirty="0"/>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2813080"/>
            <a:ext cx="4333158" cy="511936"/>
          </a:xfrm>
        </p:spPr>
        <p:txBody>
          <a:bodyPr/>
          <a:lstStyle/>
          <a:p>
            <a:pPr marL="7938" indent="0">
              <a:spcBef>
                <a:spcPts val="600"/>
              </a:spcBef>
              <a:buNone/>
            </a:pPr>
            <a:r>
              <a:rPr lang="en-US" b="1" dirty="0">
                <a:solidFill>
                  <a:schemeClr val="accent2"/>
                </a:solidFill>
                <a:latin typeface="DM Sans 14pt SemiBold" pitchFamily="2" charset="77"/>
              </a:rPr>
              <a:t>Example: Network Engineering Manual</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5659719" y="885825"/>
            <a:ext cx="1626906"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DFDAED-182A-CCDC-5494-9E29396C0985}"/>
              </a:ext>
            </a:extLst>
          </p:cNvPr>
          <p:cNvSpPr/>
          <p:nvPr/>
        </p:nvSpPr>
        <p:spPr>
          <a:xfrm>
            <a:off x="8558213" y="600075"/>
            <a:ext cx="3000375"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FCF63C7D-4882-5BF4-B3FB-9E692BD5DF8E}"/>
              </a:ext>
            </a:extLst>
          </p:cNvPr>
          <p:cNvSpPr txBox="1">
            <a:spLocks/>
          </p:cNvSpPr>
          <p:nvPr/>
        </p:nvSpPr>
        <p:spPr>
          <a:xfrm>
            <a:off x="438867" y="3257230"/>
            <a:ext cx="6981110" cy="29752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a:t>Imagine you're using RAG on a 50-page Cisco IOS XE config guide.</a:t>
            </a:r>
          </a:p>
        </p:txBody>
      </p:sp>
      <p:sp>
        <p:nvSpPr>
          <p:cNvPr id="10" name="Text Placeholder 3">
            <a:extLst>
              <a:ext uri="{FF2B5EF4-FFF2-40B4-BE49-F238E27FC236}">
                <a16:creationId xmlns:a16="http://schemas.microsoft.com/office/drawing/2014/main" id="{51079F49-61EC-1798-9653-3A826BDB8181}"/>
              </a:ext>
            </a:extLst>
          </p:cNvPr>
          <p:cNvSpPr txBox="1">
            <a:spLocks/>
          </p:cNvSpPr>
          <p:nvPr/>
        </p:nvSpPr>
        <p:spPr>
          <a:xfrm>
            <a:off x="405775" y="3697725"/>
            <a:ext cx="4958092" cy="112829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sz="1400" b="1">
                <a:solidFill>
                  <a:schemeClr val="accent2">
                    <a:lumMod val="20000"/>
                    <a:lumOff val="80000"/>
                  </a:schemeClr>
                </a:solidFill>
                <a:latin typeface="DM Sans 14pt SemiBold" pitchFamily="2" charset="77"/>
              </a:rPr>
              <a:t>Naive Splitter</a:t>
            </a:r>
          </a:p>
          <a:p>
            <a:pPr marL="7938" indent="0">
              <a:spcBef>
                <a:spcPts val="600"/>
              </a:spcBef>
              <a:buFont typeface="Arial" panose="020B0604020202020204" pitchFamily="34" charset="0"/>
              <a:buNone/>
            </a:pPr>
            <a:r>
              <a:rPr lang="en-US" sz="1400">
                <a:latin typeface="DM Sans 14pt" pitchFamily="2" charset="77"/>
              </a:rPr>
              <a:t>Splits every 500 tokens. This might:</a:t>
            </a:r>
          </a:p>
          <a:p>
            <a:pPr>
              <a:spcBef>
                <a:spcPts val="600"/>
              </a:spcBef>
            </a:pPr>
            <a:r>
              <a:rPr lang="en-US" sz="1400"/>
              <a:t>Split a show </a:t>
            </a:r>
            <a:r>
              <a:rPr lang="en-US" sz="1400" err="1"/>
              <a:t>ip</a:t>
            </a:r>
            <a:r>
              <a:rPr lang="en-US" sz="1400"/>
              <a:t> interface brief explanation halfway.</a:t>
            </a:r>
          </a:p>
          <a:p>
            <a:pPr>
              <a:spcBef>
                <a:spcPts val="600"/>
              </a:spcBef>
            </a:pPr>
            <a:r>
              <a:rPr lang="en-US" sz="1400"/>
              <a:t>Mix unrelated topics like BGP and EIGRP in the same chunk.</a:t>
            </a:r>
          </a:p>
        </p:txBody>
      </p:sp>
      <p:sp>
        <p:nvSpPr>
          <p:cNvPr id="12" name="Text Placeholder 3">
            <a:extLst>
              <a:ext uri="{FF2B5EF4-FFF2-40B4-BE49-F238E27FC236}">
                <a16:creationId xmlns:a16="http://schemas.microsoft.com/office/drawing/2014/main" id="{8806831D-C30D-B9CD-4C97-C3D795AC6B24}"/>
              </a:ext>
            </a:extLst>
          </p:cNvPr>
          <p:cNvSpPr txBox="1">
            <a:spLocks/>
          </p:cNvSpPr>
          <p:nvPr/>
        </p:nvSpPr>
        <p:spPr>
          <a:xfrm>
            <a:off x="6473172" y="3683118"/>
            <a:ext cx="4385328" cy="164328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sz="1400" b="1">
                <a:solidFill>
                  <a:schemeClr val="accent2">
                    <a:lumMod val="20000"/>
                    <a:lumOff val="80000"/>
                  </a:schemeClr>
                </a:solidFill>
                <a:latin typeface="DM Sans 14pt SemiBold" pitchFamily="2" charset="77"/>
              </a:rPr>
              <a:t>Semantic Splitter</a:t>
            </a:r>
          </a:p>
          <a:p>
            <a:pPr marL="7938" indent="0">
              <a:spcBef>
                <a:spcPts val="600"/>
              </a:spcBef>
              <a:buFont typeface="Arial" panose="020B0604020202020204" pitchFamily="34" charset="0"/>
              <a:buNone/>
            </a:pPr>
            <a:r>
              <a:rPr lang="en-US" sz="1400">
                <a:latin typeface="DM Sans 14pt" pitchFamily="2" charset="77"/>
              </a:rPr>
              <a:t>Analyzes where the concept changes and chunks accordingly:</a:t>
            </a:r>
          </a:p>
          <a:p>
            <a:pPr>
              <a:spcBef>
                <a:spcPts val="600"/>
              </a:spcBef>
            </a:pPr>
            <a:r>
              <a:rPr lang="en-US" sz="1400"/>
              <a:t>One chunk for show </a:t>
            </a:r>
            <a:r>
              <a:rPr lang="en-US" sz="1400" err="1"/>
              <a:t>ip</a:t>
            </a:r>
            <a:r>
              <a:rPr lang="en-US" sz="1400"/>
              <a:t> interface brief</a:t>
            </a:r>
          </a:p>
          <a:p>
            <a:pPr>
              <a:spcBef>
                <a:spcPts val="600"/>
              </a:spcBef>
            </a:pPr>
            <a:r>
              <a:rPr lang="en-US" sz="1400"/>
              <a:t>Another for configure static routing</a:t>
            </a:r>
          </a:p>
          <a:p>
            <a:pPr>
              <a:spcBef>
                <a:spcPts val="600"/>
              </a:spcBef>
            </a:pPr>
            <a:r>
              <a:rPr lang="en-US" sz="1400"/>
              <a:t>Another for EIGRP authentication</a:t>
            </a:r>
          </a:p>
        </p:txBody>
      </p:sp>
      <p:sp>
        <p:nvSpPr>
          <p:cNvPr id="13" name="Text Placeholder 2">
            <a:extLst>
              <a:ext uri="{FF2B5EF4-FFF2-40B4-BE49-F238E27FC236}">
                <a16:creationId xmlns:a16="http://schemas.microsoft.com/office/drawing/2014/main" id="{0BC267DD-D19A-93C7-F112-25FD556443E9}"/>
              </a:ext>
            </a:extLst>
          </p:cNvPr>
          <p:cNvSpPr txBox="1">
            <a:spLocks/>
          </p:cNvSpPr>
          <p:nvPr/>
        </p:nvSpPr>
        <p:spPr>
          <a:xfrm>
            <a:off x="438867" y="5826471"/>
            <a:ext cx="9419508" cy="36896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sz="1400"/>
              <a:t>This ensures each chunk is </a:t>
            </a:r>
            <a:r>
              <a:rPr lang="en-US" sz="1400" b="1"/>
              <a:t>coherent, self-contained, and relevant to a single question</a:t>
            </a:r>
            <a:r>
              <a:rPr lang="en-US" sz="1400"/>
              <a:t>.</a:t>
            </a:r>
          </a:p>
        </p:txBody>
      </p:sp>
    </p:spTree>
    <p:extLst>
      <p:ext uri="{BB962C8B-B14F-4D97-AF65-F5344CB8AC3E}">
        <p14:creationId xmlns:p14="http://schemas.microsoft.com/office/powerpoint/2010/main" val="1074592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solidFill>
                  <a:srgbClr val="92D050"/>
                </a:solidFill>
              </a:rPr>
              <a:t>03</a:t>
            </a:r>
            <a:r>
              <a:rPr lang="en-US"/>
              <a:t> split (transform)</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631179"/>
            <a:ext cx="4561758" cy="1094800"/>
          </a:xfrm>
        </p:spPr>
        <p:txBody>
          <a:bodyPr/>
          <a:lstStyle/>
          <a:p>
            <a:pPr>
              <a:lnSpc>
                <a:spcPts val="2200"/>
              </a:lnSpc>
            </a:pPr>
            <a:r>
              <a:rPr lang="en-US" sz="1400" dirty="0"/>
              <a:t>We are entering a bit of a recursive inception like dependency on Artificial Intelligence models being used to improve the outcomes from further models downstream.</a:t>
            </a:r>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1115510"/>
            <a:ext cx="4333158" cy="511936"/>
          </a:xfrm>
        </p:spPr>
        <p:txBody>
          <a:bodyPr/>
          <a:lstStyle/>
          <a:p>
            <a:pPr marL="7938" indent="0">
              <a:spcBef>
                <a:spcPts val="600"/>
              </a:spcBef>
              <a:buNone/>
            </a:pPr>
            <a:r>
              <a:rPr lang="en-US" b="1">
                <a:solidFill>
                  <a:schemeClr val="accent2"/>
                </a:solidFill>
                <a:latin typeface="DM Sans 14pt SemiBold" pitchFamily="2" charset="77"/>
              </a:rPr>
              <a:t>A Note on Splitting </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5659719" y="885825"/>
            <a:ext cx="1626906"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DFDAED-182A-CCDC-5494-9E29396C0985}"/>
              </a:ext>
            </a:extLst>
          </p:cNvPr>
          <p:cNvSpPr/>
          <p:nvPr/>
        </p:nvSpPr>
        <p:spPr>
          <a:xfrm>
            <a:off x="8558213" y="600075"/>
            <a:ext cx="3000375"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2">
            <a:extLst>
              <a:ext uri="{FF2B5EF4-FFF2-40B4-BE49-F238E27FC236}">
                <a16:creationId xmlns:a16="http://schemas.microsoft.com/office/drawing/2014/main" id="{A31455CC-94A1-FCAB-9387-9269C3944E66}"/>
              </a:ext>
            </a:extLst>
          </p:cNvPr>
          <p:cNvSpPr txBox="1">
            <a:spLocks/>
          </p:cNvSpPr>
          <p:nvPr/>
        </p:nvSpPr>
        <p:spPr>
          <a:xfrm>
            <a:off x="438867" y="3164253"/>
            <a:ext cx="9305208" cy="1094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sz="1400"/>
              <a:t>To wit; an embeddings model is used to semantically chunk the data that is then transformed with an embeddings model into vectors (embeddings) (next step) and then a large language model can perform semantic lookups from the user prompt against the vectors (embeddings) (to be explained later). </a:t>
            </a:r>
          </a:p>
          <a:p>
            <a:pPr>
              <a:lnSpc>
                <a:spcPts val="2200"/>
              </a:lnSpc>
            </a:pPr>
            <a:endParaRPr lang="en-US" sz="1400"/>
          </a:p>
          <a:p>
            <a:pPr>
              <a:lnSpc>
                <a:spcPts val="2200"/>
              </a:lnSpc>
            </a:pPr>
            <a:endParaRPr lang="en-US" sz="1400"/>
          </a:p>
          <a:p>
            <a:pPr>
              <a:lnSpc>
                <a:spcPts val="2200"/>
              </a:lnSpc>
            </a:pPr>
            <a:r>
              <a:rPr lang="en-US" b="1"/>
              <a:t>Idea being its turtles all the way down .. use AI to help AI outcomes </a:t>
            </a:r>
          </a:p>
          <a:p>
            <a:pPr>
              <a:lnSpc>
                <a:spcPts val="2200"/>
              </a:lnSpc>
            </a:pPr>
            <a:endParaRPr lang="en-US" sz="1400"/>
          </a:p>
        </p:txBody>
      </p:sp>
    </p:spTree>
    <p:extLst>
      <p:ext uri="{BB962C8B-B14F-4D97-AF65-F5344CB8AC3E}">
        <p14:creationId xmlns:p14="http://schemas.microsoft.com/office/powerpoint/2010/main" val="1071013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solidFill>
                  <a:srgbClr val="92D050"/>
                </a:solidFill>
              </a:rPr>
              <a:t>04</a:t>
            </a:r>
            <a:r>
              <a:rPr lang="en-US"/>
              <a:t> Embed</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4590333" cy="2569242"/>
          </a:xfrm>
        </p:spPr>
        <p:txBody>
          <a:bodyPr/>
          <a:lstStyle/>
          <a:p>
            <a:pPr>
              <a:lnSpc>
                <a:spcPts val="2200"/>
              </a:lnSpc>
            </a:pPr>
            <a:r>
              <a:rPr lang="en-US" sz="1400" dirty="0"/>
              <a:t>Embedding models transform human language into a format that machines can understand and compare with speed and accuracy. These models take text as input and produce a fixed-length array of numbers, a numerical fingerprint of the text's semantic meaning. Embeddings allow search system to find relevant documents not just based on keyword matches, but on semantic understanding.</a:t>
            </a:r>
          </a:p>
          <a:p>
            <a:pPr>
              <a:lnSpc>
                <a:spcPts val="2200"/>
              </a:lnSpc>
            </a:pPr>
            <a:endParaRPr lang="en-US" sz="1400" dirty="0"/>
          </a:p>
          <a:p>
            <a:pPr>
              <a:lnSpc>
                <a:spcPts val="2200"/>
              </a:lnSpc>
            </a:pPr>
            <a:endParaRPr lang="en-US" sz="1400" dirty="0"/>
          </a:p>
          <a:p>
            <a:pPr>
              <a:lnSpc>
                <a:spcPts val="2200"/>
              </a:lnSpc>
            </a:pPr>
            <a:endParaRPr lang="en-US" sz="1400" dirty="0"/>
          </a:p>
          <a:p>
            <a:pPr>
              <a:lnSpc>
                <a:spcPts val="2200"/>
              </a:lnSpc>
            </a:pPr>
            <a:endParaRPr lang="en-US" sz="1400" dirty="0"/>
          </a:p>
          <a:p>
            <a:pPr>
              <a:lnSpc>
                <a:spcPts val="2200"/>
              </a:lnSpc>
            </a:pPr>
            <a:endParaRPr lang="en-US" sz="1400" dirty="0"/>
          </a:p>
        </p:txBody>
      </p:sp>
      <p:sp>
        <p:nvSpPr>
          <p:cNvPr id="4" name="Text Placeholder 3">
            <a:extLst>
              <a:ext uri="{FF2B5EF4-FFF2-40B4-BE49-F238E27FC236}">
                <a16:creationId xmlns:a16="http://schemas.microsoft.com/office/drawing/2014/main" id="{0C9CBDB2-A9D8-16C3-8889-9ED77E780501}"/>
              </a:ext>
            </a:extLst>
          </p:cNvPr>
          <p:cNvSpPr>
            <a:spLocks noGrp="1"/>
          </p:cNvSpPr>
          <p:nvPr>
            <p:ph type="body" idx="2"/>
          </p:nvPr>
        </p:nvSpPr>
        <p:spPr>
          <a:xfrm>
            <a:off x="438867" y="3729038"/>
            <a:ext cx="4333158" cy="511936"/>
          </a:xfrm>
        </p:spPr>
        <p:txBody>
          <a:bodyPr/>
          <a:lstStyle/>
          <a:p>
            <a:pPr marL="7938" indent="0">
              <a:spcBef>
                <a:spcPts val="600"/>
              </a:spcBef>
              <a:buNone/>
            </a:pPr>
            <a:r>
              <a:rPr lang="en-US" b="1" dirty="0">
                <a:solidFill>
                  <a:schemeClr val="accent2"/>
                </a:solidFill>
                <a:latin typeface="DM Sans 14pt SemiBold" pitchFamily="2" charset="77"/>
              </a:rPr>
              <a:t>Input</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5659719" y="885825"/>
            <a:ext cx="1626906"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DFDAED-182A-CCDC-5494-9E29396C0985}"/>
              </a:ext>
            </a:extLst>
          </p:cNvPr>
          <p:cNvSpPr/>
          <p:nvPr/>
        </p:nvSpPr>
        <p:spPr>
          <a:xfrm>
            <a:off x="9472613" y="600075"/>
            <a:ext cx="2085975"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FCF63C7D-4882-5BF4-B3FB-9E692BD5DF8E}"/>
              </a:ext>
            </a:extLst>
          </p:cNvPr>
          <p:cNvSpPr txBox="1">
            <a:spLocks/>
          </p:cNvSpPr>
          <p:nvPr/>
        </p:nvSpPr>
        <p:spPr>
          <a:xfrm>
            <a:off x="438867" y="4103933"/>
            <a:ext cx="4090271" cy="31149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sz="1400" dirty="0"/>
              <a:t>"How do I configure BGP authentication?"</a:t>
            </a:r>
          </a:p>
        </p:txBody>
      </p:sp>
      <p:sp>
        <p:nvSpPr>
          <p:cNvPr id="9" name="Rectangle 8">
            <a:extLst>
              <a:ext uri="{FF2B5EF4-FFF2-40B4-BE49-F238E27FC236}">
                <a16:creationId xmlns:a16="http://schemas.microsoft.com/office/drawing/2014/main" id="{D5A01FB4-8EAE-174A-F2A2-82F92B1E5C04}"/>
              </a:ext>
            </a:extLst>
          </p:cNvPr>
          <p:cNvSpPr/>
          <p:nvPr/>
        </p:nvSpPr>
        <p:spPr>
          <a:xfrm>
            <a:off x="7258051" y="600075"/>
            <a:ext cx="1070496"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3">
            <a:extLst>
              <a:ext uri="{FF2B5EF4-FFF2-40B4-BE49-F238E27FC236}">
                <a16:creationId xmlns:a16="http://schemas.microsoft.com/office/drawing/2014/main" id="{E8FD1E18-AA2D-0FDC-85B7-8A0CE2D50917}"/>
              </a:ext>
            </a:extLst>
          </p:cNvPr>
          <p:cNvSpPr txBox="1">
            <a:spLocks/>
          </p:cNvSpPr>
          <p:nvPr/>
        </p:nvSpPr>
        <p:spPr>
          <a:xfrm>
            <a:off x="438867" y="4527900"/>
            <a:ext cx="4333158" cy="51193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b="1">
                <a:solidFill>
                  <a:schemeClr val="accent2"/>
                </a:solidFill>
                <a:latin typeface="DM Sans 14pt SemiBold" pitchFamily="2" charset="77"/>
              </a:rPr>
              <a:t>Output</a:t>
            </a:r>
          </a:p>
        </p:txBody>
      </p:sp>
      <p:sp>
        <p:nvSpPr>
          <p:cNvPr id="14" name="Text Placeholder 2">
            <a:extLst>
              <a:ext uri="{FF2B5EF4-FFF2-40B4-BE49-F238E27FC236}">
                <a16:creationId xmlns:a16="http://schemas.microsoft.com/office/drawing/2014/main" id="{C472D67F-AC10-BEB2-6D5F-569BA8003DC7}"/>
              </a:ext>
            </a:extLst>
          </p:cNvPr>
          <p:cNvSpPr txBox="1">
            <a:spLocks/>
          </p:cNvSpPr>
          <p:nvPr/>
        </p:nvSpPr>
        <p:spPr>
          <a:xfrm>
            <a:off x="438867" y="4902796"/>
            <a:ext cx="4590333" cy="24082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sz="1400"/>
              <a:t>[0.12, -0.87, 0.45, ..., 0.33] ← fixed-length vector</a:t>
            </a:r>
          </a:p>
        </p:txBody>
      </p:sp>
      <p:sp>
        <p:nvSpPr>
          <p:cNvPr id="15" name="Text Placeholder 3">
            <a:extLst>
              <a:ext uri="{FF2B5EF4-FFF2-40B4-BE49-F238E27FC236}">
                <a16:creationId xmlns:a16="http://schemas.microsoft.com/office/drawing/2014/main" id="{F19C92D9-28FE-ACA2-A035-9579EF0BC086}"/>
              </a:ext>
            </a:extLst>
          </p:cNvPr>
          <p:cNvSpPr txBox="1">
            <a:spLocks/>
          </p:cNvSpPr>
          <p:nvPr/>
        </p:nvSpPr>
        <p:spPr>
          <a:xfrm>
            <a:off x="438866" y="5513769"/>
            <a:ext cx="5657133" cy="51193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b="1">
                <a:solidFill>
                  <a:schemeClr val="accent2"/>
                </a:solidFill>
                <a:latin typeface="DM Sans 14pt SemiBold" pitchFamily="2" charset="77"/>
              </a:rPr>
              <a:t>Similar vectors → semantically similar content</a:t>
            </a:r>
          </a:p>
        </p:txBody>
      </p:sp>
    </p:spTree>
    <p:extLst>
      <p:ext uri="{BB962C8B-B14F-4D97-AF65-F5344CB8AC3E}">
        <p14:creationId xmlns:p14="http://schemas.microsoft.com/office/powerpoint/2010/main" val="4255069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3FEBEDD4-A92F-6298-3219-BFE26B8E3B71}"/>
              </a:ext>
            </a:extLst>
          </p:cNvPr>
          <p:cNvSpPr txBox="1">
            <a:spLocks/>
          </p:cNvSpPr>
          <p:nvPr/>
        </p:nvSpPr>
        <p:spPr>
          <a:xfrm>
            <a:off x="755138" y="5187395"/>
            <a:ext cx="4333158" cy="5119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spcBef>
                <a:spcPts val="600"/>
              </a:spcBef>
            </a:pPr>
            <a:r>
              <a:rPr lang="en-US" sz="2000" b="1" dirty="0">
                <a:solidFill>
                  <a:schemeClr val="accent2"/>
                </a:solidFill>
                <a:latin typeface="DM Sans 14pt SemiBold" pitchFamily="2" charset="77"/>
              </a:rPr>
              <a:t>01   </a:t>
            </a:r>
            <a:r>
              <a:rPr lang="en-US" sz="2000" dirty="0" err="1">
                <a:solidFill>
                  <a:schemeClr val="bg1"/>
                </a:solidFill>
                <a:latin typeface="DM Sans 14pt" pitchFamily="2" charset="77"/>
              </a:rPr>
              <a:t>Embeded</a:t>
            </a:r>
            <a:r>
              <a:rPr lang="en-US" sz="2000" dirty="0">
                <a:solidFill>
                  <a:schemeClr val="bg1"/>
                </a:solidFill>
                <a:latin typeface="DM Sans 14pt" pitchFamily="2" charset="77"/>
              </a:rPr>
              <a:t> text as a vector</a:t>
            </a:r>
          </a:p>
        </p:txBody>
      </p:sp>
      <p:sp>
        <p:nvSpPr>
          <p:cNvPr id="6" name="Google Shape;157;p30">
            <a:extLst>
              <a:ext uri="{FF2B5EF4-FFF2-40B4-BE49-F238E27FC236}">
                <a16:creationId xmlns:a16="http://schemas.microsoft.com/office/drawing/2014/main" id="{2117F5F7-982E-CC36-F504-DE6B6746A785}"/>
              </a:ext>
            </a:extLst>
          </p:cNvPr>
          <p:cNvSpPr txBox="1"/>
          <p:nvPr/>
        </p:nvSpPr>
        <p:spPr>
          <a:xfrm>
            <a:off x="8356239" y="5443363"/>
            <a:ext cx="3256382" cy="318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hlinkClick r:id="rId2">
                  <a:extLst>
                    <a:ext uri="{A12FA001-AC4F-418D-AE19-62706E023703}">
                      <ahyp:hlinkClr xmlns:ahyp="http://schemas.microsoft.com/office/drawing/2018/hyperlinkcolor" val="tx"/>
                    </a:ext>
                  </a:extLst>
                </a:hlinkClick>
              </a:rPr>
              <a:t>Embedding models | 🦜️🔗 LangChain</a:t>
            </a:r>
            <a:endParaRPr sz="1400" b="0" i="0"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
        <p:nvSpPr>
          <p:cNvPr id="7" name="Text Placeholder 3">
            <a:extLst>
              <a:ext uri="{FF2B5EF4-FFF2-40B4-BE49-F238E27FC236}">
                <a16:creationId xmlns:a16="http://schemas.microsoft.com/office/drawing/2014/main" id="{0B67F8D9-4336-3255-55A3-4F72A5406649}"/>
              </a:ext>
            </a:extLst>
          </p:cNvPr>
          <p:cNvSpPr txBox="1">
            <a:spLocks/>
          </p:cNvSpPr>
          <p:nvPr/>
        </p:nvSpPr>
        <p:spPr>
          <a:xfrm>
            <a:off x="2404685" y="500701"/>
            <a:ext cx="7033496" cy="5119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spcBef>
                <a:spcPts val="600"/>
              </a:spcBef>
            </a:pPr>
            <a:r>
              <a:rPr lang="en-US" sz="2000" b="1" dirty="0">
                <a:solidFill>
                  <a:schemeClr val="accent2"/>
                </a:solidFill>
                <a:latin typeface="DM Sans 14pt SemiBold" pitchFamily="2" charset="77"/>
              </a:rPr>
              <a:t>02   </a:t>
            </a:r>
            <a:r>
              <a:rPr lang="en-US" sz="2000" dirty="0">
                <a:solidFill>
                  <a:schemeClr val="bg1"/>
                </a:solidFill>
                <a:latin typeface="DM Sans 14pt" pitchFamily="2" charset="77"/>
              </a:rPr>
              <a:t>Provides a way to measure similarity between texts</a:t>
            </a:r>
          </a:p>
        </p:txBody>
      </p:sp>
      <p:pic>
        <p:nvPicPr>
          <p:cNvPr id="8" name="Picture 7">
            <a:extLst>
              <a:ext uri="{FF2B5EF4-FFF2-40B4-BE49-F238E27FC236}">
                <a16:creationId xmlns:a16="http://schemas.microsoft.com/office/drawing/2014/main" id="{DD34004F-1A6E-7DDE-9C04-7F3FA609CAE5}"/>
              </a:ext>
            </a:extLst>
          </p:cNvPr>
          <p:cNvPicPr>
            <a:picLocks noChangeAspect="1"/>
          </p:cNvPicPr>
          <p:nvPr/>
        </p:nvPicPr>
        <p:blipFill>
          <a:blip r:embed="rId3">
            <a:duotone>
              <a:prstClr val="black"/>
              <a:schemeClr val="accent5">
                <a:tint val="45000"/>
                <a:satMod val="400000"/>
              </a:schemeClr>
            </a:duotone>
          </a:blip>
          <a:stretch>
            <a:fillRect/>
          </a:stretch>
        </p:blipFill>
        <p:spPr>
          <a:xfrm>
            <a:off x="1058270" y="4152143"/>
            <a:ext cx="438802" cy="511936"/>
          </a:xfrm>
          <a:prstGeom prst="rect">
            <a:avLst/>
          </a:prstGeom>
        </p:spPr>
      </p:pic>
      <p:sp>
        <p:nvSpPr>
          <p:cNvPr id="9" name="Text Placeholder 3">
            <a:extLst>
              <a:ext uri="{FF2B5EF4-FFF2-40B4-BE49-F238E27FC236}">
                <a16:creationId xmlns:a16="http://schemas.microsoft.com/office/drawing/2014/main" id="{CDDF429A-A152-E304-EEDB-F7D4C2C81954}"/>
              </a:ext>
            </a:extLst>
          </p:cNvPr>
          <p:cNvSpPr txBox="1">
            <a:spLocks/>
          </p:cNvSpPr>
          <p:nvPr/>
        </p:nvSpPr>
        <p:spPr>
          <a:xfrm>
            <a:off x="650062" y="3755663"/>
            <a:ext cx="1261347" cy="29048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Document</a:t>
            </a:r>
          </a:p>
        </p:txBody>
      </p:sp>
      <p:cxnSp>
        <p:nvCxnSpPr>
          <p:cNvPr id="11" name="Straight Arrow Connector 10">
            <a:extLst>
              <a:ext uri="{FF2B5EF4-FFF2-40B4-BE49-F238E27FC236}">
                <a16:creationId xmlns:a16="http://schemas.microsoft.com/office/drawing/2014/main" id="{A1A1BD5E-31FF-DA4F-A40B-FA7A1F501FE9}"/>
              </a:ext>
            </a:extLst>
          </p:cNvPr>
          <p:cNvCxnSpPr>
            <a:cxnSpLocks/>
            <a:stCxn id="8" idx="3"/>
          </p:cNvCxnSpPr>
          <p:nvPr/>
        </p:nvCxnSpPr>
        <p:spPr>
          <a:xfrm>
            <a:off x="1497072" y="4408111"/>
            <a:ext cx="1563472" cy="0"/>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899F8F90-466B-B6D7-6376-D9E3719AE0FD}"/>
              </a:ext>
            </a:extLst>
          </p:cNvPr>
          <p:cNvSpPr txBox="1">
            <a:spLocks/>
          </p:cNvSpPr>
          <p:nvPr/>
        </p:nvSpPr>
        <p:spPr>
          <a:xfrm>
            <a:off x="1497072" y="4479548"/>
            <a:ext cx="1424645" cy="300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Embedding</a:t>
            </a:r>
          </a:p>
        </p:txBody>
      </p:sp>
      <p:sp>
        <p:nvSpPr>
          <p:cNvPr id="14" name="Text Placeholder 3">
            <a:extLst>
              <a:ext uri="{FF2B5EF4-FFF2-40B4-BE49-F238E27FC236}">
                <a16:creationId xmlns:a16="http://schemas.microsoft.com/office/drawing/2014/main" id="{C904D718-FCD3-C9DA-A3EE-4212AA7FF81B}"/>
              </a:ext>
            </a:extLst>
          </p:cNvPr>
          <p:cNvSpPr txBox="1">
            <a:spLocks/>
          </p:cNvSpPr>
          <p:nvPr/>
        </p:nvSpPr>
        <p:spPr>
          <a:xfrm>
            <a:off x="3170733" y="3634222"/>
            <a:ext cx="1424645" cy="300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Document Embedding</a:t>
            </a:r>
          </a:p>
        </p:txBody>
      </p:sp>
      <p:sp>
        <p:nvSpPr>
          <p:cNvPr id="15" name="Text Placeholder 3">
            <a:extLst>
              <a:ext uri="{FF2B5EF4-FFF2-40B4-BE49-F238E27FC236}">
                <a16:creationId xmlns:a16="http://schemas.microsoft.com/office/drawing/2014/main" id="{FA08E2AE-CAE1-F8CA-67EB-FE0627A09F09}"/>
              </a:ext>
            </a:extLst>
          </p:cNvPr>
          <p:cNvSpPr txBox="1">
            <a:spLocks/>
          </p:cNvSpPr>
          <p:nvPr/>
        </p:nvSpPr>
        <p:spPr>
          <a:xfrm>
            <a:off x="3101320" y="4208107"/>
            <a:ext cx="1563472" cy="3000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accent5"/>
                </a:solidFill>
                <a:latin typeface="Inconsolata" pitchFamily="49" charset="77"/>
                <a:ea typeface="Inconsolata" pitchFamily="49" charset="77"/>
                <a:cs typeface="Open Sans" panose="020B0606030504020204" pitchFamily="34" charset="0"/>
              </a:rPr>
              <a:t>[0.1, 0.2 ….]</a:t>
            </a:r>
          </a:p>
        </p:txBody>
      </p:sp>
      <p:cxnSp>
        <p:nvCxnSpPr>
          <p:cNvPr id="16" name="Straight Arrow Connector 15">
            <a:extLst>
              <a:ext uri="{FF2B5EF4-FFF2-40B4-BE49-F238E27FC236}">
                <a16:creationId xmlns:a16="http://schemas.microsoft.com/office/drawing/2014/main" id="{71B7FAF2-9264-FDA5-8D1D-CB6ED417B321}"/>
              </a:ext>
            </a:extLst>
          </p:cNvPr>
          <p:cNvCxnSpPr>
            <a:cxnSpLocks/>
          </p:cNvCxnSpPr>
          <p:nvPr/>
        </p:nvCxnSpPr>
        <p:spPr>
          <a:xfrm>
            <a:off x="4654610" y="4408111"/>
            <a:ext cx="561323" cy="0"/>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8" name="Text Placeholder 3">
            <a:extLst>
              <a:ext uri="{FF2B5EF4-FFF2-40B4-BE49-F238E27FC236}">
                <a16:creationId xmlns:a16="http://schemas.microsoft.com/office/drawing/2014/main" id="{D17C537D-DBCC-D8AA-37D4-178D776B6FA3}"/>
              </a:ext>
            </a:extLst>
          </p:cNvPr>
          <p:cNvSpPr txBox="1">
            <a:spLocks/>
          </p:cNvSpPr>
          <p:nvPr/>
        </p:nvSpPr>
        <p:spPr>
          <a:xfrm>
            <a:off x="5079903" y="4108077"/>
            <a:ext cx="1424645" cy="300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rgbClr val="71DE3C"/>
                </a:solidFill>
                <a:latin typeface="Open Sans" panose="020B0606030504020204" pitchFamily="34" charset="0"/>
                <a:ea typeface="Open Sans" panose="020B0606030504020204" pitchFamily="34" charset="0"/>
                <a:cs typeface="Open Sans" panose="020B0606030504020204" pitchFamily="34" charset="0"/>
              </a:rPr>
              <a:t>Similarity Metric</a:t>
            </a:r>
          </a:p>
        </p:txBody>
      </p:sp>
      <p:cxnSp>
        <p:nvCxnSpPr>
          <p:cNvPr id="19" name="Straight Arrow Connector 18">
            <a:extLst>
              <a:ext uri="{FF2B5EF4-FFF2-40B4-BE49-F238E27FC236}">
                <a16:creationId xmlns:a16="http://schemas.microsoft.com/office/drawing/2014/main" id="{03BDA390-8A1B-A1AD-A7A7-5028EE69A047}"/>
              </a:ext>
            </a:extLst>
          </p:cNvPr>
          <p:cNvCxnSpPr>
            <a:cxnSpLocks/>
          </p:cNvCxnSpPr>
          <p:nvPr/>
        </p:nvCxnSpPr>
        <p:spPr>
          <a:xfrm>
            <a:off x="6383398" y="4408111"/>
            <a:ext cx="561323"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B55B50E6-84CD-E09A-7D45-C7A77D1A7F5B}"/>
              </a:ext>
            </a:extLst>
          </p:cNvPr>
          <p:cNvSpPr txBox="1">
            <a:spLocks/>
          </p:cNvSpPr>
          <p:nvPr/>
        </p:nvSpPr>
        <p:spPr>
          <a:xfrm>
            <a:off x="6999783" y="3634222"/>
            <a:ext cx="1424645" cy="300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Document Embedding</a:t>
            </a:r>
          </a:p>
        </p:txBody>
      </p:sp>
      <p:sp>
        <p:nvSpPr>
          <p:cNvPr id="21" name="Text Placeholder 3">
            <a:extLst>
              <a:ext uri="{FF2B5EF4-FFF2-40B4-BE49-F238E27FC236}">
                <a16:creationId xmlns:a16="http://schemas.microsoft.com/office/drawing/2014/main" id="{49C8747D-778E-8C30-EF0F-B42B45544AFB}"/>
              </a:ext>
            </a:extLst>
          </p:cNvPr>
          <p:cNvSpPr txBox="1">
            <a:spLocks/>
          </p:cNvSpPr>
          <p:nvPr/>
        </p:nvSpPr>
        <p:spPr>
          <a:xfrm>
            <a:off x="6930370" y="4208107"/>
            <a:ext cx="1563472" cy="3000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accent6"/>
                </a:solidFill>
                <a:latin typeface="Inconsolata" pitchFamily="49" charset="77"/>
                <a:ea typeface="Inconsolata" pitchFamily="49" charset="77"/>
                <a:cs typeface="Open Sans" panose="020B0606030504020204" pitchFamily="34" charset="0"/>
              </a:rPr>
              <a:t>[0.1, 0.2 ….]</a:t>
            </a:r>
          </a:p>
        </p:txBody>
      </p:sp>
      <p:cxnSp>
        <p:nvCxnSpPr>
          <p:cNvPr id="22" name="Straight Arrow Connector 21">
            <a:extLst>
              <a:ext uri="{FF2B5EF4-FFF2-40B4-BE49-F238E27FC236}">
                <a16:creationId xmlns:a16="http://schemas.microsoft.com/office/drawing/2014/main" id="{81B1F630-8088-DDD5-FE08-F58C2126897D}"/>
              </a:ext>
            </a:extLst>
          </p:cNvPr>
          <p:cNvCxnSpPr>
            <a:cxnSpLocks/>
          </p:cNvCxnSpPr>
          <p:nvPr/>
        </p:nvCxnSpPr>
        <p:spPr>
          <a:xfrm>
            <a:off x="8426509" y="4408111"/>
            <a:ext cx="1424645"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3EFC72F0-CF5D-EA75-7044-5BF121E5BB07}"/>
              </a:ext>
            </a:extLst>
          </p:cNvPr>
          <p:cNvSpPr txBox="1">
            <a:spLocks/>
          </p:cNvSpPr>
          <p:nvPr/>
        </p:nvSpPr>
        <p:spPr>
          <a:xfrm>
            <a:off x="8426509" y="4479548"/>
            <a:ext cx="1424645" cy="300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Embedding</a:t>
            </a:r>
          </a:p>
        </p:txBody>
      </p:sp>
      <p:sp>
        <p:nvSpPr>
          <p:cNvPr id="25" name="Text Placeholder 3">
            <a:extLst>
              <a:ext uri="{FF2B5EF4-FFF2-40B4-BE49-F238E27FC236}">
                <a16:creationId xmlns:a16="http://schemas.microsoft.com/office/drawing/2014/main" id="{C347E64E-9F2B-9E99-0B90-B6483F56F2DC}"/>
              </a:ext>
            </a:extLst>
          </p:cNvPr>
          <p:cNvSpPr txBox="1">
            <a:spLocks/>
          </p:cNvSpPr>
          <p:nvPr/>
        </p:nvSpPr>
        <p:spPr>
          <a:xfrm>
            <a:off x="9740959" y="4250948"/>
            <a:ext cx="1424645" cy="30003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1pPr>
            <a:lvl2pPr marR="0" lvl="1"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2pPr>
            <a:lvl3pPr marR="0" lvl="2"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3pPr>
            <a:lvl4pPr marR="0" lvl="3"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4pPr>
            <a:lvl5pPr marR="0" lvl="4"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5pPr>
            <a:lvl6pPr marR="0" lvl="5"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6pPr>
            <a:lvl7pPr marR="0" lvl="6"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7pPr>
            <a:lvl8pPr marR="0" lvl="7"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8pPr>
            <a:lvl9pPr marR="0" lvl="8" algn="l" rtl="0">
              <a:lnSpc>
                <a:spcPct val="100000"/>
              </a:lnSpc>
              <a:spcBef>
                <a:spcPts val="0"/>
              </a:spcBef>
              <a:spcAft>
                <a:spcPts val="0"/>
              </a:spcAft>
              <a:buClr>
                <a:srgbClr val="00001E"/>
              </a:buClr>
              <a:buFont typeface="Arial"/>
              <a:defRPr sz="1867" b="0" i="0" u="none" strike="noStrike" cap="none">
                <a:solidFill>
                  <a:srgbClr val="00001E"/>
                </a:solidFill>
                <a:latin typeface="Arial"/>
                <a:ea typeface="Arial"/>
                <a:cs typeface="Arial"/>
                <a:sym typeface="Arial"/>
              </a:defRPr>
            </a:lvl9pPr>
          </a:lstStyle>
          <a:p>
            <a:pPr marL="7938" algn="ctr">
              <a:spcBef>
                <a:spcPts val="600"/>
              </a:spcBef>
            </a:pPr>
            <a:r>
              <a:rPr lang="en-US" sz="1600">
                <a:solidFill>
                  <a:schemeClr val="accent6"/>
                </a:solidFill>
                <a:latin typeface="Open Sans" panose="020B0606030504020204" pitchFamily="34" charset="0"/>
                <a:ea typeface="Open Sans" panose="020B0606030504020204" pitchFamily="34" charset="0"/>
                <a:cs typeface="Open Sans" panose="020B0606030504020204" pitchFamily="34" charset="0"/>
              </a:rPr>
              <a:t>Question</a:t>
            </a:r>
          </a:p>
        </p:txBody>
      </p:sp>
      <p:sp>
        <p:nvSpPr>
          <p:cNvPr id="26" name="Rounded Rectangle 25">
            <a:extLst>
              <a:ext uri="{FF2B5EF4-FFF2-40B4-BE49-F238E27FC236}">
                <a16:creationId xmlns:a16="http://schemas.microsoft.com/office/drawing/2014/main" id="{FF1B5B6F-94F2-D6A1-18A8-A06821727D33}"/>
              </a:ext>
            </a:extLst>
          </p:cNvPr>
          <p:cNvSpPr/>
          <p:nvPr/>
        </p:nvSpPr>
        <p:spPr>
          <a:xfrm>
            <a:off x="4656483" y="1218948"/>
            <a:ext cx="2314748" cy="2166259"/>
          </a:xfrm>
          <a:prstGeom prst="roundRect">
            <a:avLst>
              <a:gd name="adj" fmla="val 3188"/>
            </a:avLst>
          </a:prstGeom>
          <a:no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CC94EC-3067-8D1F-BF8E-10F34A743EEB}"/>
              </a:ext>
            </a:extLst>
          </p:cNvPr>
          <p:cNvGrpSpPr/>
          <p:nvPr/>
        </p:nvGrpSpPr>
        <p:grpSpPr>
          <a:xfrm>
            <a:off x="5225290" y="1466072"/>
            <a:ext cx="1458255" cy="1631964"/>
            <a:chOff x="5390500" y="1847371"/>
            <a:chExt cx="746197" cy="835086"/>
          </a:xfrm>
        </p:grpSpPr>
        <p:cxnSp>
          <p:nvCxnSpPr>
            <p:cNvPr id="28" name="Straight Arrow Connector 27">
              <a:extLst>
                <a:ext uri="{FF2B5EF4-FFF2-40B4-BE49-F238E27FC236}">
                  <a16:creationId xmlns:a16="http://schemas.microsoft.com/office/drawing/2014/main" id="{DA278F9A-308C-1734-E9DA-E23B5EAE1EBA}"/>
                </a:ext>
              </a:extLst>
            </p:cNvPr>
            <p:cNvCxnSpPr>
              <a:cxnSpLocks/>
            </p:cNvCxnSpPr>
            <p:nvPr/>
          </p:nvCxnSpPr>
          <p:spPr>
            <a:xfrm flipV="1">
              <a:off x="5657851" y="1847371"/>
              <a:ext cx="0" cy="535052"/>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C06C14A-70CF-218E-4793-F25BDA407569}"/>
                </a:ext>
              </a:extLst>
            </p:cNvPr>
            <p:cNvCxnSpPr>
              <a:cxnSpLocks/>
            </p:cNvCxnSpPr>
            <p:nvPr/>
          </p:nvCxnSpPr>
          <p:spPr>
            <a:xfrm>
              <a:off x="5657851" y="2382423"/>
              <a:ext cx="478846"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43132B2-8AC1-DB37-7C12-AD8E6CA8CB86}"/>
                </a:ext>
              </a:extLst>
            </p:cNvPr>
            <p:cNvCxnSpPr>
              <a:cxnSpLocks/>
            </p:cNvCxnSpPr>
            <p:nvPr/>
          </p:nvCxnSpPr>
          <p:spPr>
            <a:xfrm flipH="1">
              <a:off x="5390500" y="2382423"/>
              <a:ext cx="267351" cy="300034"/>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E800B0CE-DAD4-ECAE-5DB6-666C7D669A07}"/>
              </a:ext>
            </a:extLst>
          </p:cNvPr>
          <p:cNvGrpSpPr/>
          <p:nvPr/>
        </p:nvGrpSpPr>
        <p:grpSpPr>
          <a:xfrm rot="18307285">
            <a:off x="4839940" y="2193388"/>
            <a:ext cx="799749" cy="239173"/>
            <a:chOff x="1528764" y="2148094"/>
            <a:chExt cx="1070196" cy="320053"/>
          </a:xfrm>
        </p:grpSpPr>
        <p:sp>
          <p:nvSpPr>
            <p:cNvPr id="40" name="Oval 39">
              <a:extLst>
                <a:ext uri="{FF2B5EF4-FFF2-40B4-BE49-F238E27FC236}">
                  <a16:creationId xmlns:a16="http://schemas.microsoft.com/office/drawing/2014/main" id="{93DB9C11-C803-37AA-9C14-F4D404209BE2}"/>
                </a:ext>
              </a:extLst>
            </p:cNvPr>
            <p:cNvSpPr/>
            <p:nvPr/>
          </p:nvSpPr>
          <p:spPr>
            <a:xfrm>
              <a:off x="1528764" y="2200964"/>
              <a:ext cx="214312" cy="214312"/>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C7F150A-E110-1BBE-F535-CDFBD2B6860F}"/>
                </a:ext>
              </a:extLst>
            </p:cNvPr>
            <p:cNvSpPr/>
            <p:nvPr/>
          </p:nvSpPr>
          <p:spPr>
            <a:xfrm>
              <a:off x="2384648" y="2200964"/>
              <a:ext cx="214312" cy="214312"/>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10E2811C-FADE-1B91-2E97-F2AA97518032}"/>
                </a:ext>
              </a:extLst>
            </p:cNvPr>
            <p:cNvCxnSpPr>
              <a:cxnSpLocks/>
            </p:cNvCxnSpPr>
            <p:nvPr/>
          </p:nvCxnSpPr>
          <p:spPr>
            <a:xfrm>
              <a:off x="1803984" y="2148094"/>
              <a:ext cx="0" cy="320053"/>
            </a:xfrm>
            <a:prstGeom prst="line">
              <a:avLst/>
            </a:prstGeom>
            <a:ln>
              <a:solidFill>
                <a:srgbClr val="71DE3C"/>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0D8BB36-7BFA-78AF-8D25-BDC68B016AD8}"/>
                </a:ext>
              </a:extLst>
            </p:cNvPr>
            <p:cNvCxnSpPr>
              <a:cxnSpLocks/>
            </p:cNvCxnSpPr>
            <p:nvPr/>
          </p:nvCxnSpPr>
          <p:spPr>
            <a:xfrm>
              <a:off x="2329465" y="2148094"/>
              <a:ext cx="0" cy="320053"/>
            </a:xfrm>
            <a:prstGeom prst="line">
              <a:avLst/>
            </a:prstGeom>
            <a:ln>
              <a:solidFill>
                <a:srgbClr val="71DE3C"/>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7179B25-C371-9AA1-5F2A-6255190360A1}"/>
                </a:ext>
              </a:extLst>
            </p:cNvPr>
            <p:cNvCxnSpPr>
              <a:cxnSpLocks/>
            </p:cNvCxnSpPr>
            <p:nvPr/>
          </p:nvCxnSpPr>
          <p:spPr>
            <a:xfrm>
              <a:off x="1823236" y="2308120"/>
              <a:ext cx="506229" cy="0"/>
            </a:xfrm>
            <a:prstGeom prst="line">
              <a:avLst/>
            </a:prstGeom>
            <a:ln w="25400">
              <a:solidFill>
                <a:srgbClr val="71DE3C"/>
              </a:solidFill>
              <a:prstDash val="sysDot"/>
            </a:ln>
          </p:spPr>
          <p:style>
            <a:lnRef idx="1">
              <a:schemeClr val="accent1"/>
            </a:lnRef>
            <a:fillRef idx="0">
              <a:schemeClr val="accent1"/>
            </a:fillRef>
            <a:effectRef idx="0">
              <a:schemeClr val="accent1"/>
            </a:effectRef>
            <a:fontRef idx="minor">
              <a:schemeClr val="tx1"/>
            </a:fontRef>
          </p:style>
        </p:cxnSp>
      </p:grpSp>
      <p:cxnSp>
        <p:nvCxnSpPr>
          <p:cNvPr id="53" name="Straight Connector 52">
            <a:extLst>
              <a:ext uri="{FF2B5EF4-FFF2-40B4-BE49-F238E27FC236}">
                <a16:creationId xmlns:a16="http://schemas.microsoft.com/office/drawing/2014/main" id="{F19B6A13-5449-9BA3-D078-7A3415463AAC}"/>
              </a:ext>
            </a:extLst>
          </p:cNvPr>
          <p:cNvCxnSpPr/>
          <p:nvPr/>
        </p:nvCxnSpPr>
        <p:spPr>
          <a:xfrm>
            <a:off x="4654610" y="3385207"/>
            <a:ext cx="699394" cy="753929"/>
          </a:xfrm>
          <a:prstGeom prst="line">
            <a:avLst/>
          </a:prstGeom>
          <a:ln w="254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80953B-3E82-AEA2-3510-4992BA044168}"/>
              </a:ext>
            </a:extLst>
          </p:cNvPr>
          <p:cNvCxnSpPr>
            <a:cxnSpLocks/>
          </p:cNvCxnSpPr>
          <p:nvPr/>
        </p:nvCxnSpPr>
        <p:spPr>
          <a:xfrm flipH="1">
            <a:off x="6241157" y="3385207"/>
            <a:ext cx="699394" cy="753929"/>
          </a:xfrm>
          <a:prstGeom prst="line">
            <a:avLst/>
          </a:prstGeom>
          <a:ln w="254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272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solidFill>
                  <a:schemeClr val="accent3"/>
                </a:solidFill>
              </a:rPr>
              <a:t>05</a:t>
            </a:r>
            <a:r>
              <a:rPr lang="en-US"/>
              <a:t> store</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4590333" cy="2000263"/>
          </a:xfrm>
        </p:spPr>
        <p:txBody>
          <a:bodyPr/>
          <a:lstStyle/>
          <a:p>
            <a:pPr>
              <a:lnSpc>
                <a:spcPts val="2200"/>
              </a:lnSpc>
            </a:pPr>
            <a:r>
              <a:rPr lang="en-US" sz="1400" dirty="0"/>
              <a:t>Now that we have lists of floating point numbers, the vectors, we need to store them either in memory or in a database (or both). This database is optimized for storing and searching embeddings (numerical vectors). Enabling fast similarity search to retrieve relevant documents based on semantic meaning.</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5659719" y="885825"/>
            <a:ext cx="1626906"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DFDAED-182A-CCDC-5494-9E29396C0985}"/>
              </a:ext>
            </a:extLst>
          </p:cNvPr>
          <p:cNvSpPr/>
          <p:nvPr/>
        </p:nvSpPr>
        <p:spPr>
          <a:xfrm>
            <a:off x="10784541" y="600075"/>
            <a:ext cx="774047"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5A01FB4-8EAE-174A-F2A2-82F92B1E5C04}"/>
              </a:ext>
            </a:extLst>
          </p:cNvPr>
          <p:cNvSpPr/>
          <p:nvPr/>
        </p:nvSpPr>
        <p:spPr>
          <a:xfrm>
            <a:off x="7258051" y="600075"/>
            <a:ext cx="2249020"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10B01453-E6E0-5A29-4941-4E9B05F6F3C7}"/>
              </a:ext>
            </a:extLst>
          </p:cNvPr>
          <p:cNvSpPr txBox="1">
            <a:spLocks/>
          </p:cNvSpPr>
          <p:nvPr/>
        </p:nvSpPr>
        <p:spPr>
          <a:xfrm>
            <a:off x="438867" y="3429000"/>
            <a:ext cx="5935039" cy="256924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sz="1400" err="1"/>
              <a:t>ChromaDB</a:t>
            </a:r>
            <a:r>
              <a:rPr lang="en-US" sz="1400"/>
              <a:t>, FAISS, </a:t>
            </a:r>
            <a:r>
              <a:rPr lang="en-US" sz="1400" err="1"/>
              <a:t>Weaviate</a:t>
            </a:r>
            <a:r>
              <a:rPr lang="en-US" sz="1400"/>
              <a:t>, Pinecone, Elastic, </a:t>
            </a:r>
            <a:r>
              <a:rPr lang="en-US" sz="1400" err="1"/>
              <a:t>Qdrant</a:t>
            </a:r>
            <a:r>
              <a:rPr lang="en-US" sz="1400"/>
              <a:t>, Milvus</a:t>
            </a:r>
          </a:p>
          <a:p>
            <a:pPr>
              <a:lnSpc>
                <a:spcPts val="2200"/>
              </a:lnSpc>
            </a:pPr>
            <a:endParaRPr lang="en-US" sz="1400"/>
          </a:p>
          <a:p>
            <a:pPr>
              <a:lnSpc>
                <a:spcPts val="2200"/>
              </a:lnSpc>
            </a:pPr>
            <a:r>
              <a:rPr lang="en-US" sz="1400"/>
              <a:t>We will be using </a:t>
            </a:r>
            <a:r>
              <a:rPr lang="en-US" sz="1400" err="1"/>
              <a:t>ChromDB</a:t>
            </a:r>
            <a:r>
              <a:rPr lang="en-US" sz="1400"/>
              <a:t>, locally, privately, for our labs</a:t>
            </a:r>
          </a:p>
          <a:p>
            <a:pPr>
              <a:lnSpc>
                <a:spcPts val="2200"/>
              </a:lnSpc>
            </a:pPr>
            <a:endParaRPr lang="en-US" sz="1400"/>
          </a:p>
          <a:p>
            <a:pPr>
              <a:lnSpc>
                <a:spcPts val="2200"/>
              </a:lnSpc>
            </a:pPr>
            <a:r>
              <a:rPr lang="en-US" sz="1400"/>
              <a:t>I also really like Elastic because you get the “ELK” (Elastic, Logstash, Kibana) stack - meaning you can visualize and inspect much easier </a:t>
            </a:r>
          </a:p>
          <a:p>
            <a:pPr>
              <a:lnSpc>
                <a:spcPts val="2200"/>
              </a:lnSpc>
            </a:pPr>
            <a:endParaRPr lang="en-US" sz="1400"/>
          </a:p>
          <a:p>
            <a:pPr>
              <a:lnSpc>
                <a:spcPts val="2200"/>
              </a:lnSpc>
            </a:pPr>
            <a:endParaRPr lang="en-US" sz="1400"/>
          </a:p>
          <a:p>
            <a:pPr>
              <a:lnSpc>
                <a:spcPts val="2200"/>
              </a:lnSpc>
            </a:pPr>
            <a:endParaRPr lang="en-US" sz="1400"/>
          </a:p>
        </p:txBody>
      </p:sp>
    </p:spTree>
    <p:extLst>
      <p:ext uri="{BB962C8B-B14F-4D97-AF65-F5344CB8AC3E}">
        <p14:creationId xmlns:p14="http://schemas.microsoft.com/office/powerpoint/2010/main" val="3681995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380-488C-D09E-0C90-33993110F733}"/>
              </a:ext>
            </a:extLst>
          </p:cNvPr>
          <p:cNvSpPr>
            <a:spLocks noGrp="1"/>
          </p:cNvSpPr>
          <p:nvPr>
            <p:ph type="title"/>
          </p:nvPr>
        </p:nvSpPr>
        <p:spPr>
          <a:xfrm>
            <a:off x="438867" y="457201"/>
            <a:ext cx="6424388" cy="572813"/>
          </a:xfrm>
        </p:spPr>
        <p:txBody>
          <a:bodyPr/>
          <a:lstStyle/>
          <a:p>
            <a:r>
              <a:rPr lang="en-US">
                <a:solidFill>
                  <a:schemeClr val="accent1"/>
                </a:solidFill>
              </a:rPr>
              <a:t>06</a:t>
            </a:r>
            <a:r>
              <a:rPr lang="en-US"/>
              <a:t> Retrieve</a:t>
            </a:r>
          </a:p>
        </p:txBody>
      </p:sp>
      <p:sp>
        <p:nvSpPr>
          <p:cNvPr id="3" name="Text Placeholder 2">
            <a:extLst>
              <a:ext uri="{FF2B5EF4-FFF2-40B4-BE49-F238E27FC236}">
                <a16:creationId xmlns:a16="http://schemas.microsoft.com/office/drawing/2014/main" id="{F8B5EB6C-4B91-3C15-B923-9C8B1358F03A}"/>
              </a:ext>
            </a:extLst>
          </p:cNvPr>
          <p:cNvSpPr>
            <a:spLocks noGrp="1"/>
          </p:cNvSpPr>
          <p:nvPr>
            <p:ph type="body" idx="1"/>
          </p:nvPr>
        </p:nvSpPr>
        <p:spPr>
          <a:xfrm>
            <a:off x="438867" y="1159796"/>
            <a:ext cx="4671015" cy="2000263"/>
          </a:xfrm>
        </p:spPr>
        <p:txBody>
          <a:bodyPr/>
          <a:lstStyle/>
          <a:p>
            <a:pPr>
              <a:lnSpc>
                <a:spcPts val="2200"/>
              </a:lnSpc>
            </a:pPr>
            <a:r>
              <a:rPr lang="en-US" sz="1400" dirty="0"/>
              <a:t>Finally the Large Language Model (LLM) gets involved in the process and the prompt is transformed into vectors and a similarity search is performed between the prompt and the vector store returning the closest vectors to augment the generation of output.</a:t>
            </a:r>
          </a:p>
        </p:txBody>
      </p:sp>
      <p:pic>
        <p:nvPicPr>
          <p:cNvPr id="5" name="Graphic 4">
            <a:extLst>
              <a:ext uri="{FF2B5EF4-FFF2-40B4-BE49-F238E27FC236}">
                <a16:creationId xmlns:a16="http://schemas.microsoft.com/office/drawing/2014/main" id="{1A118CA6-0004-8D26-C334-E66514424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3867" y="327341"/>
            <a:ext cx="6424388" cy="2271607"/>
          </a:xfrm>
          <a:prstGeom prst="rect">
            <a:avLst/>
          </a:prstGeom>
        </p:spPr>
      </p:pic>
      <p:sp>
        <p:nvSpPr>
          <p:cNvPr id="6" name="Rectangle 5">
            <a:extLst>
              <a:ext uri="{FF2B5EF4-FFF2-40B4-BE49-F238E27FC236}">
                <a16:creationId xmlns:a16="http://schemas.microsoft.com/office/drawing/2014/main" id="{D3B62DB6-43BE-F275-24DD-9F759D82D776}"/>
              </a:ext>
            </a:extLst>
          </p:cNvPr>
          <p:cNvSpPr/>
          <p:nvPr/>
        </p:nvSpPr>
        <p:spPr>
          <a:xfrm>
            <a:off x="5659719" y="885825"/>
            <a:ext cx="1626906" cy="1368771"/>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5A01FB4-8EAE-174A-F2A2-82F92B1E5C04}"/>
              </a:ext>
            </a:extLst>
          </p:cNvPr>
          <p:cNvSpPr/>
          <p:nvPr/>
        </p:nvSpPr>
        <p:spPr>
          <a:xfrm>
            <a:off x="7258050" y="600075"/>
            <a:ext cx="3207674" cy="1800225"/>
          </a:xfrm>
          <a:prstGeom prst="rect">
            <a:avLst/>
          </a:prstGeom>
          <a:solidFill>
            <a:schemeClr val="tx1">
              <a:alpha val="7384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F429DD2-B996-4DF6-3414-17AC72735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7348" y="3107215"/>
            <a:ext cx="9537303" cy="2864960"/>
          </a:xfrm>
          <a:prstGeom prst="rect">
            <a:avLst/>
          </a:prstGeom>
        </p:spPr>
      </p:pic>
    </p:spTree>
    <p:extLst>
      <p:ext uri="{BB962C8B-B14F-4D97-AF65-F5344CB8AC3E}">
        <p14:creationId xmlns:p14="http://schemas.microsoft.com/office/powerpoint/2010/main" val="560003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50">
            <a:extLst>
              <a:ext uri="{FF2B5EF4-FFF2-40B4-BE49-F238E27FC236}">
                <a16:creationId xmlns:a16="http://schemas.microsoft.com/office/drawing/2014/main" id="{70297D1E-223D-C26B-0D5F-A9E77241EAFA}"/>
              </a:ext>
            </a:extLst>
          </p:cNvPr>
          <p:cNvSpPr>
            <a:spLocks noGrp="1"/>
          </p:cNvSpPr>
          <p:nvPr>
            <p:ph type="title" idx="4294967295"/>
          </p:nvPr>
        </p:nvSpPr>
        <p:spPr>
          <a:xfrm>
            <a:off x="626701" y="2123801"/>
            <a:ext cx="6011863" cy="728835"/>
          </a:xfrm>
          <a:prstGeom prst="rect">
            <a:avLst/>
          </a:prstGeom>
        </p:spPr>
        <p:txBody>
          <a:bodyPr/>
          <a:lstStyle/>
          <a:p>
            <a:r>
              <a:rPr lang="en-US" sz="5400" dirty="0">
                <a:solidFill>
                  <a:schemeClr val="bg1"/>
                </a:solidFill>
                <a:latin typeface="Bebas Neue" panose="020B0606020202050201" pitchFamily="34" charset="77"/>
              </a:rPr>
              <a:t>RAG</a:t>
            </a:r>
          </a:p>
        </p:txBody>
      </p:sp>
      <p:sp>
        <p:nvSpPr>
          <p:cNvPr id="52" name="Text Placeholder 51">
            <a:extLst>
              <a:ext uri="{FF2B5EF4-FFF2-40B4-BE49-F238E27FC236}">
                <a16:creationId xmlns:a16="http://schemas.microsoft.com/office/drawing/2014/main" id="{AE748E19-45C0-8345-5A02-342D91EB9F30}"/>
              </a:ext>
            </a:extLst>
          </p:cNvPr>
          <p:cNvSpPr>
            <a:spLocks noGrp="1"/>
          </p:cNvSpPr>
          <p:nvPr>
            <p:ph type="body" idx="4294967295"/>
          </p:nvPr>
        </p:nvSpPr>
        <p:spPr>
          <a:xfrm>
            <a:off x="626701" y="2989869"/>
            <a:ext cx="7418388" cy="1095375"/>
          </a:xfrm>
          <a:prstGeom prst="rect">
            <a:avLst/>
          </a:prstGeom>
        </p:spPr>
        <p:txBody>
          <a:bodyPr/>
          <a:lstStyle/>
          <a:p>
            <a:r>
              <a:rPr lang="en-US" sz="2000" dirty="0">
                <a:solidFill>
                  <a:schemeClr val="accent2"/>
                </a:solidFill>
              </a:rPr>
              <a:t>Multi-Query</a:t>
            </a:r>
          </a:p>
          <a:p>
            <a:endParaRPr lang="en-US" sz="2000" dirty="0">
              <a:solidFill>
                <a:schemeClr val="accent2"/>
              </a:solidFill>
            </a:endParaRPr>
          </a:p>
        </p:txBody>
      </p:sp>
      <p:pic>
        <p:nvPicPr>
          <p:cNvPr id="2" name="Graphic 1">
            <a:extLst>
              <a:ext uri="{FF2B5EF4-FFF2-40B4-BE49-F238E27FC236}">
                <a16:creationId xmlns:a16="http://schemas.microsoft.com/office/drawing/2014/main" id="{97ACF403-3180-4584-1D85-3F4481C0B226}"/>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1753571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1B75-670E-D281-0361-E00365069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23D13-1DA8-3588-6053-FC1EA0C0D5F3}"/>
              </a:ext>
            </a:extLst>
          </p:cNvPr>
          <p:cNvSpPr>
            <a:spLocks noGrp="1"/>
          </p:cNvSpPr>
          <p:nvPr>
            <p:ph type="title"/>
          </p:nvPr>
        </p:nvSpPr>
        <p:spPr/>
        <p:txBody>
          <a:bodyPr/>
          <a:lstStyle/>
          <a:p>
            <a:r>
              <a:rPr lang="en-US"/>
              <a:t>People ask stupid questions!</a:t>
            </a:r>
          </a:p>
        </p:txBody>
      </p:sp>
      <p:sp>
        <p:nvSpPr>
          <p:cNvPr id="3" name="Text Placeholder 2">
            <a:extLst>
              <a:ext uri="{FF2B5EF4-FFF2-40B4-BE49-F238E27FC236}">
                <a16:creationId xmlns:a16="http://schemas.microsoft.com/office/drawing/2014/main" id="{A35992D4-5CC9-303D-4F88-CB54813C11F5}"/>
              </a:ext>
            </a:extLst>
          </p:cNvPr>
          <p:cNvSpPr>
            <a:spLocks noGrp="1"/>
          </p:cNvSpPr>
          <p:nvPr>
            <p:ph type="body" idx="1"/>
          </p:nvPr>
        </p:nvSpPr>
        <p:spPr>
          <a:xfrm>
            <a:off x="438867" y="1159796"/>
            <a:ext cx="4571600" cy="574516"/>
          </a:xfrm>
        </p:spPr>
        <p:txBody>
          <a:bodyPr/>
          <a:lstStyle/>
          <a:p>
            <a:pPr>
              <a:lnSpc>
                <a:spcPts val="2200"/>
              </a:lnSpc>
            </a:pPr>
            <a:r>
              <a:rPr lang="en-US"/>
              <a:t>Can we take the users original question and derive +n number of similar questions.</a:t>
            </a:r>
          </a:p>
          <a:p>
            <a:pPr>
              <a:lnSpc>
                <a:spcPts val="2200"/>
              </a:lnSpc>
            </a:pPr>
            <a:endParaRPr lang="en-US"/>
          </a:p>
          <a:p>
            <a:pPr>
              <a:lnSpc>
                <a:spcPts val="2200"/>
              </a:lnSpc>
            </a:pPr>
            <a:endParaRPr lang="en-US"/>
          </a:p>
        </p:txBody>
      </p:sp>
      <p:sp>
        <p:nvSpPr>
          <p:cNvPr id="4" name="Text Placeholder 3">
            <a:extLst>
              <a:ext uri="{FF2B5EF4-FFF2-40B4-BE49-F238E27FC236}">
                <a16:creationId xmlns:a16="http://schemas.microsoft.com/office/drawing/2014/main" id="{6177AD3E-CC5B-BC68-A90C-0B819A93EEFC}"/>
              </a:ext>
            </a:extLst>
          </p:cNvPr>
          <p:cNvSpPr>
            <a:spLocks noGrp="1"/>
          </p:cNvSpPr>
          <p:nvPr>
            <p:ph type="body" idx="2"/>
          </p:nvPr>
        </p:nvSpPr>
        <p:spPr>
          <a:xfrm>
            <a:off x="438867" y="2139509"/>
            <a:ext cx="3137090" cy="2187561"/>
          </a:xfrm>
        </p:spPr>
        <p:txBody>
          <a:bodyPr/>
          <a:lstStyle/>
          <a:p>
            <a:pPr marL="7938" indent="0">
              <a:spcBef>
                <a:spcPts val="600"/>
              </a:spcBef>
              <a:buNone/>
            </a:pPr>
            <a:r>
              <a:rPr lang="en-US" sz="1800" b="1">
                <a:solidFill>
                  <a:schemeClr val="accent2"/>
                </a:solidFill>
                <a:latin typeface="DM Sans 14pt SemiBold" pitchFamily="2" charset="77"/>
              </a:rPr>
              <a:t>Similar or different in:</a:t>
            </a:r>
            <a:endParaRPr lang="en-US"/>
          </a:p>
          <a:p>
            <a:pPr>
              <a:spcBef>
                <a:spcPts val="600"/>
              </a:spcBef>
            </a:pPr>
            <a:r>
              <a:rPr lang="en-US"/>
              <a:t> Tone</a:t>
            </a:r>
          </a:p>
          <a:p>
            <a:pPr>
              <a:spcBef>
                <a:spcPts val="600"/>
              </a:spcBef>
            </a:pPr>
            <a:r>
              <a:rPr lang="en-US"/>
              <a:t>Sentiment</a:t>
            </a:r>
          </a:p>
          <a:p>
            <a:pPr>
              <a:spcBef>
                <a:spcPts val="600"/>
              </a:spcBef>
            </a:pPr>
            <a:r>
              <a:rPr lang="en-US"/>
              <a:t>Word selection</a:t>
            </a:r>
          </a:p>
          <a:p>
            <a:pPr>
              <a:spcBef>
                <a:spcPts val="600"/>
              </a:spcBef>
            </a:pPr>
            <a:r>
              <a:rPr lang="en-US"/>
              <a:t>Sophistication</a:t>
            </a:r>
          </a:p>
          <a:p>
            <a:pPr>
              <a:spcBef>
                <a:spcPts val="600"/>
              </a:spcBef>
            </a:pPr>
            <a:r>
              <a:rPr lang="en-US"/>
              <a:t>Technical accuracy </a:t>
            </a:r>
          </a:p>
        </p:txBody>
      </p:sp>
      <p:sp>
        <p:nvSpPr>
          <p:cNvPr id="9" name="Text Placeholder 2">
            <a:extLst>
              <a:ext uri="{FF2B5EF4-FFF2-40B4-BE49-F238E27FC236}">
                <a16:creationId xmlns:a16="http://schemas.microsoft.com/office/drawing/2014/main" id="{B0B31EAC-88B2-C178-92DD-733D88689B1F}"/>
              </a:ext>
            </a:extLst>
          </p:cNvPr>
          <p:cNvSpPr txBox="1">
            <a:spLocks/>
          </p:cNvSpPr>
          <p:nvPr/>
        </p:nvSpPr>
        <p:spPr>
          <a:xfrm>
            <a:off x="438866" y="4686767"/>
            <a:ext cx="7219233" cy="57451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a:t>We can use AI to generate additional, similar, prompts to help AI generate the best possible answer to the original prompt.</a:t>
            </a:r>
          </a:p>
          <a:p>
            <a:pPr>
              <a:lnSpc>
                <a:spcPts val="2200"/>
              </a:lnSpc>
            </a:pPr>
            <a:endParaRPr lang="en-US"/>
          </a:p>
        </p:txBody>
      </p:sp>
    </p:spTree>
    <p:extLst>
      <p:ext uri="{BB962C8B-B14F-4D97-AF65-F5344CB8AC3E}">
        <p14:creationId xmlns:p14="http://schemas.microsoft.com/office/powerpoint/2010/main" val="1450462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198;p37" descr="A black background with white text&#10;&#10;Description automatically generated">
            <a:extLst>
              <a:ext uri="{FF2B5EF4-FFF2-40B4-BE49-F238E27FC236}">
                <a16:creationId xmlns:a16="http://schemas.microsoft.com/office/drawing/2014/main" id="{1B9EE2A6-046C-2A33-91C6-2C04C6223C55}"/>
              </a:ext>
            </a:extLst>
          </p:cNvPr>
          <p:cNvPicPr preferRelativeResize="0"/>
          <p:nvPr/>
        </p:nvPicPr>
        <p:blipFill rotWithShape="1">
          <a:blip r:embed="rId2">
            <a:alphaModFix/>
          </a:blip>
          <a:srcRect/>
          <a:stretch/>
        </p:blipFill>
        <p:spPr>
          <a:xfrm>
            <a:off x="511193" y="2388915"/>
            <a:ext cx="5900783" cy="1164600"/>
          </a:xfrm>
          <a:prstGeom prst="rect">
            <a:avLst/>
          </a:prstGeom>
          <a:noFill/>
          <a:ln>
            <a:noFill/>
          </a:ln>
        </p:spPr>
      </p:pic>
      <p:pic>
        <p:nvPicPr>
          <p:cNvPr id="8" name="Google Shape;199;p37" descr="A screenshot of a computer screen&#10;&#10;Description automatically generated">
            <a:extLst>
              <a:ext uri="{FF2B5EF4-FFF2-40B4-BE49-F238E27FC236}">
                <a16:creationId xmlns:a16="http://schemas.microsoft.com/office/drawing/2014/main" id="{D2902131-0522-A1CC-4406-61797C75AC33}"/>
              </a:ext>
            </a:extLst>
          </p:cNvPr>
          <p:cNvPicPr preferRelativeResize="0"/>
          <p:nvPr/>
        </p:nvPicPr>
        <p:blipFill rotWithShape="1">
          <a:blip r:embed="rId3">
            <a:alphaModFix/>
          </a:blip>
          <a:srcRect/>
          <a:stretch/>
        </p:blipFill>
        <p:spPr>
          <a:xfrm>
            <a:off x="6670218" y="759773"/>
            <a:ext cx="5010589" cy="5587484"/>
          </a:xfrm>
          <a:prstGeom prst="rect">
            <a:avLst/>
          </a:prstGeom>
          <a:noFill/>
          <a:ln>
            <a:noFill/>
          </a:ln>
        </p:spPr>
      </p:pic>
      <p:sp>
        <p:nvSpPr>
          <p:cNvPr id="9" name="Google Shape;200;p37">
            <a:extLst>
              <a:ext uri="{FF2B5EF4-FFF2-40B4-BE49-F238E27FC236}">
                <a16:creationId xmlns:a16="http://schemas.microsoft.com/office/drawing/2014/main" id="{75804803-3A9E-88A3-151D-598880438517}"/>
              </a:ext>
            </a:extLst>
          </p:cNvPr>
          <p:cNvSpPr/>
          <p:nvPr/>
        </p:nvSpPr>
        <p:spPr>
          <a:xfrm>
            <a:off x="5834405" y="2646678"/>
            <a:ext cx="835813" cy="485784"/>
          </a:xfrm>
          <a:prstGeom prst="rightArrow">
            <a:avLst>
              <a:gd name="adj1" fmla="val 50000"/>
              <a:gd name="adj2" fmla="val 68229"/>
            </a:avLst>
          </a:prstGeom>
          <a:solidFill>
            <a:srgbClr val="4285F4"/>
          </a:solidFill>
          <a:ln w="30925" cap="flat" cmpd="sng">
            <a:noFill/>
            <a:prstDash val="solid"/>
            <a:round/>
            <a:headEnd type="none" w="sm" len="sm"/>
            <a:tailEnd type="none" w="sm" len="sm"/>
          </a:ln>
        </p:spPr>
        <p:txBody>
          <a:bodyPr spcFirstLastPara="1" wrap="square" lIns="111275" tIns="55625" rIns="111275" bIns="55625" anchor="ctr" anchorCtr="0">
            <a:noAutofit/>
          </a:bodyPr>
          <a:lstStyle/>
          <a:p>
            <a:pPr marL="0" marR="0" lvl="0" indent="0" algn="ctr" rtl="0">
              <a:lnSpc>
                <a:spcPct val="100000"/>
              </a:lnSpc>
              <a:spcBef>
                <a:spcPts val="0"/>
              </a:spcBef>
              <a:spcAft>
                <a:spcPts val="0"/>
              </a:spcAft>
              <a:buNone/>
            </a:pPr>
            <a:endParaRPr sz="1704" b="0" i="0" u="none" strike="noStrike" cap="none">
              <a:solidFill>
                <a:srgbClr val="FFFFFF"/>
              </a:solidFill>
              <a:latin typeface="Arial"/>
              <a:ea typeface="Arial"/>
              <a:cs typeface="Arial"/>
              <a:sym typeface="Arial"/>
            </a:endParaRPr>
          </a:p>
        </p:txBody>
      </p:sp>
    </p:spTree>
    <p:extLst>
      <p:ext uri="{BB962C8B-B14F-4D97-AF65-F5344CB8AC3E}">
        <p14:creationId xmlns:p14="http://schemas.microsoft.com/office/powerpoint/2010/main" val="629635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F9D3E-1EE6-55CA-285C-F16A8FAC3EA5}"/>
              </a:ext>
            </a:extLst>
          </p:cNvPr>
          <p:cNvSpPr>
            <a:spLocks noGrp="1"/>
          </p:cNvSpPr>
          <p:nvPr>
            <p:ph type="title"/>
          </p:nvPr>
        </p:nvSpPr>
        <p:spPr>
          <a:xfrm>
            <a:off x="438866" y="457201"/>
            <a:ext cx="5657133" cy="587828"/>
          </a:xfrm>
        </p:spPr>
        <p:txBody>
          <a:bodyPr/>
          <a:lstStyle/>
          <a:p>
            <a:r>
              <a:rPr lang="en-US"/>
              <a:t>Multi-query: Augment the prompt</a:t>
            </a:r>
          </a:p>
        </p:txBody>
      </p:sp>
      <p:sp>
        <p:nvSpPr>
          <p:cNvPr id="7" name="Google Shape;207;p38">
            <a:extLst>
              <a:ext uri="{FF2B5EF4-FFF2-40B4-BE49-F238E27FC236}">
                <a16:creationId xmlns:a16="http://schemas.microsoft.com/office/drawing/2014/main" id="{47382CE7-BF4D-9932-FAF7-A987DE7CCFCD}"/>
              </a:ext>
            </a:extLst>
          </p:cNvPr>
          <p:cNvSpPr txBox="1"/>
          <p:nvPr/>
        </p:nvSpPr>
        <p:spPr>
          <a:xfrm>
            <a:off x="438866" y="5705269"/>
            <a:ext cx="4683715"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b="0" i="0" u="sng" strike="noStrike" cap="none">
                <a:solidFill>
                  <a:srgbClr val="00BCEB"/>
                </a:solidFill>
                <a:latin typeface="Arial"/>
                <a:ea typeface="Arial"/>
                <a:cs typeface="Arial"/>
                <a:sym typeface="Arial"/>
                <a:hlinkClick r:id="rId2">
                  <a:extLst>
                    <a:ext uri="{A12FA001-AC4F-418D-AE19-62706E023703}">
                      <ahyp:hlinkClr xmlns:ahyp="http://schemas.microsoft.com/office/drawing/2018/hyperlinkcolor" val="tx"/>
                    </a:ext>
                  </a:extLst>
                </a:hlinkClick>
              </a:rPr>
              <a:t>rag-from-scratch/rag_from_scratch_5_to_9.ipynb at main · langchain-ai/rag-from-scratch · GitHub</a:t>
            </a:r>
            <a:endParaRPr sz="800" b="0" i="0" u="none" strike="noStrike" cap="none">
              <a:solidFill>
                <a:srgbClr val="000000"/>
              </a:solidFill>
              <a:latin typeface="Arial"/>
              <a:ea typeface="Arial"/>
              <a:cs typeface="Arial"/>
              <a:sym typeface="Arial"/>
            </a:endParaRPr>
          </a:p>
        </p:txBody>
      </p:sp>
      <p:pic>
        <p:nvPicPr>
          <p:cNvPr id="4" name="Graphic 3">
            <a:extLst>
              <a:ext uri="{FF2B5EF4-FFF2-40B4-BE49-F238E27FC236}">
                <a16:creationId xmlns:a16="http://schemas.microsoft.com/office/drawing/2014/main" id="{FEAD6506-72C2-7D08-E84C-AC14F9618E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5383" y="1592392"/>
            <a:ext cx="10561231" cy="3536559"/>
          </a:xfrm>
          <a:prstGeom prst="rect">
            <a:avLst/>
          </a:prstGeom>
        </p:spPr>
      </p:pic>
    </p:spTree>
    <p:extLst>
      <p:ext uri="{BB962C8B-B14F-4D97-AF65-F5344CB8AC3E}">
        <p14:creationId xmlns:p14="http://schemas.microsoft.com/office/powerpoint/2010/main" val="1473807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50">
            <a:extLst>
              <a:ext uri="{FF2B5EF4-FFF2-40B4-BE49-F238E27FC236}">
                <a16:creationId xmlns:a16="http://schemas.microsoft.com/office/drawing/2014/main" id="{70297D1E-223D-C26B-0D5F-A9E77241EAFA}"/>
              </a:ext>
            </a:extLst>
          </p:cNvPr>
          <p:cNvSpPr>
            <a:spLocks noGrp="1"/>
          </p:cNvSpPr>
          <p:nvPr>
            <p:ph type="title" idx="4294967295"/>
          </p:nvPr>
        </p:nvSpPr>
        <p:spPr>
          <a:xfrm>
            <a:off x="626701" y="2123801"/>
            <a:ext cx="6011863" cy="728835"/>
          </a:xfrm>
          <a:prstGeom prst="rect">
            <a:avLst/>
          </a:prstGeom>
        </p:spPr>
        <p:txBody>
          <a:bodyPr/>
          <a:lstStyle/>
          <a:p>
            <a:r>
              <a:rPr lang="en-US" sz="5400" dirty="0">
                <a:solidFill>
                  <a:schemeClr val="bg1"/>
                </a:solidFill>
                <a:latin typeface="Bebas Neue" panose="020B0606020202050201" pitchFamily="34" charset="77"/>
              </a:rPr>
              <a:t>RAG</a:t>
            </a:r>
          </a:p>
        </p:txBody>
      </p:sp>
      <p:sp>
        <p:nvSpPr>
          <p:cNvPr id="52" name="Text Placeholder 51">
            <a:extLst>
              <a:ext uri="{FF2B5EF4-FFF2-40B4-BE49-F238E27FC236}">
                <a16:creationId xmlns:a16="http://schemas.microsoft.com/office/drawing/2014/main" id="{AE748E19-45C0-8345-5A02-342D91EB9F30}"/>
              </a:ext>
            </a:extLst>
          </p:cNvPr>
          <p:cNvSpPr>
            <a:spLocks noGrp="1"/>
          </p:cNvSpPr>
          <p:nvPr>
            <p:ph type="body" idx="4294967295"/>
          </p:nvPr>
        </p:nvSpPr>
        <p:spPr>
          <a:xfrm>
            <a:off x="626701" y="2989869"/>
            <a:ext cx="7418388" cy="1095375"/>
          </a:xfrm>
          <a:prstGeom prst="rect">
            <a:avLst/>
          </a:prstGeom>
        </p:spPr>
        <p:txBody>
          <a:bodyPr/>
          <a:lstStyle/>
          <a:p>
            <a:r>
              <a:rPr lang="en-US" sz="2000" dirty="0">
                <a:solidFill>
                  <a:schemeClr val="accent2"/>
                </a:solidFill>
              </a:rPr>
              <a:t>Fusion</a:t>
            </a:r>
          </a:p>
          <a:p>
            <a:endParaRPr lang="en-US" sz="2000" dirty="0">
              <a:solidFill>
                <a:schemeClr val="accent2"/>
              </a:solidFill>
            </a:endParaRPr>
          </a:p>
        </p:txBody>
      </p:sp>
      <p:pic>
        <p:nvPicPr>
          <p:cNvPr id="2" name="Graphic 1">
            <a:extLst>
              <a:ext uri="{FF2B5EF4-FFF2-40B4-BE49-F238E27FC236}">
                <a16:creationId xmlns:a16="http://schemas.microsoft.com/office/drawing/2014/main" id="{97ACF403-3180-4584-1D85-3F4481C0B226}"/>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3864816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ECA40-DEBC-B828-3A32-37A3687AC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78617-131E-51AF-3A24-5580E131CBFC}"/>
              </a:ext>
            </a:extLst>
          </p:cNvPr>
          <p:cNvSpPr>
            <a:spLocks noGrp="1"/>
          </p:cNvSpPr>
          <p:nvPr>
            <p:ph type="title"/>
          </p:nvPr>
        </p:nvSpPr>
        <p:spPr/>
        <p:txBody>
          <a:bodyPr/>
          <a:lstStyle/>
          <a:p>
            <a:r>
              <a:rPr lang="en"/>
              <a:t>Reciprocal Re-Ranking</a:t>
            </a:r>
            <a:endParaRPr lang="en-US"/>
          </a:p>
        </p:txBody>
      </p:sp>
      <p:sp>
        <p:nvSpPr>
          <p:cNvPr id="3" name="Text Placeholder 2">
            <a:extLst>
              <a:ext uri="{FF2B5EF4-FFF2-40B4-BE49-F238E27FC236}">
                <a16:creationId xmlns:a16="http://schemas.microsoft.com/office/drawing/2014/main" id="{67474005-190D-0F8D-DB5B-7DDFB0F4896F}"/>
              </a:ext>
            </a:extLst>
          </p:cNvPr>
          <p:cNvSpPr>
            <a:spLocks noGrp="1"/>
          </p:cNvSpPr>
          <p:nvPr>
            <p:ph type="body" idx="1"/>
          </p:nvPr>
        </p:nvSpPr>
        <p:spPr>
          <a:xfrm>
            <a:off x="438867" y="1764442"/>
            <a:ext cx="6435462" cy="574516"/>
          </a:xfrm>
        </p:spPr>
        <p:txBody>
          <a:bodyPr/>
          <a:lstStyle/>
          <a:p>
            <a:pPr>
              <a:lnSpc>
                <a:spcPts val="2200"/>
              </a:lnSpc>
            </a:pPr>
            <a:r>
              <a:rPr lang="en-US"/>
              <a:t>Re-implemented from this GitHub repo, all credit to original author</a:t>
            </a:r>
          </a:p>
        </p:txBody>
      </p:sp>
      <p:sp>
        <p:nvSpPr>
          <p:cNvPr id="4" name="Text Placeholder 3">
            <a:extLst>
              <a:ext uri="{FF2B5EF4-FFF2-40B4-BE49-F238E27FC236}">
                <a16:creationId xmlns:a16="http://schemas.microsoft.com/office/drawing/2014/main" id="{5E7354EA-5A84-839F-048E-49C7C9564B6F}"/>
              </a:ext>
            </a:extLst>
          </p:cNvPr>
          <p:cNvSpPr>
            <a:spLocks noGrp="1"/>
          </p:cNvSpPr>
          <p:nvPr>
            <p:ph type="body" idx="2"/>
          </p:nvPr>
        </p:nvSpPr>
        <p:spPr>
          <a:xfrm>
            <a:off x="438867" y="1139050"/>
            <a:ext cx="4571600" cy="457667"/>
          </a:xfrm>
        </p:spPr>
        <p:txBody>
          <a:bodyPr/>
          <a:lstStyle/>
          <a:p>
            <a:pPr marL="7938" indent="0">
              <a:spcBef>
                <a:spcPts val="600"/>
              </a:spcBef>
              <a:buNone/>
            </a:pPr>
            <a:r>
              <a:rPr lang="en-US" sz="1800" b="1">
                <a:solidFill>
                  <a:schemeClr val="accent2"/>
                </a:solidFill>
                <a:latin typeface="DM Sans 14pt SemiBold" pitchFamily="2" charset="77"/>
              </a:rPr>
              <a:t>RAG Fusion</a:t>
            </a:r>
            <a:r>
              <a:rPr lang="en-US"/>
              <a:t> </a:t>
            </a:r>
          </a:p>
        </p:txBody>
      </p:sp>
      <p:sp>
        <p:nvSpPr>
          <p:cNvPr id="9" name="Text Placeholder 2">
            <a:extLst>
              <a:ext uri="{FF2B5EF4-FFF2-40B4-BE49-F238E27FC236}">
                <a16:creationId xmlns:a16="http://schemas.microsoft.com/office/drawing/2014/main" id="{E1C38D6C-3AE2-43CB-9B8D-4806CF2305C9}"/>
              </a:ext>
            </a:extLst>
          </p:cNvPr>
          <p:cNvSpPr txBox="1">
            <a:spLocks/>
          </p:cNvSpPr>
          <p:nvPr/>
        </p:nvSpPr>
        <p:spPr>
          <a:xfrm>
            <a:off x="781766" y="2338958"/>
            <a:ext cx="7219233" cy="57451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lnSpc>
                <a:spcPts val="2200"/>
              </a:lnSpc>
            </a:pPr>
            <a:r>
              <a:rPr lang="en-US"/>
              <a:t>RAG-Fusion, a search methodology that aims to bridge the gap between traditional search paradigms and the multifaceted dimensions of human queries. Inspired by the capabilities of Retrieval Augmented Generation (RAG), this project goes a step further by employing multiple query generation and Reciprocal Rank Fusion to re-rank search results.</a:t>
            </a:r>
          </a:p>
        </p:txBody>
      </p:sp>
      <p:cxnSp>
        <p:nvCxnSpPr>
          <p:cNvPr id="6" name="Straight Connector 5">
            <a:extLst>
              <a:ext uri="{FF2B5EF4-FFF2-40B4-BE49-F238E27FC236}">
                <a16:creationId xmlns:a16="http://schemas.microsoft.com/office/drawing/2014/main" id="{DE57569B-7B82-A6E7-7FD9-8D8AB17CE521}"/>
              </a:ext>
            </a:extLst>
          </p:cNvPr>
          <p:cNvCxnSpPr/>
          <p:nvPr/>
        </p:nvCxnSpPr>
        <p:spPr>
          <a:xfrm>
            <a:off x="438867" y="2338958"/>
            <a:ext cx="0" cy="138395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6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AFE8E-4E30-381F-248C-F0E70304A0A9}"/>
              </a:ext>
            </a:extLst>
          </p:cNvPr>
          <p:cNvSpPr>
            <a:spLocks noGrp="1"/>
          </p:cNvSpPr>
          <p:nvPr>
            <p:ph type="title"/>
          </p:nvPr>
        </p:nvSpPr>
        <p:spPr/>
        <p:txBody>
          <a:bodyPr/>
          <a:lstStyle/>
          <a:p>
            <a:r>
              <a:rPr lang="en-US"/>
              <a:t>Synthetic Answers</a:t>
            </a:r>
          </a:p>
        </p:txBody>
      </p:sp>
      <p:sp>
        <p:nvSpPr>
          <p:cNvPr id="3" name="Text Placeholder 2">
            <a:extLst>
              <a:ext uri="{FF2B5EF4-FFF2-40B4-BE49-F238E27FC236}">
                <a16:creationId xmlns:a16="http://schemas.microsoft.com/office/drawing/2014/main" id="{AFB9C2BE-775F-2845-7BA7-44A1D285E566}"/>
              </a:ext>
            </a:extLst>
          </p:cNvPr>
          <p:cNvSpPr>
            <a:spLocks noGrp="1"/>
          </p:cNvSpPr>
          <p:nvPr>
            <p:ph type="body" idx="1"/>
          </p:nvPr>
        </p:nvSpPr>
        <p:spPr>
          <a:xfrm>
            <a:off x="438866" y="1159796"/>
            <a:ext cx="8182619" cy="1094800"/>
          </a:xfrm>
        </p:spPr>
        <p:txBody>
          <a:bodyPr/>
          <a:lstStyle/>
          <a:p>
            <a:r>
              <a:rPr lang="en-US"/>
              <a:t>Going a step further we can use reciprocal ranking and other methods to evaluate and rank the 'best' answers </a:t>
            </a:r>
          </a:p>
          <a:p>
            <a:endParaRPr lang="en-US"/>
          </a:p>
          <a:p>
            <a:r>
              <a:rPr lang="en-US"/>
              <a:t>We can take 'all' answers and synthesize a 'best' answer </a:t>
            </a:r>
          </a:p>
          <a:p>
            <a:endParaRPr lang="en-US"/>
          </a:p>
          <a:p>
            <a:r>
              <a:rPr lang="en-US"/>
              <a:t>We can round-robin against multi-LLM to get different 'perspectives' and generations; and synthesize a multi-LLM council of answers</a:t>
            </a:r>
          </a:p>
          <a:p>
            <a:endParaRPr lang="en-US"/>
          </a:p>
          <a:p>
            <a:r>
              <a:rPr lang="en-US"/>
              <a:t>We can bounce the initial answers from all LLMs against all other LLMs and come to a consensus of the 'best' answer (and throw away outlying hallucinations</a:t>
            </a:r>
          </a:p>
        </p:txBody>
      </p:sp>
    </p:spTree>
    <p:extLst>
      <p:ext uri="{BB962C8B-B14F-4D97-AF65-F5344CB8AC3E}">
        <p14:creationId xmlns:p14="http://schemas.microsoft.com/office/powerpoint/2010/main" val="3776931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8E856-A623-82E6-3EEF-14FBEEA34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FAFCC-E301-9796-2017-AAD8BE7B5365}"/>
              </a:ext>
            </a:extLst>
          </p:cNvPr>
          <p:cNvSpPr>
            <a:spLocks noGrp="1"/>
          </p:cNvSpPr>
          <p:nvPr>
            <p:ph type="title"/>
          </p:nvPr>
        </p:nvSpPr>
        <p:spPr/>
        <p:txBody>
          <a:bodyPr/>
          <a:lstStyle/>
          <a:p>
            <a:r>
              <a:rPr lang="en-US"/>
              <a:t>RAG-Fusion</a:t>
            </a:r>
          </a:p>
        </p:txBody>
      </p:sp>
      <p:pic>
        <p:nvPicPr>
          <p:cNvPr id="4" name="Graphic 3">
            <a:extLst>
              <a:ext uri="{FF2B5EF4-FFF2-40B4-BE49-F238E27FC236}">
                <a16:creationId xmlns:a16="http://schemas.microsoft.com/office/drawing/2014/main" id="{3BC03F9C-A3FE-766F-AA25-6204CEE417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8346" y="1828800"/>
            <a:ext cx="10675307" cy="3200400"/>
          </a:xfrm>
          <a:prstGeom prst="rect">
            <a:avLst/>
          </a:prstGeom>
        </p:spPr>
      </p:pic>
    </p:spTree>
    <p:extLst>
      <p:ext uri="{BB962C8B-B14F-4D97-AF65-F5344CB8AC3E}">
        <p14:creationId xmlns:p14="http://schemas.microsoft.com/office/powerpoint/2010/main" val="4082582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50">
            <a:extLst>
              <a:ext uri="{FF2B5EF4-FFF2-40B4-BE49-F238E27FC236}">
                <a16:creationId xmlns:a16="http://schemas.microsoft.com/office/drawing/2014/main" id="{70297D1E-223D-C26B-0D5F-A9E77241EAFA}"/>
              </a:ext>
            </a:extLst>
          </p:cNvPr>
          <p:cNvSpPr>
            <a:spLocks noGrp="1"/>
          </p:cNvSpPr>
          <p:nvPr>
            <p:ph type="title" idx="4294967295"/>
          </p:nvPr>
        </p:nvSpPr>
        <p:spPr>
          <a:xfrm>
            <a:off x="626701" y="2123801"/>
            <a:ext cx="6011863" cy="728835"/>
          </a:xfrm>
          <a:prstGeom prst="rect">
            <a:avLst/>
          </a:prstGeom>
        </p:spPr>
        <p:txBody>
          <a:bodyPr/>
          <a:lstStyle/>
          <a:p>
            <a:r>
              <a:rPr lang="en-US" sz="5400" dirty="0">
                <a:solidFill>
                  <a:schemeClr val="bg1"/>
                </a:solidFill>
                <a:latin typeface="Bebas Neue" panose="020B0606020202050201" pitchFamily="34" charset="77"/>
              </a:rPr>
              <a:t>RAPTOR</a:t>
            </a:r>
          </a:p>
        </p:txBody>
      </p:sp>
      <p:sp>
        <p:nvSpPr>
          <p:cNvPr id="52" name="Text Placeholder 51">
            <a:extLst>
              <a:ext uri="{FF2B5EF4-FFF2-40B4-BE49-F238E27FC236}">
                <a16:creationId xmlns:a16="http://schemas.microsoft.com/office/drawing/2014/main" id="{AE748E19-45C0-8345-5A02-342D91EB9F30}"/>
              </a:ext>
            </a:extLst>
          </p:cNvPr>
          <p:cNvSpPr>
            <a:spLocks noGrp="1"/>
          </p:cNvSpPr>
          <p:nvPr>
            <p:ph type="body" idx="4294967295"/>
          </p:nvPr>
        </p:nvSpPr>
        <p:spPr>
          <a:xfrm>
            <a:off x="626701" y="2989869"/>
            <a:ext cx="7418388" cy="1095375"/>
          </a:xfrm>
          <a:prstGeom prst="rect">
            <a:avLst/>
          </a:prstGeom>
        </p:spPr>
        <p:txBody>
          <a:bodyPr/>
          <a:lstStyle/>
          <a:p>
            <a:r>
              <a:rPr lang="en-US" sz="2000" dirty="0">
                <a:solidFill>
                  <a:schemeClr val="accent2"/>
                </a:solidFill>
              </a:rPr>
              <a:t>Recursive Abstractive Processing for Tree-Organized Retrieval</a:t>
            </a: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p:txBody>
      </p:sp>
      <p:pic>
        <p:nvPicPr>
          <p:cNvPr id="2" name="Graphic 1">
            <a:extLst>
              <a:ext uri="{FF2B5EF4-FFF2-40B4-BE49-F238E27FC236}">
                <a16:creationId xmlns:a16="http://schemas.microsoft.com/office/drawing/2014/main" id="{97ACF403-3180-4584-1D85-3F4481C0B226}"/>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27881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54AB7-D8EB-FC03-5A78-0DE9DBB6C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47755-4BBB-0F28-AB74-684C947046E1}"/>
              </a:ext>
            </a:extLst>
          </p:cNvPr>
          <p:cNvSpPr>
            <a:spLocks noGrp="1"/>
          </p:cNvSpPr>
          <p:nvPr>
            <p:ph type="title"/>
          </p:nvPr>
        </p:nvSpPr>
        <p:spPr/>
        <p:txBody>
          <a:bodyPr/>
          <a:lstStyle/>
          <a:p>
            <a:r>
              <a:rPr lang="en-US"/>
              <a:t>The drawbacks of RAG</a:t>
            </a:r>
          </a:p>
        </p:txBody>
      </p:sp>
      <p:sp>
        <p:nvSpPr>
          <p:cNvPr id="3" name="Text Placeholder 2">
            <a:extLst>
              <a:ext uri="{FF2B5EF4-FFF2-40B4-BE49-F238E27FC236}">
                <a16:creationId xmlns:a16="http://schemas.microsoft.com/office/drawing/2014/main" id="{744AE8E6-9CA1-0F2E-D7C4-B8375A58E9A3}"/>
              </a:ext>
            </a:extLst>
          </p:cNvPr>
          <p:cNvSpPr>
            <a:spLocks noGrp="1"/>
          </p:cNvSpPr>
          <p:nvPr>
            <p:ph type="body" idx="1"/>
          </p:nvPr>
        </p:nvSpPr>
        <p:spPr>
          <a:xfrm>
            <a:off x="438866" y="1159796"/>
            <a:ext cx="9897119" cy="1094800"/>
          </a:xfrm>
        </p:spPr>
        <p:txBody>
          <a:bodyPr/>
          <a:lstStyle/>
          <a:p>
            <a:pPr>
              <a:lnSpc>
                <a:spcPts val="2400"/>
              </a:lnSpc>
            </a:pPr>
            <a:r>
              <a:rPr lang="en-US"/>
              <a:t>Nevertheless, existing retrieval-augmented approaches also have flaws. The one we tackle is that most existing methods retrieve only a few short, contiguous text chunks, which limits their ability to represent and leverage large-scale discourse structure. This is particularly relevant for thematic questions that require integrating knowledge from multiple parts of a text, such as understanding an entire book, as in the </a:t>
            </a:r>
            <a:r>
              <a:rPr lang="en-US" err="1"/>
              <a:t>NarrativeQA</a:t>
            </a:r>
            <a:r>
              <a:rPr lang="en-US"/>
              <a:t> dataset (</a:t>
            </a:r>
            <a:r>
              <a:rPr lang="en-US" err="1"/>
              <a:t>Kočiský</a:t>
            </a:r>
            <a:r>
              <a:rPr lang="en-US"/>
              <a:t> et al., 2018). Consider the fairy tale of Cinderella, and the question "How did Cinderella reach her happy ending?". The top-k retrieved short contiguous texts will not contain enough context to answer the question.</a:t>
            </a:r>
          </a:p>
        </p:txBody>
      </p:sp>
      <p:sp>
        <p:nvSpPr>
          <p:cNvPr id="5" name="Google Shape;243;p44">
            <a:extLst>
              <a:ext uri="{FF2B5EF4-FFF2-40B4-BE49-F238E27FC236}">
                <a16:creationId xmlns:a16="http://schemas.microsoft.com/office/drawing/2014/main" id="{5C8D49DB-D9FC-AA7F-6708-B102B5214A6E}"/>
              </a:ext>
            </a:extLst>
          </p:cNvPr>
          <p:cNvSpPr txBox="1"/>
          <p:nvPr/>
        </p:nvSpPr>
        <p:spPr>
          <a:xfrm>
            <a:off x="438866" y="5698204"/>
            <a:ext cx="45716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b="0" i="0" u="sng" strike="noStrike" cap="none">
                <a:solidFill>
                  <a:schemeClr val="accent1"/>
                </a:solidFill>
                <a:latin typeface="Arial"/>
                <a:ea typeface="Arial"/>
                <a:cs typeface="Arial"/>
                <a:sym typeface="Arial"/>
                <a:hlinkClick r:id="rId2">
                  <a:extLst>
                    <a:ext uri="{A12FA001-AC4F-418D-AE19-62706E023703}">
                      <ahyp:hlinkClr xmlns:ahyp="http://schemas.microsoft.com/office/drawing/2018/hyperlinkcolor" val="tx"/>
                    </a:ext>
                  </a:extLst>
                </a:hlinkClick>
              </a:rPr>
              <a:t>RAPTOR: Recursive Abstractive Processing for Tree-Organized Retrieval (arxiv.org)</a:t>
            </a:r>
            <a:endParaRPr sz="800" b="0" i="0" u="none" strike="noStrike" cap="none">
              <a:solidFill>
                <a:schemeClr val="accent1"/>
              </a:solidFill>
              <a:latin typeface="Arial"/>
              <a:ea typeface="Arial"/>
              <a:cs typeface="Arial"/>
              <a:sym typeface="Arial"/>
            </a:endParaRPr>
          </a:p>
        </p:txBody>
      </p:sp>
    </p:spTree>
    <p:extLst>
      <p:ext uri="{BB962C8B-B14F-4D97-AF65-F5344CB8AC3E}">
        <p14:creationId xmlns:p14="http://schemas.microsoft.com/office/powerpoint/2010/main" val="2779715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2785-740A-4B93-EA2A-E728D531C13D}"/>
              </a:ext>
            </a:extLst>
          </p:cNvPr>
          <p:cNvSpPr>
            <a:spLocks noGrp="1"/>
          </p:cNvSpPr>
          <p:nvPr>
            <p:ph type="title"/>
          </p:nvPr>
        </p:nvSpPr>
        <p:spPr/>
        <p:txBody>
          <a:bodyPr/>
          <a:lstStyle/>
          <a:p>
            <a:r>
              <a:rPr lang="en-US"/>
              <a:t>Look familiar?</a:t>
            </a:r>
          </a:p>
        </p:txBody>
      </p:sp>
      <p:pic>
        <p:nvPicPr>
          <p:cNvPr id="8" name="Graphic 7">
            <a:extLst>
              <a:ext uri="{FF2B5EF4-FFF2-40B4-BE49-F238E27FC236}">
                <a16:creationId xmlns:a16="http://schemas.microsoft.com/office/drawing/2014/main" id="{943B3E19-5F45-BA24-A47D-7A64AE4F35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9743" y="1710870"/>
            <a:ext cx="11478809" cy="3040744"/>
          </a:xfrm>
          <a:prstGeom prst="rect">
            <a:avLst/>
          </a:prstGeom>
        </p:spPr>
      </p:pic>
    </p:spTree>
    <p:extLst>
      <p:ext uri="{BB962C8B-B14F-4D97-AF65-F5344CB8AC3E}">
        <p14:creationId xmlns:p14="http://schemas.microsoft.com/office/powerpoint/2010/main" val="1637570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CBC6C4F-3929-90FB-1DD1-81F4198707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10926" y="918292"/>
            <a:ext cx="7770148" cy="4795438"/>
          </a:xfrm>
          <a:prstGeom prst="rect">
            <a:avLst/>
          </a:prstGeom>
        </p:spPr>
      </p:pic>
    </p:spTree>
    <p:extLst>
      <p:ext uri="{BB962C8B-B14F-4D97-AF65-F5344CB8AC3E}">
        <p14:creationId xmlns:p14="http://schemas.microsoft.com/office/powerpoint/2010/main" val="3836215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30C372FE-9289-6EE3-E774-8994AE4D24AE}"/>
              </a:ext>
            </a:extLst>
          </p:cNvPr>
          <p:cNvGrpSpPr/>
          <p:nvPr/>
        </p:nvGrpSpPr>
        <p:grpSpPr>
          <a:xfrm>
            <a:off x="552739" y="1591155"/>
            <a:ext cx="10094215" cy="4577106"/>
            <a:chOff x="158524" y="1114862"/>
            <a:chExt cx="8593552" cy="3896648"/>
          </a:xfrm>
        </p:grpSpPr>
        <p:pic>
          <p:nvPicPr>
            <p:cNvPr id="13" name="Google Shape;261;p47" descr="A screenshot of a computer&#10;&#10;Description automatically generated">
              <a:extLst>
                <a:ext uri="{FF2B5EF4-FFF2-40B4-BE49-F238E27FC236}">
                  <a16:creationId xmlns:a16="http://schemas.microsoft.com/office/drawing/2014/main" id="{A505EAAC-47F8-603E-A61F-370B57890346}"/>
                </a:ext>
              </a:extLst>
            </p:cNvPr>
            <p:cNvPicPr preferRelativeResize="0"/>
            <p:nvPr/>
          </p:nvPicPr>
          <p:blipFill rotWithShape="1">
            <a:blip r:embed="rId3">
              <a:alphaModFix/>
            </a:blip>
            <a:srcRect t="21455"/>
            <a:stretch>
              <a:fillRect/>
            </a:stretch>
          </p:blipFill>
          <p:spPr>
            <a:xfrm>
              <a:off x="158524" y="1178875"/>
              <a:ext cx="4874078" cy="3832635"/>
            </a:xfrm>
            <a:prstGeom prst="rect">
              <a:avLst/>
            </a:prstGeom>
            <a:noFill/>
            <a:ln>
              <a:noFill/>
            </a:ln>
          </p:spPr>
        </p:pic>
        <p:pic>
          <p:nvPicPr>
            <p:cNvPr id="14" name="Google Shape;262;p47" descr="A screenshot of a computer program&#10;&#10;Description automatically generated">
              <a:extLst>
                <a:ext uri="{FF2B5EF4-FFF2-40B4-BE49-F238E27FC236}">
                  <a16:creationId xmlns:a16="http://schemas.microsoft.com/office/drawing/2014/main" id="{BAF65BDC-4EB3-B536-2944-9E561F0F7A68}"/>
                </a:ext>
              </a:extLst>
            </p:cNvPr>
            <p:cNvPicPr preferRelativeResize="0"/>
            <p:nvPr/>
          </p:nvPicPr>
          <p:blipFill rotWithShape="1">
            <a:blip r:embed="rId4">
              <a:alphaModFix/>
            </a:blip>
            <a:srcRect/>
            <a:stretch/>
          </p:blipFill>
          <p:spPr>
            <a:xfrm>
              <a:off x="5079811" y="1511825"/>
              <a:ext cx="3672265" cy="2119850"/>
            </a:xfrm>
            <a:prstGeom prst="rect">
              <a:avLst/>
            </a:prstGeom>
            <a:noFill/>
            <a:ln>
              <a:noFill/>
            </a:ln>
          </p:spPr>
        </p:pic>
        <p:sp>
          <p:nvSpPr>
            <p:cNvPr id="15" name="Google Shape;263;p47">
              <a:extLst>
                <a:ext uri="{FF2B5EF4-FFF2-40B4-BE49-F238E27FC236}">
                  <a16:creationId xmlns:a16="http://schemas.microsoft.com/office/drawing/2014/main" id="{54FDCAB2-DA0C-9E85-6B32-6A0B96656B3B}"/>
                </a:ext>
              </a:extLst>
            </p:cNvPr>
            <p:cNvSpPr/>
            <p:nvPr/>
          </p:nvSpPr>
          <p:spPr>
            <a:xfrm>
              <a:off x="1074963" y="4791569"/>
              <a:ext cx="1140000" cy="216000"/>
            </a:xfrm>
            <a:prstGeom prst="leftArrow">
              <a:avLst>
                <a:gd name="adj1" fmla="val 50000"/>
                <a:gd name="adj2" fmla="val 50000"/>
              </a:avLst>
            </a:prstGeom>
            <a:solidFill>
              <a:schemeClr val="accent2">
                <a:alpha val="27000"/>
              </a:schemeClr>
            </a:solidFill>
            <a:ln w="3175" cap="flat" cmpd="sng">
              <a:solidFill>
                <a:schemeClr val="accent2">
                  <a:alpha val="47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100" b="1" i="0" u="none" strike="noStrike" cap="none">
                <a:solidFill>
                  <a:srgbClr val="FFFFFF"/>
                </a:solidFill>
                <a:latin typeface="Arial"/>
                <a:ea typeface="Arial"/>
                <a:cs typeface="Arial"/>
                <a:sym typeface="Arial"/>
              </a:endParaRPr>
            </a:p>
          </p:txBody>
        </p:sp>
        <p:sp>
          <p:nvSpPr>
            <p:cNvPr id="16" name="Google Shape;264;p47">
              <a:extLst>
                <a:ext uri="{FF2B5EF4-FFF2-40B4-BE49-F238E27FC236}">
                  <a16:creationId xmlns:a16="http://schemas.microsoft.com/office/drawing/2014/main" id="{C6963A43-3866-C0DE-FE4F-28BBFCEF9D2B}"/>
                </a:ext>
              </a:extLst>
            </p:cNvPr>
            <p:cNvSpPr/>
            <p:nvPr/>
          </p:nvSpPr>
          <p:spPr>
            <a:xfrm>
              <a:off x="1789312" y="1114862"/>
              <a:ext cx="2340300" cy="377267"/>
            </a:xfrm>
            <a:prstGeom prst="leftArrow">
              <a:avLst>
                <a:gd name="adj1" fmla="val 50000"/>
                <a:gd name="adj2" fmla="val 50000"/>
              </a:avLst>
            </a:prstGeom>
            <a:solidFill>
              <a:schemeClr val="accent2">
                <a:alpha val="27000"/>
              </a:schemeClr>
            </a:solidFill>
            <a:ln w="3175" cap="flat" cmpd="sng">
              <a:solidFill>
                <a:schemeClr val="accent2">
                  <a:alpha val="47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1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Leaf Node</a:t>
              </a:r>
              <a:r>
                <a:rPr lang="en-US" sz="11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a:t>
              </a:r>
              <a:endParaRPr lang="en-US" sz="11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
          <p:nvSpPr>
            <p:cNvPr id="17" name="Google Shape;265;p47">
              <a:extLst>
                <a:ext uri="{FF2B5EF4-FFF2-40B4-BE49-F238E27FC236}">
                  <a16:creationId xmlns:a16="http://schemas.microsoft.com/office/drawing/2014/main" id="{D13E62EA-702C-D211-FC01-2D383EA68073}"/>
                </a:ext>
              </a:extLst>
            </p:cNvPr>
            <p:cNvSpPr/>
            <p:nvPr/>
          </p:nvSpPr>
          <p:spPr>
            <a:xfrm>
              <a:off x="1843766" y="1649380"/>
              <a:ext cx="1140000" cy="377267"/>
            </a:xfrm>
            <a:prstGeom prst="leftArrow">
              <a:avLst>
                <a:gd name="adj1" fmla="val 50000"/>
                <a:gd name="adj2" fmla="val 50000"/>
              </a:avLst>
            </a:prstGeom>
            <a:solidFill>
              <a:schemeClr val="accent2">
                <a:alpha val="27000"/>
              </a:schemeClr>
            </a:solidFill>
            <a:ln w="3175" cap="flat" cmpd="sng">
              <a:solidFill>
                <a:schemeClr val="accent2">
                  <a:alpha val="47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1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22 Spines</a:t>
              </a:r>
            </a:p>
          </p:txBody>
        </p:sp>
        <p:sp>
          <p:nvSpPr>
            <p:cNvPr id="18" name="Google Shape;266;p47">
              <a:extLst>
                <a:ext uri="{FF2B5EF4-FFF2-40B4-BE49-F238E27FC236}">
                  <a16:creationId xmlns:a16="http://schemas.microsoft.com/office/drawing/2014/main" id="{51525846-A947-4513-7684-1CB0FC08725C}"/>
                </a:ext>
              </a:extLst>
            </p:cNvPr>
            <p:cNvSpPr/>
            <p:nvPr/>
          </p:nvSpPr>
          <p:spPr>
            <a:xfrm>
              <a:off x="7188241" y="2194483"/>
              <a:ext cx="1140000" cy="377267"/>
            </a:xfrm>
            <a:prstGeom prst="leftArrow">
              <a:avLst>
                <a:gd name="adj1" fmla="val 50000"/>
                <a:gd name="adj2" fmla="val 50000"/>
              </a:avLst>
            </a:prstGeom>
            <a:solidFill>
              <a:schemeClr val="accent2">
                <a:alpha val="27000"/>
              </a:schemeClr>
            </a:solidFill>
            <a:ln w="3175" cap="flat" cmpd="sng">
              <a:solidFill>
                <a:schemeClr val="accent2">
                  <a:alpha val="47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1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4 Spines</a:t>
              </a:r>
            </a:p>
          </p:txBody>
        </p:sp>
        <p:sp>
          <p:nvSpPr>
            <p:cNvPr id="19" name="Google Shape;267;p47">
              <a:extLst>
                <a:ext uri="{FF2B5EF4-FFF2-40B4-BE49-F238E27FC236}">
                  <a16:creationId xmlns:a16="http://schemas.microsoft.com/office/drawing/2014/main" id="{FF9F7C18-958B-7D6B-49A0-192878712073}"/>
                </a:ext>
              </a:extLst>
            </p:cNvPr>
            <p:cNvSpPr/>
            <p:nvPr/>
          </p:nvSpPr>
          <p:spPr>
            <a:xfrm>
              <a:off x="5799494" y="2922181"/>
              <a:ext cx="1140000" cy="377267"/>
            </a:xfrm>
            <a:prstGeom prst="leftArrow">
              <a:avLst>
                <a:gd name="adj1" fmla="val 50000"/>
                <a:gd name="adj2" fmla="val 50000"/>
              </a:avLst>
            </a:prstGeom>
            <a:solidFill>
              <a:schemeClr val="accent2">
                <a:alpha val="27000"/>
              </a:schemeClr>
            </a:solidFill>
            <a:ln w="3175" cap="flat" cmpd="sng">
              <a:solidFill>
                <a:schemeClr val="accent2">
                  <a:alpha val="47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100"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Root</a:t>
              </a:r>
            </a:p>
          </p:txBody>
        </p:sp>
      </p:grpSp>
      <p:sp>
        <p:nvSpPr>
          <p:cNvPr id="21" name="Title 20">
            <a:extLst>
              <a:ext uri="{FF2B5EF4-FFF2-40B4-BE49-F238E27FC236}">
                <a16:creationId xmlns:a16="http://schemas.microsoft.com/office/drawing/2014/main" id="{75FAD926-C54F-B42E-FE3A-79C5CD8F60F4}"/>
              </a:ext>
            </a:extLst>
          </p:cNvPr>
          <p:cNvSpPr>
            <a:spLocks noGrp="1"/>
          </p:cNvSpPr>
          <p:nvPr>
            <p:ph type="title"/>
          </p:nvPr>
        </p:nvSpPr>
        <p:spPr/>
        <p:txBody>
          <a:bodyPr/>
          <a:lstStyle/>
          <a:p>
            <a:r>
              <a:rPr lang="en-US"/>
              <a:t>Document RAPTOR</a:t>
            </a:r>
          </a:p>
        </p:txBody>
      </p:sp>
      <p:sp>
        <p:nvSpPr>
          <p:cNvPr id="22" name="Text Placeholder 21">
            <a:extLst>
              <a:ext uri="{FF2B5EF4-FFF2-40B4-BE49-F238E27FC236}">
                <a16:creationId xmlns:a16="http://schemas.microsoft.com/office/drawing/2014/main" id="{32350239-E060-E9FC-214D-EF6688B2194B}"/>
              </a:ext>
            </a:extLst>
          </p:cNvPr>
          <p:cNvSpPr>
            <a:spLocks noGrp="1"/>
          </p:cNvSpPr>
          <p:nvPr>
            <p:ph type="body" idx="1"/>
          </p:nvPr>
        </p:nvSpPr>
        <p:spPr>
          <a:xfrm>
            <a:off x="438867" y="1159796"/>
            <a:ext cx="7890486" cy="303280"/>
          </a:xfrm>
        </p:spPr>
        <p:txBody>
          <a:bodyPr/>
          <a:lstStyle/>
          <a:p>
            <a:r>
              <a:rPr lang="en-US" b="1" dirty="0">
                <a:solidFill>
                  <a:schemeClr val="accent2"/>
                </a:solidFill>
              </a:rPr>
              <a:t>Automated AI Summarization &amp; Analysis and Chat with your Documents!</a:t>
            </a:r>
          </a:p>
        </p:txBody>
      </p:sp>
    </p:spTree>
    <p:extLst>
      <p:ext uri="{BB962C8B-B14F-4D97-AF65-F5344CB8AC3E}">
        <p14:creationId xmlns:p14="http://schemas.microsoft.com/office/powerpoint/2010/main" val="114192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6A629-46EF-CFFF-9F48-988F9E4CAB56}"/>
              </a:ext>
            </a:extLst>
          </p:cNvPr>
          <p:cNvSpPr>
            <a:spLocks noGrp="1"/>
          </p:cNvSpPr>
          <p:nvPr>
            <p:ph type="title"/>
          </p:nvPr>
        </p:nvSpPr>
        <p:spPr/>
        <p:txBody>
          <a:bodyPr/>
          <a:lstStyle/>
          <a:p>
            <a:r>
              <a:rPr lang="en-US"/>
              <a:t>Graph rag</a:t>
            </a:r>
          </a:p>
        </p:txBody>
      </p:sp>
      <p:pic>
        <p:nvPicPr>
          <p:cNvPr id="5" name="Google Shape;273;p48" descr="Figure 1: LLM-generated knowledge graph built from a private dataset using GPT-4 Turbo.">
            <a:extLst>
              <a:ext uri="{FF2B5EF4-FFF2-40B4-BE49-F238E27FC236}">
                <a16:creationId xmlns:a16="http://schemas.microsoft.com/office/drawing/2014/main" id="{D0B0A964-039D-3D88-6651-6F4E9B055B88}"/>
              </a:ext>
            </a:extLst>
          </p:cNvPr>
          <p:cNvPicPr preferRelativeResize="0"/>
          <p:nvPr/>
        </p:nvPicPr>
        <p:blipFill rotWithShape="1">
          <a:blip r:embed="rId2">
            <a:alphaModFix/>
          </a:blip>
          <a:srcRect/>
          <a:stretch/>
        </p:blipFill>
        <p:spPr>
          <a:xfrm>
            <a:off x="3648023" y="73363"/>
            <a:ext cx="8543977" cy="6784637"/>
          </a:xfrm>
          <a:prstGeom prst="rect">
            <a:avLst/>
          </a:prstGeom>
          <a:noFill/>
          <a:ln>
            <a:noFill/>
          </a:ln>
        </p:spPr>
      </p:pic>
    </p:spTree>
    <p:extLst>
      <p:ext uri="{BB962C8B-B14F-4D97-AF65-F5344CB8AC3E}">
        <p14:creationId xmlns:p14="http://schemas.microsoft.com/office/powerpoint/2010/main" val="705685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58C4A-D30F-4CE6-7BFD-625D77D5A0CE}"/>
              </a:ext>
            </a:extLst>
          </p:cNvPr>
          <p:cNvSpPr>
            <a:spLocks noGrp="1"/>
          </p:cNvSpPr>
          <p:nvPr>
            <p:ph type="title"/>
          </p:nvPr>
        </p:nvSpPr>
        <p:spPr/>
        <p:txBody>
          <a:bodyPr/>
          <a:lstStyle/>
          <a:p>
            <a:r>
              <a:rPr lang="en-US"/>
              <a:t>Knowledge Graphs</a:t>
            </a:r>
          </a:p>
        </p:txBody>
      </p:sp>
      <p:sp>
        <p:nvSpPr>
          <p:cNvPr id="3" name="Text Placeholder 2">
            <a:extLst>
              <a:ext uri="{FF2B5EF4-FFF2-40B4-BE49-F238E27FC236}">
                <a16:creationId xmlns:a16="http://schemas.microsoft.com/office/drawing/2014/main" id="{DCF74261-547A-8354-61AD-FCBBA2E2EE72}"/>
              </a:ext>
            </a:extLst>
          </p:cNvPr>
          <p:cNvSpPr>
            <a:spLocks noGrp="1"/>
          </p:cNvSpPr>
          <p:nvPr>
            <p:ph type="body" idx="1"/>
          </p:nvPr>
        </p:nvSpPr>
        <p:spPr>
          <a:xfrm>
            <a:off x="438867" y="1159796"/>
            <a:ext cx="8647260" cy="1094800"/>
          </a:xfrm>
        </p:spPr>
        <p:txBody>
          <a:bodyPr/>
          <a:lstStyle/>
          <a:p>
            <a:pPr marL="293688" indent="-285750">
              <a:buFont typeface="Arial" panose="020B0604020202020204" pitchFamily="34" charset="0"/>
              <a:buChar char="•"/>
            </a:pPr>
            <a:r>
              <a:rPr lang="en-US"/>
              <a:t>Baseline RAG struggles to connect the dots. This happens when answering a question requires traversing disparate pieces of information through their shared attributes in order to provide new synthesized insights.</a:t>
            </a:r>
          </a:p>
          <a:p>
            <a:pPr marL="293688" indent="-285750">
              <a:buFont typeface="Arial" panose="020B0604020202020204" pitchFamily="34" charset="0"/>
              <a:buChar char="•"/>
            </a:pPr>
            <a:endParaRPr lang="en-US"/>
          </a:p>
          <a:p>
            <a:pPr marL="293688" indent="-285750">
              <a:buFont typeface="Arial" panose="020B0604020202020204" pitchFamily="34" charset="0"/>
              <a:buChar char="•"/>
            </a:pPr>
            <a:r>
              <a:rPr lang="en-US"/>
              <a:t>Baseline RAG performs poorly when being asked to holistically understand summarized semantic concepts over large data collections or even singular large documents.</a:t>
            </a:r>
          </a:p>
          <a:p>
            <a:endParaRPr lang="en-US"/>
          </a:p>
          <a:p>
            <a:pPr marL="293688" indent="-285750">
              <a:buFont typeface="Arial" panose="020B0604020202020204" pitchFamily="34" charset="0"/>
              <a:buChar char="•"/>
            </a:pPr>
            <a:r>
              <a:rPr lang="en-US"/>
              <a:t>The LLM processes the entire private dataset, creating references to all entities and relationships within the source data, which are then used to create an LLM-generated knowledge graph. </a:t>
            </a:r>
          </a:p>
          <a:p>
            <a:endParaRPr lang="en-US"/>
          </a:p>
          <a:p>
            <a:pPr marL="293688" indent="-285750">
              <a:buFont typeface="Arial" panose="020B0604020202020204" pitchFamily="34" charset="0"/>
              <a:buChar char="•"/>
            </a:pPr>
            <a:r>
              <a:rPr lang="en-US"/>
              <a:t>This graph is then used to create a bottom-up clustering that organizes the data hierarchically into semantic clusters (indicated by using color in Figure 3 below). This partitioning allows for pre-summarization of semantic concepts and themes, which aids in holistic understanding of the dataset. </a:t>
            </a:r>
          </a:p>
          <a:p>
            <a:endParaRPr lang="en-US"/>
          </a:p>
          <a:p>
            <a:pPr marL="293688" indent="-285750">
              <a:buFont typeface="Arial" panose="020B0604020202020204" pitchFamily="34" charset="0"/>
              <a:buChar char="•"/>
            </a:pPr>
            <a:r>
              <a:rPr lang="en-US"/>
              <a:t>At query time, both of these structures are used to provide materials for the LLM context window when answering a question. </a:t>
            </a:r>
          </a:p>
        </p:txBody>
      </p:sp>
      <p:sp>
        <p:nvSpPr>
          <p:cNvPr id="5" name="Google Shape;280;p49">
            <a:extLst>
              <a:ext uri="{FF2B5EF4-FFF2-40B4-BE49-F238E27FC236}">
                <a16:creationId xmlns:a16="http://schemas.microsoft.com/office/drawing/2014/main" id="{2F2D74CE-D3E4-8FAE-5500-539B679D6814}"/>
              </a:ext>
            </a:extLst>
          </p:cNvPr>
          <p:cNvSpPr txBox="1"/>
          <p:nvPr/>
        </p:nvSpPr>
        <p:spPr>
          <a:xfrm>
            <a:off x="438867" y="5812193"/>
            <a:ext cx="74172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b="0" i="0" u="sng"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hlinkClick r:id="rId2">
                  <a:extLst>
                    <a:ext uri="{A12FA001-AC4F-418D-AE19-62706E023703}">
                      <ahyp:hlinkClr xmlns:ahyp="http://schemas.microsoft.com/office/drawing/2018/hyperlinkcolor" val="tx"/>
                    </a:ext>
                  </a:extLst>
                </a:hlinkClick>
              </a:rPr>
              <a:t>GraphRAG: Unlocking LLM discovery on narrative private data - Microsoft Research</a:t>
            </a:r>
            <a:endParaRPr sz="800" b="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Tree>
    <p:extLst>
      <p:ext uri="{BB962C8B-B14F-4D97-AF65-F5344CB8AC3E}">
        <p14:creationId xmlns:p14="http://schemas.microsoft.com/office/powerpoint/2010/main" val="1267400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F2FBB3-1ECB-FFE7-320A-374B44F179FD}"/>
              </a:ext>
            </a:extLst>
          </p:cNvPr>
          <p:cNvSpPr>
            <a:spLocks noGrp="1"/>
          </p:cNvSpPr>
          <p:nvPr>
            <p:ph type="title"/>
          </p:nvPr>
        </p:nvSpPr>
        <p:spPr>
          <a:xfrm>
            <a:off x="1524600" y="655742"/>
            <a:ext cx="9142800" cy="4914800"/>
          </a:xfrm>
        </p:spPr>
        <p:txBody>
          <a:bodyPr/>
          <a:lstStyle/>
          <a:p>
            <a:r>
              <a:rPr lang="en-US" dirty="0"/>
              <a:t>** Warning **</a:t>
            </a:r>
          </a:p>
        </p:txBody>
      </p:sp>
      <p:pic>
        <p:nvPicPr>
          <p:cNvPr id="2" name="Graphic 1">
            <a:extLst>
              <a:ext uri="{FF2B5EF4-FFF2-40B4-BE49-F238E27FC236}">
                <a16:creationId xmlns:a16="http://schemas.microsoft.com/office/drawing/2014/main" id="{EF41BB7E-30C6-1A6A-2C99-F61E60E565E1}"/>
              </a:ext>
            </a:extLst>
          </p:cNvPr>
          <p:cNvPicPr>
            <a:picLocks noChangeAspect="1"/>
          </p:cNvPicPr>
          <p:nvPr/>
        </p:nvPicPr>
        <p:blipFill>
          <a:blip>
            <a:extLst>
              <a:ext uri="{96DAC541-7B7A-43D3-8B79-37D633B846F1}">
                <asvg:svgBlip xmlns:asvg="http://schemas.microsoft.com/office/drawing/2016/SVG/main" r:embed="rId3"/>
              </a:ext>
            </a:extLst>
          </a:blip>
          <a:srcRect l="22132" b="58647"/>
          <a:stretch>
            <a:fillRect/>
          </a:stretch>
        </p:blipFill>
        <p:spPr>
          <a:xfrm flipH="1">
            <a:off x="5935133" y="0"/>
            <a:ext cx="6256867" cy="3322771"/>
          </a:xfrm>
          <a:prstGeom prst="rect">
            <a:avLst/>
          </a:prstGeom>
        </p:spPr>
      </p:pic>
      <p:pic>
        <p:nvPicPr>
          <p:cNvPr id="3" name="Graphic 2">
            <a:extLst>
              <a:ext uri="{FF2B5EF4-FFF2-40B4-BE49-F238E27FC236}">
                <a16:creationId xmlns:a16="http://schemas.microsoft.com/office/drawing/2014/main" id="{FC7BE282-11B2-2F8E-EF87-6A39B8BC3E0D}"/>
              </a:ext>
            </a:extLst>
          </p:cNvPr>
          <p:cNvPicPr>
            <a:picLocks noChangeAspect="1"/>
          </p:cNvPicPr>
          <p:nvPr/>
        </p:nvPicPr>
        <p:blipFill>
          <a:blip>
            <a:extLst>
              <a:ext uri="{96DAC541-7B7A-43D3-8B79-37D633B846F1}">
                <asvg:svgBlip xmlns:asvg="http://schemas.microsoft.com/office/drawing/2016/SVG/main" r:embed="rId3"/>
              </a:ext>
            </a:extLst>
          </a:blip>
          <a:srcRect l="22132" b="58647"/>
          <a:stretch>
            <a:fillRect/>
          </a:stretch>
        </p:blipFill>
        <p:spPr>
          <a:xfrm>
            <a:off x="0" y="0"/>
            <a:ext cx="6256867" cy="3322771"/>
          </a:xfrm>
          <a:prstGeom prst="rect">
            <a:avLst/>
          </a:prstGeom>
        </p:spPr>
      </p:pic>
    </p:spTree>
    <p:extLst>
      <p:ext uri="{BB962C8B-B14F-4D97-AF65-F5344CB8AC3E}">
        <p14:creationId xmlns:p14="http://schemas.microsoft.com/office/powerpoint/2010/main" val="4238653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3FD78D-FE41-1C10-A736-183F812906F2}"/>
              </a:ext>
            </a:extLst>
          </p:cNvPr>
          <p:cNvSpPr>
            <a:spLocks noGrp="1"/>
          </p:cNvSpPr>
          <p:nvPr>
            <p:ph type="title"/>
          </p:nvPr>
        </p:nvSpPr>
        <p:spPr>
          <a:xfrm>
            <a:off x="438867" y="457201"/>
            <a:ext cx="7293022" cy="1148904"/>
          </a:xfrm>
        </p:spPr>
        <p:txBody>
          <a:bodyPr/>
          <a:lstStyle/>
          <a:p>
            <a:r>
              <a:rPr lang="en-US" err="1"/>
              <a:t>graphRAG</a:t>
            </a:r>
            <a:r>
              <a:rPr lang="en-US"/>
              <a:t> is *very* expensive</a:t>
            </a:r>
          </a:p>
        </p:txBody>
      </p:sp>
      <p:sp>
        <p:nvSpPr>
          <p:cNvPr id="5" name="Text Placeholder 4">
            <a:extLst>
              <a:ext uri="{FF2B5EF4-FFF2-40B4-BE49-F238E27FC236}">
                <a16:creationId xmlns:a16="http://schemas.microsoft.com/office/drawing/2014/main" id="{B76DC3B4-C5A0-40EA-522F-77A11F3A358A}"/>
              </a:ext>
            </a:extLst>
          </p:cNvPr>
          <p:cNvSpPr>
            <a:spLocks noGrp="1"/>
          </p:cNvSpPr>
          <p:nvPr>
            <p:ph type="body" idx="1"/>
          </p:nvPr>
        </p:nvSpPr>
        <p:spPr>
          <a:xfrm>
            <a:off x="438866" y="1159795"/>
            <a:ext cx="7015229" cy="3064963"/>
          </a:xfrm>
        </p:spPr>
        <p:txBody>
          <a:bodyPr/>
          <a:lstStyle/>
          <a:p>
            <a:pPr marL="293688" indent="-285750">
              <a:buFont typeface="Arial" panose="020B0604020202020204" pitchFamily="34" charset="0"/>
              <a:buChar char="•"/>
            </a:pPr>
            <a:r>
              <a:rPr lang="en-US"/>
              <a:t>As you can imagine these graphs are huge and require a lot of computational and GPU power. </a:t>
            </a:r>
          </a:p>
          <a:p>
            <a:pPr marL="293688" indent="-285750">
              <a:buFont typeface="Arial" panose="020B0604020202020204" pitchFamily="34" charset="0"/>
              <a:buChar char="•"/>
            </a:pPr>
            <a:endParaRPr lang="en-US"/>
          </a:p>
          <a:p>
            <a:pPr marL="293688" indent="-285750">
              <a:buFont typeface="Arial" panose="020B0604020202020204" pitchFamily="34" charset="0"/>
              <a:buChar char="•"/>
            </a:pPr>
            <a:r>
              <a:rPr lang="en-US"/>
              <a:t>I abandoned my first attempt at </a:t>
            </a:r>
            <a:r>
              <a:rPr lang="en-US" err="1"/>
              <a:t>GraphRAG</a:t>
            </a:r>
            <a:r>
              <a:rPr lang="en-US"/>
              <a:t> after the job / bill reached about $65 – and it wasn't even close to being finished </a:t>
            </a:r>
          </a:p>
          <a:p>
            <a:endParaRPr lang="en-US"/>
          </a:p>
          <a:p>
            <a:pPr marL="293688" indent="-285750">
              <a:buFont typeface="Arial" panose="020B0604020202020204" pitchFamily="34" charset="0"/>
              <a:buChar char="•"/>
            </a:pPr>
            <a:r>
              <a:rPr lang="en-US"/>
              <a:t>Local models (LLMs) via tools like </a:t>
            </a:r>
            <a:r>
              <a:rPr lang="en-US" err="1"/>
              <a:t>Ollama</a:t>
            </a:r>
            <a:r>
              <a:rPr lang="en-US"/>
              <a:t> can ease the costs but they will still take substantial amount of time to generate locally unless you have serious GPU access</a:t>
            </a:r>
          </a:p>
          <a:p>
            <a:endParaRPr lang="en-US"/>
          </a:p>
          <a:p>
            <a:pPr marL="293688" indent="-285750">
              <a:buFont typeface="Arial" panose="020B0604020202020204" pitchFamily="34" charset="0"/>
              <a:buChar char="•"/>
            </a:pPr>
            <a:r>
              <a:rPr lang="en-US"/>
              <a:t>Be careful with cloud models when trying to build Knowledge Graphs</a:t>
            </a:r>
          </a:p>
          <a:p>
            <a:pPr marL="293688" indent="-285750">
              <a:buFont typeface="Arial" panose="020B0604020202020204" pitchFamily="34" charset="0"/>
              <a:buChar char="•"/>
            </a:pPr>
            <a:endParaRPr lang="en-US"/>
          </a:p>
          <a:p>
            <a:pPr marL="293688" indent="-285750">
              <a:buFont typeface="Arial" panose="020B0604020202020204" pitchFamily="34" charset="0"/>
              <a:buChar char="•"/>
            </a:pPr>
            <a:endParaRPr lang="en-US"/>
          </a:p>
        </p:txBody>
      </p:sp>
    </p:spTree>
    <p:extLst>
      <p:ext uri="{BB962C8B-B14F-4D97-AF65-F5344CB8AC3E}">
        <p14:creationId xmlns:p14="http://schemas.microsoft.com/office/powerpoint/2010/main" val="852270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27B3-A008-FF57-FD44-421CD78031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8FF6D079-58E3-4D31-1E55-A6465A1B7A92}"/>
              </a:ext>
            </a:extLst>
          </p:cNvPr>
          <p:cNvSpPr>
            <a:spLocks noGrp="1"/>
          </p:cNvSpPr>
          <p:nvPr>
            <p:ph type="title" idx="4294967295"/>
          </p:nvPr>
        </p:nvSpPr>
        <p:spPr>
          <a:xfrm>
            <a:off x="631767" y="2124075"/>
            <a:ext cx="6011863" cy="728663"/>
          </a:xfrm>
          <a:prstGeom prst="rect">
            <a:avLst/>
          </a:prstGeom>
        </p:spPr>
        <p:txBody>
          <a:bodyPr/>
          <a:lstStyle/>
          <a:p>
            <a:r>
              <a:rPr lang="en-US" sz="5400" dirty="0">
                <a:solidFill>
                  <a:schemeClr val="bg1"/>
                </a:solidFill>
                <a:latin typeface="Bebas Neue" panose="020B0606020202050201" pitchFamily="34" charset="77"/>
              </a:rPr>
              <a:t>TAG</a:t>
            </a:r>
          </a:p>
        </p:txBody>
      </p:sp>
      <p:sp>
        <p:nvSpPr>
          <p:cNvPr id="52" name="Text Placeholder 51">
            <a:extLst>
              <a:ext uri="{FF2B5EF4-FFF2-40B4-BE49-F238E27FC236}">
                <a16:creationId xmlns:a16="http://schemas.microsoft.com/office/drawing/2014/main" id="{ABC1EF73-4930-8D56-1B8D-B1C17F963C09}"/>
              </a:ext>
            </a:extLst>
          </p:cNvPr>
          <p:cNvSpPr>
            <a:spLocks noGrp="1"/>
          </p:cNvSpPr>
          <p:nvPr>
            <p:ph type="body" idx="4294967295"/>
          </p:nvPr>
        </p:nvSpPr>
        <p:spPr>
          <a:xfrm>
            <a:off x="631767" y="2989263"/>
            <a:ext cx="7418388" cy="1095375"/>
          </a:xfrm>
          <a:prstGeom prst="rect">
            <a:avLst/>
          </a:prstGeom>
        </p:spPr>
        <p:txBody>
          <a:bodyPr/>
          <a:lstStyle/>
          <a:p>
            <a:r>
              <a:rPr lang="en-US" sz="2000" dirty="0">
                <a:solidFill>
                  <a:schemeClr val="accent2"/>
                </a:solidFill>
              </a:rPr>
              <a:t>Table Augmented Retrieval</a:t>
            </a: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p:txBody>
      </p:sp>
      <p:pic>
        <p:nvPicPr>
          <p:cNvPr id="2" name="Graphic 1">
            <a:extLst>
              <a:ext uri="{FF2B5EF4-FFF2-40B4-BE49-F238E27FC236}">
                <a16:creationId xmlns:a16="http://schemas.microsoft.com/office/drawing/2014/main" id="{1CAD7B2C-20E9-E4C0-8060-BAFC11868FA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2827787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6D8288-E4D1-4156-3E7C-65BF40452F6F}"/>
              </a:ext>
            </a:extLst>
          </p:cNvPr>
          <p:cNvSpPr>
            <a:spLocks noGrp="1"/>
          </p:cNvSpPr>
          <p:nvPr>
            <p:ph type="title"/>
          </p:nvPr>
        </p:nvSpPr>
        <p:spPr/>
        <p:txBody>
          <a:bodyPr/>
          <a:lstStyle/>
          <a:p>
            <a:r>
              <a:rPr lang="en-US"/>
              <a:t>Beyond Text2SQL</a:t>
            </a:r>
          </a:p>
        </p:txBody>
      </p:sp>
      <p:sp>
        <p:nvSpPr>
          <p:cNvPr id="8" name="Text Placeholder 7">
            <a:extLst>
              <a:ext uri="{FF2B5EF4-FFF2-40B4-BE49-F238E27FC236}">
                <a16:creationId xmlns:a16="http://schemas.microsoft.com/office/drawing/2014/main" id="{E11DCF0F-831A-EE71-7C4F-42C54AA1223C}"/>
              </a:ext>
            </a:extLst>
          </p:cNvPr>
          <p:cNvSpPr>
            <a:spLocks noGrp="1"/>
          </p:cNvSpPr>
          <p:nvPr>
            <p:ph type="body" idx="1"/>
          </p:nvPr>
        </p:nvSpPr>
        <p:spPr>
          <a:xfrm>
            <a:off x="438866" y="1159796"/>
            <a:ext cx="5657133" cy="1094800"/>
          </a:xfrm>
        </p:spPr>
        <p:txBody>
          <a:bodyPr/>
          <a:lstStyle/>
          <a:p>
            <a:r>
              <a:rPr lang="en-US"/>
              <a:t>Tabular data is already organized; structured; and can be queried with Structured Query Language (SQL) </a:t>
            </a:r>
          </a:p>
          <a:p>
            <a:endParaRPr lang="en-US"/>
          </a:p>
          <a:p>
            <a:r>
              <a:rPr lang="en-US"/>
              <a:t>Attempts to move to Text2SQL still cumbersome </a:t>
            </a:r>
          </a:p>
          <a:p>
            <a:endParaRPr lang="en-US"/>
          </a:p>
          <a:p>
            <a:r>
              <a:rPr lang="en-US"/>
              <a:t>LLM and a similar approach as RAG lets up lookup Tabular data in a similar way   </a:t>
            </a:r>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1919455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308;p54" descr="tag.png">
            <a:extLst>
              <a:ext uri="{FF2B5EF4-FFF2-40B4-BE49-F238E27FC236}">
                <a16:creationId xmlns:a16="http://schemas.microsoft.com/office/drawing/2014/main" id="{800CD810-2016-7B3B-59AA-0F16F8E9A761}"/>
              </a:ext>
            </a:extLst>
          </p:cNvPr>
          <p:cNvPicPr preferRelativeResize="0"/>
          <p:nvPr/>
        </p:nvPicPr>
        <p:blipFill rotWithShape="1">
          <a:blip r:embed="rId2">
            <a:alphaModFix/>
          </a:blip>
          <a:srcRect/>
          <a:stretch/>
        </p:blipFill>
        <p:spPr>
          <a:xfrm>
            <a:off x="5961009" y="101425"/>
            <a:ext cx="6230991" cy="6756575"/>
          </a:xfrm>
          <a:prstGeom prst="rect">
            <a:avLst/>
          </a:prstGeom>
          <a:noFill/>
          <a:ln>
            <a:noFill/>
          </a:ln>
        </p:spPr>
      </p:pic>
      <p:sp>
        <p:nvSpPr>
          <p:cNvPr id="6" name="Title 5">
            <a:extLst>
              <a:ext uri="{FF2B5EF4-FFF2-40B4-BE49-F238E27FC236}">
                <a16:creationId xmlns:a16="http://schemas.microsoft.com/office/drawing/2014/main" id="{9A1E4B29-888F-F80C-7B1A-E82B5B4CF86B}"/>
              </a:ext>
            </a:extLst>
          </p:cNvPr>
          <p:cNvSpPr>
            <a:spLocks noGrp="1"/>
          </p:cNvSpPr>
          <p:nvPr>
            <p:ph type="title"/>
          </p:nvPr>
        </p:nvSpPr>
        <p:spPr>
          <a:xfrm>
            <a:off x="438867" y="457201"/>
            <a:ext cx="4571600" cy="1723357"/>
          </a:xfrm>
        </p:spPr>
        <p:txBody>
          <a:bodyPr/>
          <a:lstStyle/>
          <a:p>
            <a:r>
              <a:rPr lang="en-US"/>
              <a:t>Text2SQL is Not Enough: Unifying AI and Databases with TAG</a:t>
            </a:r>
          </a:p>
        </p:txBody>
      </p:sp>
    </p:spTree>
    <p:extLst>
      <p:ext uri="{BB962C8B-B14F-4D97-AF65-F5344CB8AC3E}">
        <p14:creationId xmlns:p14="http://schemas.microsoft.com/office/powerpoint/2010/main" val="3853849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27B3-A008-FF57-FD44-421CD78031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8FF6D079-58E3-4D31-1E55-A6465A1B7A92}"/>
              </a:ext>
            </a:extLst>
          </p:cNvPr>
          <p:cNvSpPr>
            <a:spLocks noGrp="1"/>
          </p:cNvSpPr>
          <p:nvPr>
            <p:ph type="title" idx="4294967295"/>
          </p:nvPr>
        </p:nvSpPr>
        <p:spPr>
          <a:xfrm>
            <a:off x="631767" y="2124075"/>
            <a:ext cx="6011863" cy="728663"/>
          </a:xfrm>
          <a:prstGeom prst="rect">
            <a:avLst/>
          </a:prstGeom>
        </p:spPr>
        <p:txBody>
          <a:bodyPr/>
          <a:lstStyle/>
          <a:p>
            <a:r>
              <a:rPr lang="en-US" sz="5400" dirty="0">
                <a:solidFill>
                  <a:schemeClr val="bg1"/>
                </a:solidFill>
                <a:latin typeface="Bebas Neue" panose="020B0606020202050201" pitchFamily="34" charset="77"/>
              </a:rPr>
              <a:t>RAFT</a:t>
            </a:r>
          </a:p>
        </p:txBody>
      </p:sp>
      <p:sp>
        <p:nvSpPr>
          <p:cNvPr id="52" name="Text Placeholder 51">
            <a:extLst>
              <a:ext uri="{FF2B5EF4-FFF2-40B4-BE49-F238E27FC236}">
                <a16:creationId xmlns:a16="http://schemas.microsoft.com/office/drawing/2014/main" id="{ABC1EF73-4930-8D56-1B8D-B1C17F963C09}"/>
              </a:ext>
            </a:extLst>
          </p:cNvPr>
          <p:cNvSpPr>
            <a:spLocks noGrp="1"/>
          </p:cNvSpPr>
          <p:nvPr>
            <p:ph type="body" idx="4294967295"/>
          </p:nvPr>
        </p:nvSpPr>
        <p:spPr>
          <a:xfrm>
            <a:off x="631767" y="2989263"/>
            <a:ext cx="7418388" cy="1095375"/>
          </a:xfrm>
          <a:prstGeom prst="rect">
            <a:avLst/>
          </a:prstGeom>
        </p:spPr>
        <p:txBody>
          <a:bodyPr/>
          <a:lstStyle/>
          <a:p>
            <a:r>
              <a:rPr lang="en-US" sz="2000" dirty="0">
                <a:solidFill>
                  <a:schemeClr val="accent2"/>
                </a:solidFill>
              </a:rPr>
              <a:t>Retrieval Augmented Fine-Tuning</a:t>
            </a: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p:txBody>
      </p:sp>
      <p:pic>
        <p:nvPicPr>
          <p:cNvPr id="2" name="Graphic 1">
            <a:extLst>
              <a:ext uri="{FF2B5EF4-FFF2-40B4-BE49-F238E27FC236}">
                <a16:creationId xmlns:a16="http://schemas.microsoft.com/office/drawing/2014/main" id="{1CAD7B2C-20E9-E4C0-8060-BAFC11868FA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3156495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5DAC82-50B6-311A-7635-27AF38F334DF}"/>
              </a:ext>
            </a:extLst>
          </p:cNvPr>
          <p:cNvSpPr>
            <a:spLocks noGrp="1"/>
          </p:cNvSpPr>
          <p:nvPr>
            <p:ph type="title"/>
          </p:nvPr>
        </p:nvSpPr>
        <p:spPr>
          <a:xfrm>
            <a:off x="438866" y="457201"/>
            <a:ext cx="6031381" cy="549796"/>
          </a:xfrm>
        </p:spPr>
        <p:txBody>
          <a:bodyPr/>
          <a:lstStyle/>
          <a:p>
            <a:r>
              <a:rPr lang="en-US"/>
              <a:t>Fine-Tuning: We can teach models</a:t>
            </a:r>
          </a:p>
        </p:txBody>
      </p:sp>
      <p:sp>
        <p:nvSpPr>
          <p:cNvPr id="5" name="Text Placeholder 4">
            <a:extLst>
              <a:ext uri="{FF2B5EF4-FFF2-40B4-BE49-F238E27FC236}">
                <a16:creationId xmlns:a16="http://schemas.microsoft.com/office/drawing/2014/main" id="{774BB046-DFAB-2F91-823D-9D05814DF8F3}"/>
              </a:ext>
            </a:extLst>
          </p:cNvPr>
          <p:cNvSpPr>
            <a:spLocks noGrp="1"/>
          </p:cNvSpPr>
          <p:nvPr>
            <p:ph type="body" idx="1"/>
          </p:nvPr>
        </p:nvSpPr>
        <p:spPr>
          <a:xfrm>
            <a:off x="438867" y="1159796"/>
            <a:ext cx="7466642" cy="1094800"/>
          </a:xfrm>
        </p:spPr>
        <p:txBody>
          <a:bodyPr/>
          <a:lstStyle/>
          <a:p>
            <a:pPr>
              <a:lnSpc>
                <a:spcPts val="2400"/>
              </a:lnSpc>
            </a:pPr>
            <a:r>
              <a:rPr lang="en-US"/>
              <a:t>Fine-tuning is the process of taking a pre-trained machine learning model and further training it on a smaller, targeted, domain-specific, data set. The aim of fine-tuning is to maintain the original capabilities of a pretrained model while adapting it to suit more specialized use cases.</a:t>
            </a:r>
          </a:p>
        </p:txBody>
      </p:sp>
      <p:sp>
        <p:nvSpPr>
          <p:cNvPr id="7" name="Text Placeholder 4">
            <a:extLst>
              <a:ext uri="{FF2B5EF4-FFF2-40B4-BE49-F238E27FC236}">
                <a16:creationId xmlns:a16="http://schemas.microsoft.com/office/drawing/2014/main" id="{CDC3185B-D16C-B2C5-205D-6637677EBF00}"/>
              </a:ext>
            </a:extLst>
          </p:cNvPr>
          <p:cNvSpPr txBox="1">
            <a:spLocks/>
          </p:cNvSpPr>
          <p:nvPr/>
        </p:nvSpPr>
        <p:spPr>
          <a:xfrm>
            <a:off x="438867" y="2801245"/>
            <a:ext cx="8218996" cy="202324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350838" indent="-342900">
              <a:lnSpc>
                <a:spcPts val="2400"/>
              </a:lnSpc>
              <a:spcAft>
                <a:spcPts val="1200"/>
              </a:spcAft>
              <a:buFont typeface="+mj-lt"/>
              <a:buAutoNum type="arabicPeriod"/>
            </a:pPr>
            <a:r>
              <a:rPr lang="en-US"/>
              <a:t>Setup: Loading our dataset and filtering down to one domain to fine-tune on.</a:t>
            </a:r>
          </a:p>
          <a:p>
            <a:pPr marL="350838" indent="-342900">
              <a:lnSpc>
                <a:spcPts val="2400"/>
              </a:lnSpc>
              <a:spcAft>
                <a:spcPts val="1200"/>
              </a:spcAft>
              <a:buFont typeface="+mj-lt"/>
              <a:buAutoNum type="arabicPeriod"/>
            </a:pPr>
            <a:r>
              <a:rPr lang="en-US"/>
              <a:t>Data preparation: Preparing your data for fine-tuning by creating training and validation examples, and uploading them to the Files endpoint.</a:t>
            </a:r>
          </a:p>
          <a:p>
            <a:pPr marL="350838" indent="-342900">
              <a:lnSpc>
                <a:spcPts val="2400"/>
              </a:lnSpc>
              <a:spcAft>
                <a:spcPts val="1200"/>
              </a:spcAft>
              <a:buFont typeface="+mj-lt"/>
              <a:buAutoNum type="arabicPeriod"/>
            </a:pPr>
            <a:r>
              <a:rPr lang="en-US"/>
              <a:t>Fine-tuning: Creating your fine-tuned model.</a:t>
            </a:r>
          </a:p>
          <a:p>
            <a:pPr marL="350838" indent="-342900">
              <a:lnSpc>
                <a:spcPts val="2400"/>
              </a:lnSpc>
              <a:spcAft>
                <a:spcPts val="1200"/>
              </a:spcAft>
              <a:buFont typeface="+mj-lt"/>
              <a:buAutoNum type="arabicPeriod"/>
            </a:pPr>
            <a:r>
              <a:rPr lang="en-US"/>
              <a:t>Inference: Using your fine-tuned model for inference on new inputs.</a:t>
            </a:r>
          </a:p>
        </p:txBody>
      </p:sp>
      <p:sp>
        <p:nvSpPr>
          <p:cNvPr id="8" name="Google Shape;322;p56">
            <a:extLst>
              <a:ext uri="{FF2B5EF4-FFF2-40B4-BE49-F238E27FC236}">
                <a16:creationId xmlns:a16="http://schemas.microsoft.com/office/drawing/2014/main" id="{25598ECE-EDDB-446B-5B04-3AF5EE35481E}"/>
              </a:ext>
            </a:extLst>
          </p:cNvPr>
          <p:cNvSpPr txBox="1"/>
          <p:nvPr/>
        </p:nvSpPr>
        <p:spPr>
          <a:xfrm>
            <a:off x="478971" y="5698204"/>
            <a:ext cx="86079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https://</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github.com</a:t>
            </a: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openai</a:t>
            </a: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openai</a:t>
            </a: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-cookbook/blob/main/examples/</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How_to_finetune_chat_models.ipynb</a:t>
            </a:r>
            <a:endParaRPr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endParaRPr>
          </a:p>
        </p:txBody>
      </p:sp>
    </p:spTree>
    <p:extLst>
      <p:ext uri="{BB962C8B-B14F-4D97-AF65-F5344CB8AC3E}">
        <p14:creationId xmlns:p14="http://schemas.microsoft.com/office/powerpoint/2010/main" val="2866691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1FF1-2E47-B8FC-CCC6-73799534D191}"/>
              </a:ext>
            </a:extLst>
          </p:cNvPr>
          <p:cNvSpPr>
            <a:spLocks noGrp="1"/>
          </p:cNvSpPr>
          <p:nvPr>
            <p:ph type="title"/>
          </p:nvPr>
        </p:nvSpPr>
        <p:spPr>
          <a:xfrm>
            <a:off x="438866" y="457201"/>
            <a:ext cx="7281447" cy="515072"/>
          </a:xfrm>
        </p:spPr>
        <p:txBody>
          <a:bodyPr/>
          <a:lstStyle/>
          <a:p>
            <a:r>
              <a:rPr lang="en-US"/>
              <a:t>We can, recursively, use RAG to Fine Tune</a:t>
            </a:r>
          </a:p>
        </p:txBody>
      </p:sp>
      <p:pic>
        <p:nvPicPr>
          <p:cNvPr id="5" name="Google Shape;328;p57" descr="Refer to caption">
            <a:extLst>
              <a:ext uri="{FF2B5EF4-FFF2-40B4-BE49-F238E27FC236}">
                <a16:creationId xmlns:a16="http://schemas.microsoft.com/office/drawing/2014/main" id="{83C19B1E-B7E9-754E-895C-F592A2ACA9CF}"/>
              </a:ext>
            </a:extLst>
          </p:cNvPr>
          <p:cNvPicPr preferRelativeResize="0"/>
          <p:nvPr/>
        </p:nvPicPr>
        <p:blipFill rotWithShape="1">
          <a:blip r:embed="rId2">
            <a:alphaModFix/>
          </a:blip>
          <a:srcRect/>
          <a:stretch/>
        </p:blipFill>
        <p:spPr>
          <a:xfrm>
            <a:off x="0" y="1711711"/>
            <a:ext cx="12192000" cy="2205920"/>
          </a:xfrm>
          <a:prstGeom prst="rect">
            <a:avLst/>
          </a:prstGeom>
          <a:noFill/>
          <a:ln>
            <a:noFill/>
          </a:ln>
        </p:spPr>
      </p:pic>
      <p:sp>
        <p:nvSpPr>
          <p:cNvPr id="6" name="Google Shape;329;p57">
            <a:extLst>
              <a:ext uri="{FF2B5EF4-FFF2-40B4-BE49-F238E27FC236}">
                <a16:creationId xmlns:a16="http://schemas.microsoft.com/office/drawing/2014/main" id="{0DC28A22-8311-1710-BF0D-CCC41EC26082}"/>
              </a:ext>
            </a:extLst>
          </p:cNvPr>
          <p:cNvSpPr txBox="1"/>
          <p:nvPr/>
        </p:nvSpPr>
        <p:spPr>
          <a:xfrm>
            <a:off x="415042" y="5454816"/>
            <a:ext cx="9344506"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b="0" i="0"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hlinkClick r:id="rId3">
                  <a:extLst>
                    <a:ext uri="{A12FA001-AC4F-418D-AE19-62706E023703}">
                      <ahyp:hlinkClr xmlns:ahyp="http://schemas.microsoft.com/office/drawing/2018/hyperlinkcolor" val="tx"/>
                    </a:ext>
                  </a:extLst>
                </a:hlinkClick>
              </a:rPr>
              <a:t>RAFT: Adapting Language Model to Domain Specific RAG (arxiv.org)</a:t>
            </a:r>
            <a:endParaRPr sz="800" b="0" i="0"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
        <p:nvSpPr>
          <p:cNvPr id="7" name="Google Shape;330;p57">
            <a:extLst>
              <a:ext uri="{FF2B5EF4-FFF2-40B4-BE49-F238E27FC236}">
                <a16:creationId xmlns:a16="http://schemas.microsoft.com/office/drawing/2014/main" id="{BB8CEDB1-D6F0-0A24-8FDB-0A6250755C4A}"/>
              </a:ext>
            </a:extLst>
          </p:cNvPr>
          <p:cNvSpPr txBox="1"/>
          <p:nvPr/>
        </p:nvSpPr>
        <p:spPr>
          <a:xfrm>
            <a:off x="438866" y="5728469"/>
            <a:ext cx="8527286"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b="0" i="0"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hlinkClick r:id="rId4">
                  <a:extLst>
                    <a:ext uri="{A12FA001-AC4F-418D-AE19-62706E023703}">
                      <ahyp:hlinkClr xmlns:ahyp="http://schemas.microsoft.com/office/drawing/2018/hyperlinkcolor" val="tx"/>
                    </a:ext>
                  </a:extLst>
                </a:hlinkClick>
              </a:rPr>
              <a:t>RAFT (Retrieval Augmented Fine-tuning):  A new way to teach LLMs (Large Language Models) to be better at RAG (Retrieval Augmented Generation) (microsoft.com)</a:t>
            </a:r>
            <a:endParaRPr sz="800" b="0" i="0"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Tree>
    <p:extLst>
      <p:ext uri="{BB962C8B-B14F-4D97-AF65-F5344CB8AC3E}">
        <p14:creationId xmlns:p14="http://schemas.microsoft.com/office/powerpoint/2010/main" val="3260511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EA3E-9B57-5043-616A-D28693C3B906}"/>
              </a:ext>
            </a:extLst>
          </p:cNvPr>
          <p:cNvSpPr>
            <a:spLocks noGrp="1"/>
          </p:cNvSpPr>
          <p:nvPr>
            <p:ph type="title"/>
          </p:nvPr>
        </p:nvSpPr>
        <p:spPr/>
        <p:txBody>
          <a:bodyPr/>
          <a:lstStyle/>
          <a:p>
            <a:r>
              <a:rPr lang="en-US" err="1"/>
              <a:t>HuggingFace</a:t>
            </a:r>
            <a:endParaRPr lang="en-US"/>
          </a:p>
        </p:txBody>
      </p:sp>
      <p:sp>
        <p:nvSpPr>
          <p:cNvPr id="3" name="Text Placeholder 2">
            <a:extLst>
              <a:ext uri="{FF2B5EF4-FFF2-40B4-BE49-F238E27FC236}">
                <a16:creationId xmlns:a16="http://schemas.microsoft.com/office/drawing/2014/main" id="{029F5509-7725-CAAB-E02A-3CD44A428D9B}"/>
              </a:ext>
            </a:extLst>
          </p:cNvPr>
          <p:cNvSpPr>
            <a:spLocks noGrp="1"/>
          </p:cNvSpPr>
          <p:nvPr>
            <p:ph type="body" idx="1"/>
          </p:nvPr>
        </p:nvSpPr>
        <p:spPr>
          <a:xfrm>
            <a:off x="438867" y="1159796"/>
            <a:ext cx="2663148" cy="574516"/>
          </a:xfrm>
        </p:spPr>
        <p:txBody>
          <a:bodyPr/>
          <a:lstStyle/>
          <a:p>
            <a:r>
              <a:rPr lang="en-US" b="1">
                <a:solidFill>
                  <a:schemeClr val="accent2"/>
                </a:solidFill>
              </a:rPr>
              <a:t>A GitHub-Like Repo for Open Source Model</a:t>
            </a:r>
          </a:p>
        </p:txBody>
      </p:sp>
      <p:pic>
        <p:nvPicPr>
          <p:cNvPr id="5" name="Google Shape;336;p58" descr="A screenshot of a computer&#10;&#10;Description automatically generated">
            <a:extLst>
              <a:ext uri="{FF2B5EF4-FFF2-40B4-BE49-F238E27FC236}">
                <a16:creationId xmlns:a16="http://schemas.microsoft.com/office/drawing/2014/main" id="{E686B9C2-9766-CA96-39DD-498AA9461227}"/>
              </a:ext>
            </a:extLst>
          </p:cNvPr>
          <p:cNvPicPr preferRelativeResize="0"/>
          <p:nvPr/>
        </p:nvPicPr>
        <p:blipFill rotWithShape="1">
          <a:blip r:embed="rId2">
            <a:alphaModFix/>
          </a:blip>
          <a:srcRect/>
          <a:stretch/>
        </p:blipFill>
        <p:spPr>
          <a:xfrm>
            <a:off x="3246858" y="457201"/>
            <a:ext cx="8308457" cy="5554277"/>
          </a:xfrm>
          <a:prstGeom prst="rect">
            <a:avLst/>
          </a:prstGeom>
          <a:noFill/>
          <a:ln>
            <a:noFill/>
          </a:ln>
        </p:spPr>
      </p:pic>
    </p:spTree>
    <p:extLst>
      <p:ext uri="{BB962C8B-B14F-4D97-AF65-F5344CB8AC3E}">
        <p14:creationId xmlns:p14="http://schemas.microsoft.com/office/powerpoint/2010/main" val="2221670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27B3-A008-FF57-FD44-421CD78031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8FF6D079-58E3-4D31-1E55-A6465A1B7A92}"/>
              </a:ext>
            </a:extLst>
          </p:cNvPr>
          <p:cNvSpPr>
            <a:spLocks noGrp="1"/>
          </p:cNvSpPr>
          <p:nvPr>
            <p:ph type="title" idx="4294967295"/>
          </p:nvPr>
        </p:nvSpPr>
        <p:spPr>
          <a:xfrm>
            <a:off x="631767" y="2124075"/>
            <a:ext cx="6011863" cy="728663"/>
          </a:xfrm>
          <a:prstGeom prst="rect">
            <a:avLst/>
          </a:prstGeom>
        </p:spPr>
        <p:txBody>
          <a:bodyPr/>
          <a:lstStyle/>
          <a:p>
            <a:r>
              <a:rPr lang="en-US" sz="5400" dirty="0">
                <a:solidFill>
                  <a:schemeClr val="bg1"/>
                </a:solidFill>
                <a:latin typeface="Bebas Neue" panose="020B0606020202050201" pitchFamily="34" charset="77"/>
              </a:rPr>
              <a:t>Agentic RAG</a:t>
            </a:r>
          </a:p>
        </p:txBody>
      </p:sp>
      <p:sp>
        <p:nvSpPr>
          <p:cNvPr id="52" name="Text Placeholder 51">
            <a:extLst>
              <a:ext uri="{FF2B5EF4-FFF2-40B4-BE49-F238E27FC236}">
                <a16:creationId xmlns:a16="http://schemas.microsoft.com/office/drawing/2014/main" id="{ABC1EF73-4930-8D56-1B8D-B1C17F963C09}"/>
              </a:ext>
            </a:extLst>
          </p:cNvPr>
          <p:cNvSpPr>
            <a:spLocks noGrp="1"/>
          </p:cNvSpPr>
          <p:nvPr>
            <p:ph type="body" idx="4294967295"/>
          </p:nvPr>
        </p:nvSpPr>
        <p:spPr>
          <a:xfrm>
            <a:off x="631767" y="2989263"/>
            <a:ext cx="7418388" cy="1095375"/>
          </a:xfrm>
          <a:prstGeom prst="rect">
            <a:avLst/>
          </a:prstGeom>
        </p:spPr>
        <p:txBody>
          <a:bodyPr/>
          <a:lstStyle/>
          <a:p>
            <a:r>
              <a:rPr lang="en-US" sz="2000" dirty="0">
                <a:solidFill>
                  <a:schemeClr val="accent2"/>
                </a:solidFill>
              </a:rPr>
              <a:t>Using Agents to build RAG for … Agents</a:t>
            </a: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p:txBody>
      </p:sp>
      <p:pic>
        <p:nvPicPr>
          <p:cNvPr id="2" name="Graphic 1">
            <a:extLst>
              <a:ext uri="{FF2B5EF4-FFF2-40B4-BE49-F238E27FC236}">
                <a16:creationId xmlns:a16="http://schemas.microsoft.com/office/drawing/2014/main" id="{1CAD7B2C-20E9-E4C0-8060-BAFC11868FA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2336004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4B85-5740-871F-CA47-8C1734D4A0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859D6E-20CE-524A-4F2C-958BDCE253FB}"/>
              </a:ext>
            </a:extLst>
          </p:cNvPr>
          <p:cNvSpPr>
            <a:spLocks noGrp="1"/>
          </p:cNvSpPr>
          <p:nvPr>
            <p:ph type="title"/>
          </p:nvPr>
        </p:nvSpPr>
        <p:spPr>
          <a:xfrm>
            <a:off x="438866" y="457201"/>
            <a:ext cx="6031381" cy="569387"/>
          </a:xfrm>
        </p:spPr>
        <p:txBody>
          <a:bodyPr/>
          <a:lstStyle/>
          <a:p>
            <a:r>
              <a:rPr lang="en-US" sz="3700">
                <a:latin typeface="Bebas Neue"/>
              </a:rPr>
              <a:t>Agentic RAG</a:t>
            </a:r>
            <a:endParaRPr lang="en-US"/>
          </a:p>
        </p:txBody>
      </p:sp>
      <p:sp>
        <p:nvSpPr>
          <p:cNvPr id="5" name="Text Placeholder 4">
            <a:extLst>
              <a:ext uri="{FF2B5EF4-FFF2-40B4-BE49-F238E27FC236}">
                <a16:creationId xmlns:a16="http://schemas.microsoft.com/office/drawing/2014/main" id="{CEFA2061-EF6F-D18B-22B0-ADE4CF4B3368}"/>
              </a:ext>
            </a:extLst>
          </p:cNvPr>
          <p:cNvSpPr>
            <a:spLocks noGrp="1"/>
          </p:cNvSpPr>
          <p:nvPr>
            <p:ph type="body" idx="1"/>
          </p:nvPr>
        </p:nvSpPr>
        <p:spPr>
          <a:xfrm>
            <a:off x="438867" y="1159796"/>
            <a:ext cx="7466642" cy="1094800"/>
          </a:xfrm>
        </p:spPr>
        <p:txBody>
          <a:bodyPr/>
          <a:lstStyle/>
          <a:p>
            <a:pPr marL="7620">
              <a:lnSpc>
                <a:spcPts val="2400"/>
              </a:lnSpc>
            </a:pPr>
            <a:r>
              <a:rPr lang="en-US">
                <a:latin typeface="Open Sans"/>
                <a:ea typeface="Open Sans"/>
                <a:cs typeface="Open Sans"/>
              </a:rPr>
              <a:t>Much like how splitting / chunking text has been augmented itself by AI; why not let AI Agents help determine what text should be vectorized and stored</a:t>
            </a:r>
            <a:endParaRPr lang="en-US"/>
          </a:p>
        </p:txBody>
      </p:sp>
      <p:sp>
        <p:nvSpPr>
          <p:cNvPr id="7" name="Text Placeholder 4">
            <a:extLst>
              <a:ext uri="{FF2B5EF4-FFF2-40B4-BE49-F238E27FC236}">
                <a16:creationId xmlns:a16="http://schemas.microsoft.com/office/drawing/2014/main" id="{452DEC20-9F97-8C97-4486-9A369DFB812E}"/>
              </a:ext>
            </a:extLst>
          </p:cNvPr>
          <p:cNvSpPr txBox="1">
            <a:spLocks/>
          </p:cNvSpPr>
          <p:nvPr/>
        </p:nvSpPr>
        <p:spPr>
          <a:xfrm>
            <a:off x="438867" y="2801245"/>
            <a:ext cx="8218996" cy="202324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350520" indent="-342900">
              <a:lnSpc>
                <a:spcPts val="2400"/>
              </a:lnSpc>
              <a:spcAft>
                <a:spcPts val="1200"/>
              </a:spcAft>
              <a:buAutoNum type="arabicPeriod"/>
            </a:pPr>
            <a:r>
              <a:rPr lang="en-US">
                <a:latin typeface="Open Sans"/>
                <a:ea typeface="Open Sans"/>
                <a:cs typeface="Open Sans"/>
              </a:rPr>
              <a:t>Recursive approach where you give your agent access to the source and let the Agent chunk and vector and store even better than human manual process </a:t>
            </a:r>
          </a:p>
          <a:p>
            <a:pPr marL="350520" indent="-342900">
              <a:lnSpc>
                <a:spcPts val="2400"/>
              </a:lnSpc>
              <a:spcAft>
                <a:spcPts val="1200"/>
              </a:spcAft>
              <a:buAutoNum type="arabicPeriod"/>
            </a:pPr>
            <a:r>
              <a:rPr lang="en-US">
                <a:latin typeface="Open Sans"/>
                <a:ea typeface="Open Sans"/>
                <a:cs typeface="Open Sans"/>
              </a:rPr>
              <a:t>Ensure vectors are the best they can be and organized and chunked and stored by an Agent</a:t>
            </a:r>
          </a:p>
          <a:p>
            <a:pPr marL="350520" indent="-342900">
              <a:lnSpc>
                <a:spcPts val="2400"/>
              </a:lnSpc>
              <a:spcAft>
                <a:spcPts val="1200"/>
              </a:spcAft>
              <a:buAutoNum type="arabicPeriod"/>
            </a:pPr>
            <a:r>
              <a:rPr lang="en-US">
                <a:latin typeface="Open Sans"/>
                <a:ea typeface="Open Sans"/>
                <a:cs typeface="Open Sans"/>
              </a:rPr>
              <a:t>Other agents / retrievals now use Agentic RAG source</a:t>
            </a:r>
            <a:endParaRPr lang="en-US"/>
          </a:p>
        </p:txBody>
      </p:sp>
      <p:sp>
        <p:nvSpPr>
          <p:cNvPr id="8" name="Google Shape;322;p56">
            <a:extLst>
              <a:ext uri="{FF2B5EF4-FFF2-40B4-BE49-F238E27FC236}">
                <a16:creationId xmlns:a16="http://schemas.microsoft.com/office/drawing/2014/main" id="{C3F57211-EB7A-1EF0-4487-BC01515DFD0C}"/>
              </a:ext>
            </a:extLst>
          </p:cNvPr>
          <p:cNvSpPr txBox="1"/>
          <p:nvPr/>
        </p:nvSpPr>
        <p:spPr>
          <a:xfrm>
            <a:off x="478971" y="5698204"/>
            <a:ext cx="86079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https://</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github.com</a:t>
            </a: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openai</a:t>
            </a: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openai</a:t>
            </a:r>
            <a:r>
              <a:rPr lang="en"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-cookbook/blob/main/examples/</a:t>
            </a:r>
            <a:r>
              <a:rPr lang="en" sz="800" i="0" u="none" strike="noStrike" cap="none" err="1">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rPr>
              <a:t>How_to_finetune_chat_models.ipynb</a:t>
            </a:r>
            <a:endParaRPr sz="800" i="0" u="none" strike="noStrike" cap="none">
              <a:solidFill>
                <a:schemeClr val="accent1"/>
              </a:solidFill>
              <a:latin typeface="Open Sans" panose="020B0606030504020204" pitchFamily="34" charset="0"/>
              <a:ea typeface="Open Sans" panose="020B0606030504020204" pitchFamily="34" charset="0"/>
              <a:cs typeface="Open Sans" panose="020B0606030504020204" pitchFamily="34" charset="0"/>
              <a:sym typeface="Space Mono"/>
            </a:endParaRPr>
          </a:p>
        </p:txBody>
      </p:sp>
    </p:spTree>
    <p:extLst>
      <p:ext uri="{BB962C8B-B14F-4D97-AF65-F5344CB8AC3E}">
        <p14:creationId xmlns:p14="http://schemas.microsoft.com/office/powerpoint/2010/main" val="539537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27B3-A008-FF57-FD44-421CD78031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8FF6D079-58E3-4D31-1E55-A6465A1B7A92}"/>
              </a:ext>
            </a:extLst>
          </p:cNvPr>
          <p:cNvSpPr>
            <a:spLocks noGrp="1"/>
          </p:cNvSpPr>
          <p:nvPr>
            <p:ph type="title" idx="4294967295"/>
          </p:nvPr>
        </p:nvSpPr>
        <p:spPr>
          <a:xfrm>
            <a:off x="631767" y="2124075"/>
            <a:ext cx="6011863" cy="728663"/>
          </a:xfrm>
          <a:prstGeom prst="rect">
            <a:avLst/>
          </a:prstGeom>
        </p:spPr>
        <p:txBody>
          <a:bodyPr/>
          <a:lstStyle/>
          <a:p>
            <a:r>
              <a:rPr lang="en-US" sz="5400" dirty="0">
                <a:solidFill>
                  <a:schemeClr val="bg1"/>
                </a:solidFill>
                <a:latin typeface="Bebas Neue" panose="020B0606020202050201" pitchFamily="34" charset="77"/>
              </a:rPr>
              <a:t>AI Agents</a:t>
            </a:r>
          </a:p>
        </p:txBody>
      </p:sp>
      <p:sp>
        <p:nvSpPr>
          <p:cNvPr id="52" name="Text Placeholder 51">
            <a:extLst>
              <a:ext uri="{FF2B5EF4-FFF2-40B4-BE49-F238E27FC236}">
                <a16:creationId xmlns:a16="http://schemas.microsoft.com/office/drawing/2014/main" id="{ABC1EF73-4930-8D56-1B8D-B1C17F963C09}"/>
              </a:ext>
            </a:extLst>
          </p:cNvPr>
          <p:cNvSpPr>
            <a:spLocks noGrp="1"/>
          </p:cNvSpPr>
          <p:nvPr>
            <p:ph type="body" idx="4294967295"/>
          </p:nvPr>
        </p:nvSpPr>
        <p:spPr>
          <a:xfrm>
            <a:off x="631767" y="2989263"/>
            <a:ext cx="7418388" cy="1095375"/>
          </a:xfrm>
          <a:prstGeom prst="rect">
            <a:avLst/>
          </a:prstGeom>
        </p:spPr>
        <p:txBody>
          <a:bodyPr/>
          <a:lstStyle/>
          <a:p>
            <a:r>
              <a:rPr lang="en-US" sz="2000" dirty="0">
                <a:solidFill>
                  <a:schemeClr val="accent2"/>
                </a:solidFill>
              </a:rPr>
              <a:t>Using RAG</a:t>
            </a: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p:txBody>
      </p:sp>
      <p:pic>
        <p:nvPicPr>
          <p:cNvPr id="2" name="Graphic 1">
            <a:extLst>
              <a:ext uri="{FF2B5EF4-FFF2-40B4-BE49-F238E27FC236}">
                <a16:creationId xmlns:a16="http://schemas.microsoft.com/office/drawing/2014/main" id="{1CAD7B2C-20E9-E4C0-8060-BAFC11868FA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3564888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09DECA6-BB8A-CF79-9AA2-B89B8A815B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04463" y="697532"/>
            <a:ext cx="7383074" cy="5159258"/>
          </a:xfrm>
          <a:prstGeom prst="rect">
            <a:avLst/>
          </a:prstGeom>
        </p:spPr>
      </p:pic>
    </p:spTree>
    <p:extLst>
      <p:ext uri="{BB962C8B-B14F-4D97-AF65-F5344CB8AC3E}">
        <p14:creationId xmlns:p14="http://schemas.microsoft.com/office/powerpoint/2010/main" val="1018846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27B3-A008-FF57-FD44-421CD78031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8FF6D079-58E3-4D31-1E55-A6465A1B7A92}"/>
              </a:ext>
            </a:extLst>
          </p:cNvPr>
          <p:cNvSpPr>
            <a:spLocks noGrp="1"/>
          </p:cNvSpPr>
          <p:nvPr>
            <p:ph type="title" idx="4294967295"/>
          </p:nvPr>
        </p:nvSpPr>
        <p:spPr>
          <a:xfrm>
            <a:off x="631767" y="2700337"/>
            <a:ext cx="6011863" cy="728663"/>
          </a:xfrm>
          <a:prstGeom prst="rect">
            <a:avLst/>
          </a:prstGeom>
        </p:spPr>
        <p:txBody>
          <a:bodyPr/>
          <a:lstStyle/>
          <a:p>
            <a:r>
              <a:rPr lang="en-US" sz="5400" dirty="0">
                <a:solidFill>
                  <a:schemeClr val="bg1"/>
                </a:solidFill>
                <a:latin typeface="Bebas Neue" panose="020B0606020202050201" pitchFamily="34" charset="77"/>
              </a:rPr>
              <a:t>Questions?</a:t>
            </a:r>
          </a:p>
        </p:txBody>
      </p:sp>
      <p:pic>
        <p:nvPicPr>
          <p:cNvPr id="2" name="Graphic 1">
            <a:extLst>
              <a:ext uri="{FF2B5EF4-FFF2-40B4-BE49-F238E27FC236}">
                <a16:creationId xmlns:a16="http://schemas.microsoft.com/office/drawing/2014/main" id="{1CAD7B2C-20E9-E4C0-8060-BAFC11868FA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6022973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A2772F-99BE-8AF3-2439-2CDC0799791E}"/>
              </a:ext>
            </a:extLst>
          </p:cNvPr>
          <p:cNvSpPr>
            <a:spLocks noGrp="1"/>
          </p:cNvSpPr>
          <p:nvPr>
            <p:ph type="title"/>
          </p:nvPr>
        </p:nvSpPr>
        <p:spPr/>
        <p:txBody>
          <a:bodyPr/>
          <a:lstStyle/>
          <a:p>
            <a:r>
              <a:rPr lang="en-US"/>
              <a:t>Resources</a:t>
            </a:r>
          </a:p>
        </p:txBody>
      </p:sp>
      <p:sp>
        <p:nvSpPr>
          <p:cNvPr id="6" name="Text Placeholder 5">
            <a:extLst>
              <a:ext uri="{FF2B5EF4-FFF2-40B4-BE49-F238E27FC236}">
                <a16:creationId xmlns:a16="http://schemas.microsoft.com/office/drawing/2014/main" id="{9DCB556F-15CC-0FDD-20F9-B2846404C550}"/>
              </a:ext>
            </a:extLst>
          </p:cNvPr>
          <p:cNvSpPr>
            <a:spLocks noGrp="1"/>
          </p:cNvSpPr>
          <p:nvPr>
            <p:ph type="body" idx="1"/>
          </p:nvPr>
        </p:nvSpPr>
        <p:spPr/>
        <p:txBody>
          <a:bodyPr/>
          <a:lstStyle/>
          <a:p>
            <a:r>
              <a:rPr lang="en-US"/>
              <a:t>Buddies (Basic RAG) – Document, Packet</a:t>
            </a:r>
          </a:p>
          <a:p>
            <a:endParaRPr lang="en-US"/>
          </a:p>
        </p:txBody>
      </p:sp>
      <p:sp>
        <p:nvSpPr>
          <p:cNvPr id="7" name="Text Placeholder 6">
            <a:extLst>
              <a:ext uri="{FF2B5EF4-FFF2-40B4-BE49-F238E27FC236}">
                <a16:creationId xmlns:a16="http://schemas.microsoft.com/office/drawing/2014/main" id="{81F975F6-2AE2-1AED-7DFB-BC1BB2EABA63}"/>
              </a:ext>
            </a:extLst>
          </p:cNvPr>
          <p:cNvSpPr>
            <a:spLocks noGrp="1"/>
          </p:cNvSpPr>
          <p:nvPr>
            <p:ph type="body" idx="2"/>
          </p:nvPr>
        </p:nvSpPr>
        <p:spPr>
          <a:xfrm>
            <a:off x="438867" y="1707196"/>
            <a:ext cx="10730703" cy="1094800"/>
          </a:xfrm>
        </p:spPr>
        <p:txBody>
          <a:bodyPr/>
          <a:lstStyle/>
          <a:p>
            <a:pPr>
              <a:spcAft>
                <a:spcPts val="1200"/>
              </a:spcAft>
            </a:pPr>
            <a:r>
              <a:rPr lang="en-US" err="1"/>
              <a:t>automateyournetwork</a:t>
            </a:r>
            <a:r>
              <a:rPr lang="en-US"/>
              <a:t>/</a:t>
            </a:r>
            <a:r>
              <a:rPr lang="en-US" err="1"/>
              <a:t>Document_Buddy</a:t>
            </a:r>
            <a:r>
              <a:rPr lang="en-US"/>
              <a:t>: Chat with various documents - XLSX, DOCX, PPTX, CSV, PDF, TXT - using </a:t>
            </a:r>
            <a:r>
              <a:rPr lang="en-US" err="1"/>
              <a:t>chatGPT</a:t>
            </a:r>
            <a:r>
              <a:rPr lang="en-US"/>
              <a:t> 4 Turbo and </a:t>
            </a:r>
            <a:r>
              <a:rPr lang="en-US" err="1"/>
              <a:t>Langchain</a:t>
            </a:r>
            <a:endParaRPr lang="en-US"/>
          </a:p>
          <a:p>
            <a:pPr>
              <a:spcAft>
                <a:spcPts val="1200"/>
              </a:spcAft>
            </a:pPr>
            <a:r>
              <a:rPr lang="en-US" err="1"/>
              <a:t>automateyournetwork</a:t>
            </a:r>
            <a:r>
              <a:rPr lang="en-US"/>
              <a:t>/</a:t>
            </a:r>
            <a:r>
              <a:rPr lang="en-US" err="1"/>
              <a:t>packet_buddy</a:t>
            </a:r>
            <a:r>
              <a:rPr lang="en-US"/>
              <a:t>: </a:t>
            </a:r>
            <a:r>
              <a:rPr lang="en-US" err="1"/>
              <a:t>pcap</a:t>
            </a:r>
            <a:r>
              <a:rPr lang="en-US"/>
              <a:t> analysis provided by chatGPT4 Turbo</a:t>
            </a:r>
          </a:p>
          <a:p>
            <a:pPr>
              <a:spcAft>
                <a:spcPts val="1200"/>
              </a:spcAft>
            </a:pPr>
            <a:r>
              <a:rPr lang="en-US"/>
              <a:t>RAPTORs – Document, Packet</a:t>
            </a:r>
            <a:br>
              <a:rPr lang="en-US"/>
            </a:br>
            <a:r>
              <a:rPr lang="en-US" err="1"/>
              <a:t>automateyournetwork</a:t>
            </a:r>
            <a:r>
              <a:rPr lang="en-US"/>
              <a:t>/</a:t>
            </a:r>
            <a:r>
              <a:rPr lang="en-US" err="1"/>
              <a:t>Document_RAPTOR</a:t>
            </a:r>
            <a:r>
              <a:rPr lang="en-US"/>
              <a:t>: A RAPTOR Tree of your documents used for Language Model Retrieval to chat with the documents!</a:t>
            </a:r>
          </a:p>
          <a:p>
            <a:pPr>
              <a:spcAft>
                <a:spcPts val="1200"/>
              </a:spcAft>
            </a:pPr>
            <a:r>
              <a:rPr lang="en-US" err="1"/>
              <a:t>automateyournetwork</a:t>
            </a:r>
            <a:r>
              <a:rPr lang="en-US"/>
              <a:t>/</a:t>
            </a:r>
            <a:r>
              <a:rPr lang="en-US" err="1"/>
              <a:t>packet_raptor</a:t>
            </a:r>
            <a:r>
              <a:rPr lang="en-US"/>
              <a:t>: An AI Assistant using RAPTOR to talk to .</a:t>
            </a:r>
            <a:r>
              <a:rPr lang="en-US" err="1"/>
              <a:t>pcaps</a:t>
            </a:r>
            <a:endParaRPr lang="en-US"/>
          </a:p>
          <a:p>
            <a:pPr>
              <a:spcAft>
                <a:spcPts val="1200"/>
              </a:spcAft>
            </a:pPr>
            <a:r>
              <a:rPr lang="en-US"/>
              <a:t>Knowledge Graphs (</a:t>
            </a:r>
            <a:r>
              <a:rPr lang="en-US" err="1"/>
              <a:t>GraphRAG</a:t>
            </a:r>
            <a:r>
              <a:rPr lang="en-US"/>
              <a:t>) - Document, Packet</a:t>
            </a:r>
          </a:p>
          <a:p>
            <a:pPr>
              <a:spcAft>
                <a:spcPts val="1200"/>
              </a:spcAft>
            </a:pPr>
            <a:r>
              <a:rPr lang="en-US" err="1"/>
              <a:t>automateyournetwork</a:t>
            </a:r>
            <a:r>
              <a:rPr lang="en-US"/>
              <a:t>/</a:t>
            </a:r>
            <a:r>
              <a:rPr lang="en-US" err="1"/>
              <a:t>Document_graphRAG</a:t>
            </a:r>
            <a:r>
              <a:rPr lang="en-US"/>
              <a:t>: </a:t>
            </a:r>
            <a:r>
              <a:rPr lang="en-US" err="1"/>
              <a:t>graphRAG</a:t>
            </a:r>
            <a:r>
              <a:rPr lang="en-US"/>
              <a:t> approach with .</a:t>
            </a:r>
            <a:r>
              <a:rPr lang="en-US" err="1"/>
              <a:t>pcap</a:t>
            </a:r>
            <a:endParaRPr lang="en-US"/>
          </a:p>
          <a:p>
            <a:pPr>
              <a:spcAft>
                <a:spcPts val="1200"/>
              </a:spcAft>
            </a:pPr>
            <a:r>
              <a:rPr lang="en-US" err="1"/>
              <a:t>automateyournetwork</a:t>
            </a:r>
            <a:r>
              <a:rPr lang="en-US"/>
              <a:t>/</a:t>
            </a:r>
            <a:r>
              <a:rPr lang="en-US" err="1"/>
              <a:t>packet_graph</a:t>
            </a:r>
            <a:r>
              <a:rPr lang="en-US"/>
              <a:t>: A Knowledge Graph of a .</a:t>
            </a:r>
            <a:r>
              <a:rPr lang="en-US" err="1"/>
              <a:t>pcap</a:t>
            </a:r>
            <a:r>
              <a:rPr lang="en-US"/>
              <a:t> Packet Capture!</a:t>
            </a:r>
          </a:p>
          <a:p>
            <a:pPr>
              <a:spcAft>
                <a:spcPts val="1200"/>
              </a:spcAft>
            </a:pPr>
            <a:r>
              <a:rPr lang="en-US"/>
              <a:t>TAG - Packet</a:t>
            </a:r>
            <a:br>
              <a:rPr lang="en-US"/>
            </a:br>
            <a:r>
              <a:rPr lang="en-US" err="1"/>
              <a:t>automateyournetwork</a:t>
            </a:r>
            <a:r>
              <a:rPr lang="en-US"/>
              <a:t>/</a:t>
            </a:r>
            <a:r>
              <a:rPr lang="en-US" err="1"/>
              <a:t>Packet_TAG</a:t>
            </a:r>
            <a:r>
              <a:rPr lang="en-US"/>
              <a:t>: Table Augmented Generation (TAG) with Packet Captures (.</a:t>
            </a:r>
            <a:r>
              <a:rPr lang="en-US" err="1"/>
              <a:t>pcaps</a:t>
            </a:r>
            <a:r>
              <a:rPr lang="en-US"/>
              <a:t>/</a:t>
            </a:r>
            <a:r>
              <a:rPr lang="en-US" err="1"/>
              <a:t>pcapng</a:t>
            </a:r>
            <a:r>
              <a:rPr lang="en-US"/>
              <a:t>)</a:t>
            </a:r>
          </a:p>
        </p:txBody>
      </p:sp>
    </p:spTree>
    <p:extLst>
      <p:ext uri="{BB962C8B-B14F-4D97-AF65-F5344CB8AC3E}">
        <p14:creationId xmlns:p14="http://schemas.microsoft.com/office/powerpoint/2010/main" val="34261137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C3DA5-7BC2-4DA6-1A46-CFD5183D38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BE0CEA-0149-0447-6EC8-72756200F54A}"/>
              </a:ext>
            </a:extLst>
          </p:cNvPr>
          <p:cNvSpPr>
            <a:spLocks noGrp="1"/>
          </p:cNvSpPr>
          <p:nvPr>
            <p:ph type="title"/>
          </p:nvPr>
        </p:nvSpPr>
        <p:spPr>
          <a:xfrm>
            <a:off x="0" y="2823400"/>
            <a:ext cx="12191999" cy="1211200"/>
          </a:xfrm>
        </p:spPr>
        <p:txBody>
          <a:bodyPr/>
          <a:lstStyle/>
          <a:p>
            <a:pPr algn="ctr"/>
            <a:r>
              <a:rPr lang="en-US"/>
              <a:t>Before we do the Labs I have good / bad news</a:t>
            </a:r>
          </a:p>
        </p:txBody>
      </p:sp>
    </p:spTree>
    <p:extLst>
      <p:ext uri="{BB962C8B-B14F-4D97-AF65-F5344CB8AC3E}">
        <p14:creationId xmlns:p14="http://schemas.microsoft.com/office/powerpoint/2010/main" val="3617447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369;p64">
            <a:extLst>
              <a:ext uri="{FF2B5EF4-FFF2-40B4-BE49-F238E27FC236}">
                <a16:creationId xmlns:a16="http://schemas.microsoft.com/office/drawing/2014/main" id="{800488AA-E943-4F8D-429C-102D03B80BFA}"/>
              </a:ext>
            </a:extLst>
          </p:cNvPr>
          <p:cNvPicPr preferRelativeResize="0"/>
          <p:nvPr/>
        </p:nvPicPr>
        <p:blipFill>
          <a:blip r:embed="rId2">
            <a:alphaModFix/>
          </a:blip>
          <a:stretch>
            <a:fillRect/>
          </a:stretch>
        </p:blipFill>
        <p:spPr>
          <a:xfrm>
            <a:off x="517143" y="828750"/>
            <a:ext cx="10977098" cy="2657864"/>
          </a:xfrm>
          <a:prstGeom prst="rect">
            <a:avLst/>
          </a:prstGeom>
          <a:noFill/>
          <a:ln>
            <a:noFill/>
          </a:ln>
        </p:spPr>
      </p:pic>
      <p:pic>
        <p:nvPicPr>
          <p:cNvPr id="8" name="Google Shape;370;p64">
            <a:extLst>
              <a:ext uri="{FF2B5EF4-FFF2-40B4-BE49-F238E27FC236}">
                <a16:creationId xmlns:a16="http://schemas.microsoft.com/office/drawing/2014/main" id="{6CB56D7C-C2C5-C51A-43DC-82FBE43612C6}"/>
              </a:ext>
            </a:extLst>
          </p:cNvPr>
          <p:cNvPicPr preferRelativeResize="0"/>
          <p:nvPr/>
        </p:nvPicPr>
        <p:blipFill>
          <a:blip r:embed="rId3">
            <a:alphaModFix/>
          </a:blip>
          <a:stretch>
            <a:fillRect/>
          </a:stretch>
        </p:blipFill>
        <p:spPr>
          <a:xfrm>
            <a:off x="3418051" y="2952976"/>
            <a:ext cx="7799137" cy="2657864"/>
          </a:xfrm>
          <a:prstGeom prst="rect">
            <a:avLst/>
          </a:prstGeom>
          <a:noFill/>
          <a:ln>
            <a:noFill/>
          </a:ln>
        </p:spPr>
      </p:pic>
    </p:spTree>
    <p:extLst>
      <p:ext uri="{BB962C8B-B14F-4D97-AF65-F5344CB8AC3E}">
        <p14:creationId xmlns:p14="http://schemas.microsoft.com/office/powerpoint/2010/main" val="8784920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375;p65">
            <a:extLst>
              <a:ext uri="{FF2B5EF4-FFF2-40B4-BE49-F238E27FC236}">
                <a16:creationId xmlns:a16="http://schemas.microsoft.com/office/drawing/2014/main" id="{BA8BDCFD-1D07-6A1B-DAC7-71BB94AA3D29}"/>
              </a:ext>
            </a:extLst>
          </p:cNvPr>
          <p:cNvPicPr preferRelativeResize="0"/>
          <p:nvPr/>
        </p:nvPicPr>
        <p:blipFill>
          <a:blip r:embed="rId2">
            <a:alphaModFix/>
          </a:blip>
          <a:stretch>
            <a:fillRect/>
          </a:stretch>
        </p:blipFill>
        <p:spPr>
          <a:xfrm>
            <a:off x="2379089" y="211125"/>
            <a:ext cx="7433821" cy="6060180"/>
          </a:xfrm>
          <a:prstGeom prst="rect">
            <a:avLst/>
          </a:prstGeom>
          <a:noFill/>
          <a:ln>
            <a:noFill/>
          </a:ln>
        </p:spPr>
      </p:pic>
    </p:spTree>
    <p:extLst>
      <p:ext uri="{BB962C8B-B14F-4D97-AF65-F5344CB8AC3E}">
        <p14:creationId xmlns:p14="http://schemas.microsoft.com/office/powerpoint/2010/main" val="3855659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380;p66">
            <a:extLst>
              <a:ext uri="{FF2B5EF4-FFF2-40B4-BE49-F238E27FC236}">
                <a16:creationId xmlns:a16="http://schemas.microsoft.com/office/drawing/2014/main" id="{DB1C9865-0763-5560-C273-C0EAAECC4BA9}"/>
              </a:ext>
            </a:extLst>
          </p:cNvPr>
          <p:cNvPicPr preferRelativeResize="0"/>
          <p:nvPr/>
        </p:nvPicPr>
        <p:blipFill>
          <a:blip r:embed="rId2">
            <a:alphaModFix/>
          </a:blip>
          <a:stretch>
            <a:fillRect/>
          </a:stretch>
        </p:blipFill>
        <p:spPr>
          <a:xfrm>
            <a:off x="2714445" y="554408"/>
            <a:ext cx="6763110" cy="5749183"/>
          </a:xfrm>
          <a:prstGeom prst="rect">
            <a:avLst/>
          </a:prstGeom>
          <a:noFill/>
          <a:ln>
            <a:noFill/>
          </a:ln>
        </p:spPr>
      </p:pic>
    </p:spTree>
    <p:extLst>
      <p:ext uri="{BB962C8B-B14F-4D97-AF65-F5344CB8AC3E}">
        <p14:creationId xmlns:p14="http://schemas.microsoft.com/office/powerpoint/2010/main" val="4230910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27B3-A008-FF57-FD44-421CD78031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8FF6D079-58E3-4D31-1E55-A6465A1B7A92}"/>
              </a:ext>
            </a:extLst>
          </p:cNvPr>
          <p:cNvSpPr>
            <a:spLocks noGrp="1"/>
          </p:cNvSpPr>
          <p:nvPr>
            <p:ph type="title" idx="4294967295"/>
          </p:nvPr>
        </p:nvSpPr>
        <p:spPr>
          <a:xfrm>
            <a:off x="631767" y="2124075"/>
            <a:ext cx="6011863" cy="728663"/>
          </a:xfrm>
          <a:prstGeom prst="rect">
            <a:avLst/>
          </a:prstGeom>
        </p:spPr>
        <p:txBody>
          <a:bodyPr/>
          <a:lstStyle/>
          <a:p>
            <a:r>
              <a:rPr lang="en-US" sz="5400" dirty="0">
                <a:solidFill>
                  <a:schemeClr val="bg1"/>
                </a:solidFill>
                <a:latin typeface="Bebas Neue" panose="020B0606020202050201" pitchFamily="34" charset="77"/>
              </a:rPr>
              <a:t>TOON</a:t>
            </a:r>
          </a:p>
        </p:txBody>
      </p:sp>
      <p:sp>
        <p:nvSpPr>
          <p:cNvPr id="52" name="Text Placeholder 51">
            <a:extLst>
              <a:ext uri="{FF2B5EF4-FFF2-40B4-BE49-F238E27FC236}">
                <a16:creationId xmlns:a16="http://schemas.microsoft.com/office/drawing/2014/main" id="{ABC1EF73-4930-8D56-1B8D-B1C17F963C09}"/>
              </a:ext>
            </a:extLst>
          </p:cNvPr>
          <p:cNvSpPr>
            <a:spLocks noGrp="1"/>
          </p:cNvSpPr>
          <p:nvPr>
            <p:ph type="body" idx="4294967295"/>
          </p:nvPr>
        </p:nvSpPr>
        <p:spPr>
          <a:xfrm>
            <a:off x="631767" y="2989263"/>
            <a:ext cx="7418388" cy="1095375"/>
          </a:xfrm>
          <a:prstGeom prst="rect">
            <a:avLst/>
          </a:prstGeom>
        </p:spPr>
        <p:txBody>
          <a:bodyPr/>
          <a:lstStyle/>
          <a:p>
            <a:r>
              <a:rPr lang="en-US" sz="2000" dirty="0">
                <a:solidFill>
                  <a:schemeClr val="accent2"/>
                </a:solidFill>
              </a:rPr>
              <a:t>(Token-Oriented Object Notation)</a:t>
            </a: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a:p>
            <a:endParaRPr lang="en-US" sz="2000" dirty="0">
              <a:solidFill>
                <a:schemeClr val="accent2"/>
              </a:solidFill>
            </a:endParaRPr>
          </a:p>
        </p:txBody>
      </p:sp>
      <p:pic>
        <p:nvPicPr>
          <p:cNvPr id="2" name="Graphic 1">
            <a:extLst>
              <a:ext uri="{FF2B5EF4-FFF2-40B4-BE49-F238E27FC236}">
                <a16:creationId xmlns:a16="http://schemas.microsoft.com/office/drawing/2014/main" id="{1CAD7B2C-20E9-E4C0-8060-BAFC11868FAD}"/>
              </a:ext>
            </a:extLst>
          </p:cNvPr>
          <p:cNvPicPr>
            <a:picLocks noChangeAspect="1"/>
          </p:cNvPicPr>
          <p:nvPr/>
        </p:nvPicPr>
        <p:blipFill>
          <a:blip>
            <a:extLst>
              <a:ext uri="{96DAC541-7B7A-43D3-8B79-37D633B846F1}">
                <asvg:svgBlip xmlns:asvg="http://schemas.microsoft.com/office/drawing/2016/SVG/main" r:embed="rId2"/>
              </a:ext>
            </a:extLst>
          </a:blip>
          <a:srcRect r="22906" b="33439"/>
          <a:stretch>
            <a:fillRect/>
          </a:stretch>
        </p:blipFill>
        <p:spPr>
          <a:xfrm>
            <a:off x="5287617" y="896862"/>
            <a:ext cx="6904383" cy="5961138"/>
          </a:xfrm>
          <a:prstGeom prst="rect">
            <a:avLst/>
          </a:prstGeom>
        </p:spPr>
      </p:pic>
    </p:spTree>
    <p:extLst>
      <p:ext uri="{BB962C8B-B14F-4D97-AF65-F5344CB8AC3E}">
        <p14:creationId xmlns:p14="http://schemas.microsoft.com/office/powerpoint/2010/main" val="32596497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43EC82-C6BE-7DC8-ABA5-2DB616AAD993}"/>
              </a:ext>
            </a:extLst>
          </p:cNvPr>
          <p:cNvSpPr>
            <a:spLocks noGrp="1"/>
          </p:cNvSpPr>
          <p:nvPr>
            <p:ph type="title"/>
          </p:nvPr>
        </p:nvSpPr>
        <p:spPr>
          <a:xfrm>
            <a:off x="438866" y="457201"/>
            <a:ext cx="11274713" cy="574453"/>
          </a:xfrm>
        </p:spPr>
        <p:txBody>
          <a:bodyPr/>
          <a:lstStyle/>
          <a:p>
            <a:pPr algn="ctr"/>
            <a:r>
              <a:rPr lang="en-US"/>
              <a:t>Reduce tokens with this new format</a:t>
            </a:r>
          </a:p>
        </p:txBody>
      </p:sp>
      <p:pic>
        <p:nvPicPr>
          <p:cNvPr id="8" name="Google Shape;391;p68">
            <a:extLst>
              <a:ext uri="{FF2B5EF4-FFF2-40B4-BE49-F238E27FC236}">
                <a16:creationId xmlns:a16="http://schemas.microsoft.com/office/drawing/2014/main" id="{C570F353-1D5A-E11E-84C8-E596B98CFC1B}"/>
              </a:ext>
            </a:extLst>
          </p:cNvPr>
          <p:cNvPicPr preferRelativeResize="0"/>
          <p:nvPr/>
        </p:nvPicPr>
        <p:blipFill>
          <a:blip r:embed="rId2">
            <a:alphaModFix/>
          </a:blip>
          <a:stretch>
            <a:fillRect/>
          </a:stretch>
        </p:blipFill>
        <p:spPr>
          <a:xfrm>
            <a:off x="1730583" y="1411416"/>
            <a:ext cx="8730833" cy="4582834"/>
          </a:xfrm>
          <a:prstGeom prst="rect">
            <a:avLst/>
          </a:prstGeom>
          <a:noFill/>
          <a:ln>
            <a:noFill/>
          </a:ln>
        </p:spPr>
      </p:pic>
    </p:spTree>
    <p:extLst>
      <p:ext uri="{BB962C8B-B14F-4D97-AF65-F5344CB8AC3E}">
        <p14:creationId xmlns:p14="http://schemas.microsoft.com/office/powerpoint/2010/main" val="7899197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E55DE-2172-F5CC-EF47-AFE14A28B0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7C62F9-3589-65D6-34B1-0138F72A64BD}"/>
              </a:ext>
            </a:extLst>
          </p:cNvPr>
          <p:cNvSpPr>
            <a:spLocks noGrp="1"/>
          </p:cNvSpPr>
          <p:nvPr>
            <p:ph type="title"/>
          </p:nvPr>
        </p:nvSpPr>
        <p:spPr>
          <a:xfrm>
            <a:off x="438867" y="457201"/>
            <a:ext cx="11297862" cy="574516"/>
          </a:xfrm>
        </p:spPr>
        <p:txBody>
          <a:bodyPr/>
          <a:lstStyle/>
          <a:p>
            <a:pPr algn="ctr"/>
            <a:r>
              <a:rPr lang="en-US"/>
              <a:t>Personal testing results</a:t>
            </a:r>
          </a:p>
        </p:txBody>
      </p:sp>
      <p:pic>
        <p:nvPicPr>
          <p:cNvPr id="4" name="Google Shape;397;p69">
            <a:extLst>
              <a:ext uri="{FF2B5EF4-FFF2-40B4-BE49-F238E27FC236}">
                <a16:creationId xmlns:a16="http://schemas.microsoft.com/office/drawing/2014/main" id="{E2E3F004-7B99-4F8B-AB32-65DB9116E363}"/>
              </a:ext>
            </a:extLst>
          </p:cNvPr>
          <p:cNvPicPr preferRelativeResize="0"/>
          <p:nvPr/>
        </p:nvPicPr>
        <p:blipFill>
          <a:blip r:embed="rId2">
            <a:alphaModFix/>
          </a:blip>
          <a:stretch>
            <a:fillRect/>
          </a:stretch>
        </p:blipFill>
        <p:spPr>
          <a:xfrm>
            <a:off x="735428" y="1689391"/>
            <a:ext cx="10721144" cy="3479218"/>
          </a:xfrm>
          <a:prstGeom prst="rect">
            <a:avLst/>
          </a:prstGeom>
          <a:noFill/>
          <a:ln>
            <a:noFill/>
          </a:ln>
        </p:spPr>
      </p:pic>
    </p:spTree>
    <p:extLst>
      <p:ext uri="{BB962C8B-B14F-4D97-AF65-F5344CB8AC3E}">
        <p14:creationId xmlns:p14="http://schemas.microsoft.com/office/powerpoint/2010/main" val="13800560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54E40-3EE6-3349-5E55-EE092D52C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155AF-C4E4-B6EA-A227-2BB14231FB81}"/>
              </a:ext>
            </a:extLst>
          </p:cNvPr>
          <p:cNvSpPr>
            <a:spLocks noGrp="1"/>
          </p:cNvSpPr>
          <p:nvPr>
            <p:ph type="title"/>
          </p:nvPr>
        </p:nvSpPr>
        <p:spPr/>
        <p:txBody>
          <a:bodyPr/>
          <a:lstStyle/>
          <a:p>
            <a:r>
              <a:rPr lang="en-US"/>
              <a:t>RAG Lab Agenda</a:t>
            </a:r>
          </a:p>
        </p:txBody>
      </p:sp>
      <p:sp>
        <p:nvSpPr>
          <p:cNvPr id="4" name="Text Placeholder 3">
            <a:extLst>
              <a:ext uri="{FF2B5EF4-FFF2-40B4-BE49-F238E27FC236}">
                <a16:creationId xmlns:a16="http://schemas.microsoft.com/office/drawing/2014/main" id="{28EF4489-66DA-EB6D-FDFC-75A434EA6613}"/>
              </a:ext>
            </a:extLst>
          </p:cNvPr>
          <p:cNvSpPr>
            <a:spLocks noGrp="1"/>
          </p:cNvSpPr>
          <p:nvPr>
            <p:ph type="body" idx="2"/>
          </p:nvPr>
        </p:nvSpPr>
        <p:spPr>
          <a:xfrm>
            <a:off x="531464" y="1197251"/>
            <a:ext cx="2663149" cy="1421360"/>
          </a:xfrm>
        </p:spPr>
        <p:txBody>
          <a:bodyPr/>
          <a:lstStyle/>
          <a:p>
            <a:pPr marL="7938" indent="0">
              <a:spcBef>
                <a:spcPts val="600"/>
              </a:spcBef>
              <a:buNone/>
            </a:pPr>
            <a:r>
              <a:rPr lang="en-US" sz="1800" b="1">
                <a:solidFill>
                  <a:schemeClr val="accent2"/>
                </a:solidFill>
                <a:latin typeface="DM Sans 14pt SemiBold" pitchFamily="2" charset="77"/>
              </a:rPr>
              <a:t>Lab One: Exploration</a:t>
            </a:r>
            <a:endParaRPr lang="en-US"/>
          </a:p>
          <a:p>
            <a:pPr>
              <a:spcBef>
                <a:spcPts val="600"/>
              </a:spcBef>
            </a:pPr>
            <a:r>
              <a:rPr lang="en-US"/>
              <a:t>Embeddings</a:t>
            </a:r>
          </a:p>
          <a:p>
            <a:pPr>
              <a:spcBef>
                <a:spcPts val="600"/>
              </a:spcBef>
            </a:pPr>
            <a:r>
              <a:rPr lang="en-US"/>
              <a:t>Splitting</a:t>
            </a:r>
          </a:p>
          <a:p>
            <a:pPr>
              <a:spcBef>
                <a:spcPts val="600"/>
              </a:spcBef>
            </a:pPr>
            <a:r>
              <a:rPr lang="en-US"/>
              <a:t>Storage</a:t>
            </a:r>
          </a:p>
        </p:txBody>
      </p:sp>
      <p:sp>
        <p:nvSpPr>
          <p:cNvPr id="7" name="Text Placeholder 3">
            <a:extLst>
              <a:ext uri="{FF2B5EF4-FFF2-40B4-BE49-F238E27FC236}">
                <a16:creationId xmlns:a16="http://schemas.microsoft.com/office/drawing/2014/main" id="{A6CAC91F-7790-F1F2-E984-0578E4B2B530}"/>
              </a:ext>
            </a:extLst>
          </p:cNvPr>
          <p:cNvSpPr txBox="1">
            <a:spLocks/>
          </p:cNvSpPr>
          <p:nvPr/>
        </p:nvSpPr>
        <p:spPr>
          <a:xfrm>
            <a:off x="531464" y="2832679"/>
            <a:ext cx="2663149" cy="2986765"/>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sz="1800" b="1">
                <a:solidFill>
                  <a:schemeClr val="accent2"/>
                </a:solidFill>
                <a:latin typeface="DM Sans 14pt SemiBold" pitchFamily="2" charset="77"/>
              </a:rPr>
              <a:t>Lab Two: Talk to PDFs </a:t>
            </a:r>
            <a:endParaRPr lang="en-US"/>
          </a:p>
          <a:p>
            <a:pPr>
              <a:spcBef>
                <a:spcPts val="600"/>
              </a:spcBef>
            </a:pPr>
            <a:r>
              <a:rPr lang="en-US"/>
              <a:t>Large Language Model</a:t>
            </a:r>
          </a:p>
          <a:p>
            <a:pPr>
              <a:spcBef>
                <a:spcPts val="600"/>
              </a:spcBef>
            </a:pPr>
            <a:r>
              <a:rPr lang="en-US"/>
              <a:t>Embeddings Model</a:t>
            </a:r>
          </a:p>
          <a:p>
            <a:pPr>
              <a:spcBef>
                <a:spcPts val="600"/>
              </a:spcBef>
            </a:pPr>
            <a:r>
              <a:rPr lang="en-US"/>
              <a:t>Source</a:t>
            </a:r>
          </a:p>
          <a:p>
            <a:pPr>
              <a:spcBef>
                <a:spcPts val="600"/>
              </a:spcBef>
            </a:pPr>
            <a:r>
              <a:rPr lang="en-US"/>
              <a:t>Loader</a:t>
            </a:r>
          </a:p>
          <a:p>
            <a:pPr>
              <a:spcBef>
                <a:spcPts val="600"/>
              </a:spcBef>
            </a:pPr>
            <a:r>
              <a:rPr lang="en-US"/>
              <a:t>Semantic Chunking</a:t>
            </a:r>
          </a:p>
          <a:p>
            <a:pPr>
              <a:spcBef>
                <a:spcPts val="600"/>
              </a:spcBef>
            </a:pPr>
            <a:r>
              <a:rPr lang="en-US"/>
              <a:t>Storage</a:t>
            </a:r>
          </a:p>
          <a:p>
            <a:pPr>
              <a:spcBef>
                <a:spcPts val="600"/>
              </a:spcBef>
            </a:pPr>
            <a:r>
              <a:rPr lang="en-US"/>
              <a:t>Retrieval</a:t>
            </a:r>
          </a:p>
          <a:p>
            <a:pPr>
              <a:spcBef>
                <a:spcPts val="600"/>
              </a:spcBef>
            </a:pPr>
            <a:r>
              <a:rPr lang="en-US"/>
              <a:t>PDF Buddy</a:t>
            </a:r>
          </a:p>
        </p:txBody>
      </p:sp>
      <p:sp>
        <p:nvSpPr>
          <p:cNvPr id="8" name="Text Placeholder 3">
            <a:extLst>
              <a:ext uri="{FF2B5EF4-FFF2-40B4-BE49-F238E27FC236}">
                <a16:creationId xmlns:a16="http://schemas.microsoft.com/office/drawing/2014/main" id="{209B1397-1CE9-096A-CBFB-CC13E8A1F5A0}"/>
              </a:ext>
            </a:extLst>
          </p:cNvPr>
          <p:cNvSpPr txBox="1">
            <a:spLocks/>
          </p:cNvSpPr>
          <p:nvPr/>
        </p:nvSpPr>
        <p:spPr>
          <a:xfrm>
            <a:off x="4744649" y="1197251"/>
            <a:ext cx="3936364" cy="142136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sz="1800" b="1">
                <a:solidFill>
                  <a:schemeClr val="accent2"/>
                </a:solidFill>
                <a:latin typeface="DM Sans 14pt SemiBold" pitchFamily="2" charset="77"/>
              </a:rPr>
              <a:t>Lab Three: Talk to Networks</a:t>
            </a:r>
            <a:endParaRPr lang="en-US"/>
          </a:p>
          <a:p>
            <a:pPr>
              <a:spcBef>
                <a:spcPts val="600"/>
              </a:spcBef>
            </a:pPr>
            <a:r>
              <a:rPr lang="en-US"/>
              <a:t>Cisco </a:t>
            </a:r>
            <a:r>
              <a:rPr lang="en-US" err="1"/>
              <a:t>pyATS</a:t>
            </a:r>
            <a:endParaRPr lang="en-US"/>
          </a:p>
          <a:p>
            <a:pPr>
              <a:spcBef>
                <a:spcPts val="600"/>
              </a:spcBef>
            </a:pPr>
            <a:r>
              <a:rPr lang="en-US"/>
              <a:t>Cisco DevNet Always On Sandbox</a:t>
            </a:r>
          </a:p>
          <a:p>
            <a:pPr>
              <a:spcBef>
                <a:spcPts val="600"/>
              </a:spcBef>
            </a:pPr>
            <a:r>
              <a:rPr lang="en-US"/>
              <a:t>Routing Table</a:t>
            </a:r>
          </a:p>
          <a:p>
            <a:pPr>
              <a:spcBef>
                <a:spcPts val="600"/>
              </a:spcBef>
            </a:pPr>
            <a:r>
              <a:rPr lang="en-US"/>
              <a:t>6 Step process</a:t>
            </a:r>
          </a:p>
          <a:p>
            <a:pPr>
              <a:spcBef>
                <a:spcPts val="600"/>
              </a:spcBef>
            </a:pPr>
            <a:r>
              <a:rPr lang="en-US"/>
              <a:t>JSON -&gt; TOON</a:t>
            </a:r>
          </a:p>
        </p:txBody>
      </p:sp>
      <p:sp>
        <p:nvSpPr>
          <p:cNvPr id="10" name="Text Placeholder 3">
            <a:extLst>
              <a:ext uri="{FF2B5EF4-FFF2-40B4-BE49-F238E27FC236}">
                <a16:creationId xmlns:a16="http://schemas.microsoft.com/office/drawing/2014/main" id="{937BC6E9-C44D-D0C4-1173-8E7A0CB295AB}"/>
              </a:ext>
            </a:extLst>
          </p:cNvPr>
          <p:cNvSpPr txBox="1">
            <a:spLocks/>
          </p:cNvSpPr>
          <p:nvPr/>
        </p:nvSpPr>
        <p:spPr>
          <a:xfrm>
            <a:off x="4744649" y="3558486"/>
            <a:ext cx="3936364" cy="142136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938" indent="0">
              <a:spcBef>
                <a:spcPts val="600"/>
              </a:spcBef>
              <a:buFont typeface="Arial" panose="020B0604020202020204" pitchFamily="34" charset="0"/>
              <a:buNone/>
            </a:pPr>
            <a:r>
              <a:rPr lang="en-US" sz="1800" b="1">
                <a:solidFill>
                  <a:schemeClr val="accent2"/>
                </a:solidFill>
                <a:latin typeface="DM Sans 14pt SemiBold" pitchFamily="2" charset="77"/>
              </a:rPr>
              <a:t>Lab Four: Talk to Networks</a:t>
            </a:r>
            <a:endParaRPr lang="en-US"/>
          </a:p>
          <a:p>
            <a:pPr>
              <a:spcBef>
                <a:spcPts val="600"/>
              </a:spcBef>
            </a:pPr>
            <a:r>
              <a:rPr lang="en-US"/>
              <a:t>6 Step Process</a:t>
            </a:r>
          </a:p>
          <a:p>
            <a:pPr>
              <a:spcBef>
                <a:spcPts val="600"/>
              </a:spcBef>
            </a:pPr>
            <a:r>
              <a:rPr lang="en-US"/>
              <a:t>Router Buddy</a:t>
            </a:r>
          </a:p>
        </p:txBody>
      </p:sp>
    </p:spTree>
    <p:extLst>
      <p:ext uri="{BB962C8B-B14F-4D97-AF65-F5344CB8AC3E}">
        <p14:creationId xmlns:p14="http://schemas.microsoft.com/office/powerpoint/2010/main" val="4063101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54E40-3EE6-3349-5E55-EE092D52C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155AF-C4E4-B6EA-A227-2BB14231FB81}"/>
              </a:ext>
            </a:extLst>
          </p:cNvPr>
          <p:cNvSpPr>
            <a:spLocks noGrp="1"/>
          </p:cNvSpPr>
          <p:nvPr>
            <p:ph type="title"/>
          </p:nvPr>
        </p:nvSpPr>
        <p:spPr/>
        <p:txBody>
          <a:bodyPr/>
          <a:lstStyle/>
          <a:p>
            <a:r>
              <a:rPr lang="en-US"/>
              <a:t>Labs: Getting started</a:t>
            </a:r>
          </a:p>
        </p:txBody>
      </p:sp>
      <p:sp>
        <p:nvSpPr>
          <p:cNvPr id="4" name="Text Placeholder 3">
            <a:extLst>
              <a:ext uri="{FF2B5EF4-FFF2-40B4-BE49-F238E27FC236}">
                <a16:creationId xmlns:a16="http://schemas.microsoft.com/office/drawing/2014/main" id="{28EF4489-66DA-EB6D-FDFC-75A434EA6613}"/>
              </a:ext>
            </a:extLst>
          </p:cNvPr>
          <p:cNvSpPr>
            <a:spLocks noGrp="1"/>
          </p:cNvSpPr>
          <p:nvPr>
            <p:ph type="body" idx="2"/>
          </p:nvPr>
        </p:nvSpPr>
        <p:spPr>
          <a:xfrm>
            <a:off x="531464" y="1197251"/>
            <a:ext cx="4978085" cy="1421360"/>
          </a:xfrm>
        </p:spPr>
        <p:txBody>
          <a:bodyPr/>
          <a:lstStyle/>
          <a:p>
            <a:pPr>
              <a:spcBef>
                <a:spcPts val="600"/>
              </a:spcBef>
            </a:pPr>
            <a:r>
              <a:rPr lang="en-US"/>
              <a:t>GitHub </a:t>
            </a:r>
          </a:p>
          <a:p>
            <a:pPr>
              <a:spcBef>
                <a:spcPts val="600"/>
              </a:spcBef>
            </a:pPr>
            <a:r>
              <a:rPr lang="en-US"/>
              <a:t>Git</a:t>
            </a:r>
          </a:p>
          <a:p>
            <a:pPr>
              <a:spcBef>
                <a:spcPts val="600"/>
              </a:spcBef>
            </a:pPr>
            <a:r>
              <a:rPr lang="en-US"/>
              <a:t>Python</a:t>
            </a:r>
          </a:p>
          <a:p>
            <a:pPr>
              <a:spcBef>
                <a:spcPts val="600"/>
              </a:spcBef>
            </a:pPr>
            <a:r>
              <a:rPr lang="en-US"/>
              <a:t>Visual Studio Code (VS Code)</a:t>
            </a:r>
          </a:p>
          <a:p>
            <a:pPr>
              <a:spcBef>
                <a:spcPts val="600"/>
              </a:spcBef>
            </a:pPr>
            <a:r>
              <a:rPr lang="en-US" err="1"/>
              <a:t>cURL</a:t>
            </a:r>
            <a:endParaRPr lang="en-US"/>
          </a:p>
          <a:p>
            <a:pPr marL="576263" lvl="1" indent="-230188">
              <a:spcBef>
                <a:spcPts val="600"/>
              </a:spcBef>
            </a:pPr>
            <a:r>
              <a:rPr lang="en-US"/>
              <a:t>Postman (GUI)</a:t>
            </a:r>
          </a:p>
          <a:p>
            <a:pPr>
              <a:spcBef>
                <a:spcPts val="600"/>
              </a:spcBef>
            </a:pPr>
            <a:r>
              <a:rPr lang="en-US" err="1"/>
              <a:t>LangChain</a:t>
            </a:r>
            <a:endParaRPr lang="en-US"/>
          </a:p>
          <a:p>
            <a:pPr marL="576263" lvl="1" indent="-288925">
              <a:spcBef>
                <a:spcPts val="600"/>
              </a:spcBef>
            </a:pPr>
            <a:r>
              <a:rPr lang="en-US" err="1"/>
              <a:t>LangGraph</a:t>
            </a:r>
            <a:endParaRPr lang="en-US"/>
          </a:p>
          <a:p>
            <a:pPr>
              <a:spcBef>
                <a:spcPts val="600"/>
              </a:spcBef>
            </a:pPr>
            <a:r>
              <a:rPr lang="en-US" err="1"/>
              <a:t>ChromaDB</a:t>
            </a:r>
            <a:endParaRPr lang="en-US"/>
          </a:p>
          <a:p>
            <a:pPr>
              <a:spcBef>
                <a:spcPts val="600"/>
              </a:spcBef>
            </a:pPr>
            <a:r>
              <a:rPr lang="en-US"/>
              <a:t>Large Language Model – </a:t>
            </a:r>
            <a:r>
              <a:rPr lang="en-US" err="1"/>
              <a:t>openAI</a:t>
            </a:r>
            <a:r>
              <a:rPr lang="en-US"/>
              <a:t> ChatGPT4o</a:t>
            </a:r>
          </a:p>
          <a:p>
            <a:pPr>
              <a:spcBef>
                <a:spcPts val="600"/>
              </a:spcBef>
            </a:pPr>
            <a:r>
              <a:rPr lang="en-US"/>
              <a:t>Embeddings Model – </a:t>
            </a:r>
            <a:r>
              <a:rPr lang="en-US" err="1"/>
              <a:t>openAI</a:t>
            </a:r>
            <a:r>
              <a:rPr lang="en-US"/>
              <a:t> Embeddings</a:t>
            </a:r>
          </a:p>
          <a:p>
            <a:pPr marL="576263" lvl="1" indent="-288925">
              <a:spcBef>
                <a:spcPts val="600"/>
              </a:spcBef>
            </a:pPr>
            <a:r>
              <a:rPr lang="en-US"/>
              <a:t>Vectors</a:t>
            </a:r>
          </a:p>
          <a:p>
            <a:pPr marL="576263" lvl="1" indent="-288925">
              <a:spcBef>
                <a:spcPts val="600"/>
              </a:spcBef>
            </a:pPr>
            <a:r>
              <a:rPr lang="en-US"/>
              <a:t>Semantic Chunking</a:t>
            </a:r>
          </a:p>
          <a:p>
            <a:pPr>
              <a:spcBef>
                <a:spcPts val="600"/>
              </a:spcBef>
            </a:pPr>
            <a:r>
              <a:rPr lang="en-US" err="1"/>
              <a:t>Streamlit</a:t>
            </a:r>
            <a:endParaRPr lang="en-US"/>
          </a:p>
        </p:txBody>
      </p:sp>
      <p:sp>
        <p:nvSpPr>
          <p:cNvPr id="11" name="Text Placeholder 3">
            <a:extLst>
              <a:ext uri="{FF2B5EF4-FFF2-40B4-BE49-F238E27FC236}">
                <a16:creationId xmlns:a16="http://schemas.microsoft.com/office/drawing/2014/main" id="{2A262360-4507-6B01-2BB1-AD6F6D622A76}"/>
              </a:ext>
            </a:extLst>
          </p:cNvPr>
          <p:cNvSpPr txBox="1">
            <a:spLocks/>
          </p:cNvSpPr>
          <p:nvPr/>
        </p:nvSpPr>
        <p:spPr>
          <a:xfrm>
            <a:off x="6133611" y="1197251"/>
            <a:ext cx="4978085" cy="142136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293688" marR="0" lvl="0" indent="-285750" algn="l" rtl="0">
              <a:lnSpc>
                <a:spcPct val="100000"/>
              </a:lnSpc>
              <a:spcBef>
                <a:spcPts val="0"/>
              </a:spcBef>
              <a:spcAft>
                <a:spcPts val="0"/>
              </a:spcAft>
              <a:buClrTx/>
              <a:buSzPct val="110000"/>
              <a:buFont typeface="Arial" panose="020B0604020202020204" pitchFamily="34" charset="0"/>
              <a:buChar char="•"/>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a:spcBef>
                <a:spcPts val="600"/>
              </a:spcBef>
            </a:pPr>
            <a:r>
              <a:rPr lang="en-US"/>
              <a:t>Cisco DevNet Always-On Sandbox</a:t>
            </a:r>
          </a:p>
          <a:p>
            <a:pPr marL="576263" lvl="1" indent="-288925">
              <a:spcBef>
                <a:spcPts val="600"/>
              </a:spcBef>
            </a:pPr>
            <a:r>
              <a:rPr lang="en-US"/>
              <a:t>Cisco IOS-XE</a:t>
            </a:r>
          </a:p>
          <a:p>
            <a:pPr>
              <a:spcBef>
                <a:spcPts val="600"/>
              </a:spcBef>
            </a:pPr>
            <a:r>
              <a:rPr lang="en-US"/>
              <a:t>Cisco </a:t>
            </a:r>
            <a:r>
              <a:rPr lang="en-US" err="1"/>
              <a:t>pyATS</a:t>
            </a:r>
            <a:endParaRPr lang="en-US"/>
          </a:p>
        </p:txBody>
      </p:sp>
      <p:sp>
        <p:nvSpPr>
          <p:cNvPr id="12" name="Google Shape;411;p71">
            <a:extLst>
              <a:ext uri="{FF2B5EF4-FFF2-40B4-BE49-F238E27FC236}">
                <a16:creationId xmlns:a16="http://schemas.microsoft.com/office/drawing/2014/main" id="{7D897A33-7C6B-8420-F1ED-FFE7C9EF4F27}"/>
              </a:ext>
            </a:extLst>
          </p:cNvPr>
          <p:cNvSpPr txBox="1">
            <a:spLocks/>
          </p:cNvSpPr>
          <p:nvPr/>
        </p:nvSpPr>
        <p:spPr>
          <a:xfrm>
            <a:off x="7181533" y="566201"/>
            <a:ext cx="4571600" cy="356515"/>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1800"/>
              <a:buFont typeface="Inter"/>
              <a:buNone/>
              <a:defRPr sz="3733" b="0" i="0" u="none" strike="noStrike" cap="none">
                <a:solidFill>
                  <a:schemeClr val="bg1"/>
                </a:solidFill>
                <a:latin typeface="Bebas Neue" panose="020B0606020202050201" pitchFamily="34" charset="77"/>
                <a:ea typeface="Inter"/>
                <a:cs typeface="Bebas Neue" panose="020B0606020202050201" pitchFamily="34" charset="77"/>
                <a:sym typeface="Inter"/>
              </a:defRPr>
            </a:lvl1pPr>
            <a:lvl2pPr marR="0" lvl="1"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2pPr>
            <a:lvl3pPr marR="0" lvl="2"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3pPr>
            <a:lvl4pPr marR="0" lvl="3"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4pPr>
            <a:lvl5pPr marR="0" lvl="4"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5pPr>
            <a:lvl6pPr marR="0" lvl="5"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6pPr>
            <a:lvl7pPr marR="0" lvl="6"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7pPr>
            <a:lvl8pPr marR="0" lvl="7"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8pPr>
            <a:lvl9pPr marR="0" lvl="8"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9pPr>
          </a:lstStyle>
          <a:p>
            <a:pPr>
              <a:buSzPct val="111110"/>
            </a:pPr>
            <a:r>
              <a:rPr lang="en-US" sz="1100" u="sng">
                <a:solidFill>
                  <a:schemeClr val="accent1"/>
                </a:solidFill>
                <a:latin typeface="Open Sans" panose="020B0606030504020204" pitchFamily="34" charset="0"/>
                <a:ea typeface="Open Sans" panose="020B0606030504020204" pitchFamily="34" charset="0"/>
                <a:cs typeface="Open Sans" panose="020B0606030504020204" pitchFamily="34" charset="0"/>
                <a:sym typeface="Arial"/>
                <a:hlinkClick r:id="rId2">
                  <a:extLst>
                    <a:ext uri="{A12FA001-AC4F-418D-AE19-62706E023703}">
                      <ahyp:hlinkClr xmlns:ahyp="http://schemas.microsoft.com/office/drawing/2018/hyperlinkcolor" val="tx"/>
                    </a:ext>
                  </a:extLst>
                </a:hlinkClick>
              </a:rPr>
              <a:t>automateyournetwork/NAF_AC4_RAG: RAG Labs for NAF Autocon4</a:t>
            </a:r>
            <a:endParaRPr lang="en-US">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931170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77F8-DC47-679C-8CAF-BCB9A3F9B4F6}"/>
              </a:ext>
            </a:extLst>
          </p:cNvPr>
          <p:cNvSpPr>
            <a:spLocks noGrp="1"/>
          </p:cNvSpPr>
          <p:nvPr>
            <p:ph type="title"/>
          </p:nvPr>
        </p:nvSpPr>
        <p:spPr>
          <a:xfrm>
            <a:off x="901854" y="1024361"/>
            <a:ext cx="4571600" cy="738664"/>
          </a:xfrm>
        </p:spPr>
        <p:txBody>
          <a:bodyPr/>
          <a:lstStyle/>
          <a:p>
            <a:r>
              <a:rPr lang="en-US" sz="4800"/>
              <a:t>visit</a:t>
            </a:r>
          </a:p>
        </p:txBody>
      </p:sp>
      <p:sp>
        <p:nvSpPr>
          <p:cNvPr id="3" name="Text Placeholder 2">
            <a:extLst>
              <a:ext uri="{FF2B5EF4-FFF2-40B4-BE49-F238E27FC236}">
                <a16:creationId xmlns:a16="http://schemas.microsoft.com/office/drawing/2014/main" id="{396AC466-AAFE-1168-DFDE-AA25D0743039}"/>
              </a:ext>
            </a:extLst>
          </p:cNvPr>
          <p:cNvSpPr>
            <a:spLocks noGrp="1"/>
          </p:cNvSpPr>
          <p:nvPr>
            <p:ph type="body" idx="1"/>
          </p:nvPr>
        </p:nvSpPr>
        <p:spPr>
          <a:xfrm>
            <a:off x="901853" y="1598877"/>
            <a:ext cx="8905930" cy="1120543"/>
          </a:xfrm>
        </p:spPr>
        <p:txBody>
          <a:bodyPr/>
          <a:lstStyle/>
          <a:p>
            <a:pPr marL="7620"/>
            <a:r>
              <a:rPr lang="en" sz="2400" dirty="0" err="1">
                <a:solidFill>
                  <a:schemeClr val="accent2"/>
                </a:solidFill>
                <a:latin typeface="Open Sans"/>
                <a:ea typeface="Open Sans"/>
                <a:cs typeface="Open Sans"/>
                <a:sym typeface="Arial"/>
              </a:rPr>
              <a:t>Automateyournetwork</a:t>
            </a:r>
            <a:r>
              <a:rPr lang="en" sz="2400" dirty="0">
                <a:solidFill>
                  <a:schemeClr val="accent2"/>
                </a:solidFill>
                <a:latin typeface="Open Sans"/>
                <a:ea typeface="Open Sans"/>
                <a:cs typeface="Open Sans"/>
                <a:sym typeface="Arial"/>
              </a:rPr>
              <a:t>/CiscoLive2026_VibeOpsLounge</a:t>
            </a:r>
            <a:endParaRPr lang="en-US" sz="2400" dirty="0">
              <a:solidFill>
                <a:schemeClr val="accent2"/>
              </a:solidFill>
            </a:endParaRPr>
          </a:p>
        </p:txBody>
      </p:sp>
      <p:sp>
        <p:nvSpPr>
          <p:cNvPr id="5" name="Title 1">
            <a:extLst>
              <a:ext uri="{FF2B5EF4-FFF2-40B4-BE49-F238E27FC236}">
                <a16:creationId xmlns:a16="http://schemas.microsoft.com/office/drawing/2014/main" id="{7D1AE598-9910-A68C-9D74-867DD2B03B28}"/>
              </a:ext>
            </a:extLst>
          </p:cNvPr>
          <p:cNvSpPr txBox="1">
            <a:spLocks/>
          </p:cNvSpPr>
          <p:nvPr/>
        </p:nvSpPr>
        <p:spPr>
          <a:xfrm>
            <a:off x="901854" y="2748989"/>
            <a:ext cx="4571600" cy="73866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1800"/>
              <a:buFont typeface="Inter"/>
              <a:buNone/>
              <a:defRPr sz="3733" b="0" i="0" u="none" strike="noStrike" cap="none">
                <a:solidFill>
                  <a:schemeClr val="bg1"/>
                </a:solidFill>
                <a:latin typeface="Bebas Neue" panose="020B0606020202050201" pitchFamily="34" charset="77"/>
                <a:ea typeface="Inter"/>
                <a:cs typeface="Bebas Neue" panose="020B0606020202050201" pitchFamily="34" charset="77"/>
                <a:sym typeface="Inter"/>
              </a:defRPr>
            </a:lvl1pPr>
            <a:lvl2pPr marR="0" lvl="1"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2pPr>
            <a:lvl3pPr marR="0" lvl="2"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3pPr>
            <a:lvl4pPr marR="0" lvl="3"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4pPr>
            <a:lvl5pPr marR="0" lvl="4"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5pPr>
            <a:lvl6pPr marR="0" lvl="5"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6pPr>
            <a:lvl7pPr marR="0" lvl="6"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7pPr>
            <a:lvl8pPr marR="0" lvl="7"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8pPr>
            <a:lvl9pPr marR="0" lvl="8"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9pPr>
          </a:lstStyle>
          <a:p>
            <a:r>
              <a:rPr lang="en-US" sz="4800"/>
              <a:t>Clone</a:t>
            </a:r>
          </a:p>
        </p:txBody>
      </p:sp>
      <p:sp>
        <p:nvSpPr>
          <p:cNvPr id="6" name="Text Placeholder 2">
            <a:extLst>
              <a:ext uri="{FF2B5EF4-FFF2-40B4-BE49-F238E27FC236}">
                <a16:creationId xmlns:a16="http://schemas.microsoft.com/office/drawing/2014/main" id="{389373A7-9A78-FE39-132B-26A7614B2001}"/>
              </a:ext>
            </a:extLst>
          </p:cNvPr>
          <p:cNvSpPr txBox="1">
            <a:spLocks/>
          </p:cNvSpPr>
          <p:nvPr/>
        </p:nvSpPr>
        <p:spPr>
          <a:xfrm>
            <a:off x="901854" y="3323505"/>
            <a:ext cx="4571600" cy="1094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r>
              <a:rPr lang="en" sz="2400" dirty="0">
                <a:solidFill>
                  <a:schemeClr val="accent2"/>
                </a:solidFill>
              </a:rPr>
              <a:t>the repo</a:t>
            </a:r>
            <a:endParaRPr lang="en-US" sz="2400" dirty="0">
              <a:solidFill>
                <a:schemeClr val="accent2"/>
              </a:solidFill>
            </a:endParaRPr>
          </a:p>
        </p:txBody>
      </p:sp>
      <p:sp>
        <p:nvSpPr>
          <p:cNvPr id="7" name="Title 1">
            <a:extLst>
              <a:ext uri="{FF2B5EF4-FFF2-40B4-BE49-F238E27FC236}">
                <a16:creationId xmlns:a16="http://schemas.microsoft.com/office/drawing/2014/main" id="{F4183DCF-9373-BFA8-6D83-70A305B99DB0}"/>
              </a:ext>
            </a:extLst>
          </p:cNvPr>
          <p:cNvSpPr txBox="1">
            <a:spLocks/>
          </p:cNvSpPr>
          <p:nvPr/>
        </p:nvSpPr>
        <p:spPr>
          <a:xfrm>
            <a:off x="901854" y="4230549"/>
            <a:ext cx="4571600" cy="73866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1800"/>
              <a:buFont typeface="Inter"/>
              <a:buNone/>
              <a:defRPr sz="3733" b="0" i="0" u="none" strike="noStrike" cap="none">
                <a:solidFill>
                  <a:schemeClr val="bg1"/>
                </a:solidFill>
                <a:latin typeface="Bebas Neue" panose="020B0606020202050201" pitchFamily="34" charset="77"/>
                <a:ea typeface="Inter"/>
                <a:cs typeface="Bebas Neue" panose="020B0606020202050201" pitchFamily="34" charset="77"/>
                <a:sym typeface="Inter"/>
              </a:defRPr>
            </a:lvl1pPr>
            <a:lvl2pPr marR="0" lvl="1"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2pPr>
            <a:lvl3pPr marR="0" lvl="2"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3pPr>
            <a:lvl4pPr marR="0" lvl="3"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4pPr>
            <a:lvl5pPr marR="0" lvl="4"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5pPr>
            <a:lvl6pPr marR="0" lvl="5"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6pPr>
            <a:lvl7pPr marR="0" lvl="6"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7pPr>
            <a:lvl8pPr marR="0" lvl="7"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8pPr>
            <a:lvl9pPr marR="0" lvl="8" algn="l" rtl="0">
              <a:lnSpc>
                <a:spcPct val="100000"/>
              </a:lnSpc>
              <a:spcBef>
                <a:spcPts val="0"/>
              </a:spcBef>
              <a:spcAft>
                <a:spcPts val="0"/>
              </a:spcAft>
              <a:buClr>
                <a:schemeClr val="lt2"/>
              </a:buClr>
              <a:buSzPts val="1800"/>
              <a:buFont typeface="Inter"/>
              <a:buNone/>
              <a:defRPr sz="2400" b="1" i="0" u="none" strike="noStrike" cap="none">
                <a:solidFill>
                  <a:schemeClr val="lt2"/>
                </a:solidFill>
                <a:latin typeface="Inter"/>
                <a:ea typeface="Inter"/>
                <a:cs typeface="Inter"/>
                <a:sym typeface="Inter"/>
              </a:defRPr>
            </a:lvl9pPr>
          </a:lstStyle>
          <a:p>
            <a:r>
              <a:rPr lang="en-US" sz="4800"/>
              <a:t>Follow</a:t>
            </a:r>
          </a:p>
        </p:txBody>
      </p:sp>
      <p:sp>
        <p:nvSpPr>
          <p:cNvPr id="8" name="Text Placeholder 2">
            <a:extLst>
              <a:ext uri="{FF2B5EF4-FFF2-40B4-BE49-F238E27FC236}">
                <a16:creationId xmlns:a16="http://schemas.microsoft.com/office/drawing/2014/main" id="{AF9CEDB1-18BD-E4D8-8CAA-A79216FD16B1}"/>
              </a:ext>
            </a:extLst>
          </p:cNvPr>
          <p:cNvSpPr txBox="1">
            <a:spLocks/>
          </p:cNvSpPr>
          <p:nvPr/>
        </p:nvSpPr>
        <p:spPr>
          <a:xfrm>
            <a:off x="901854" y="4805065"/>
            <a:ext cx="5950358" cy="71606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7938" marR="0" lvl="0" indent="0" algn="l" rtl="0">
              <a:lnSpc>
                <a:spcPct val="100000"/>
              </a:lnSpc>
              <a:spcBef>
                <a:spcPts val="0"/>
              </a:spcBef>
              <a:spcAft>
                <a:spcPts val="0"/>
              </a:spcAft>
              <a:buClrTx/>
              <a:buSzPct val="110000"/>
              <a:buFont typeface="Arial" panose="020B0604020202020204" pitchFamily="34" charset="0"/>
              <a:buNone/>
              <a:tabLst/>
              <a:defRPr sz="1600" b="0" i="0" u="none" strike="noStrike" cap="none">
                <a:solidFill>
                  <a:schemeClr val="bg1"/>
                </a:solidFill>
                <a:latin typeface="Open Sans" panose="020B0606030504020204" pitchFamily="34" charset="0"/>
                <a:ea typeface="Open Sans" panose="020B0606030504020204" pitchFamily="34" charset="0"/>
                <a:cs typeface="Open Sans" panose="020B0606030504020204" pitchFamily="34" charset="0"/>
                <a:sym typeface="Inter"/>
              </a:defRPr>
            </a:lvl1pPr>
            <a:lvl2pPr marL="1219170" marR="0" lvl="1"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2pPr>
            <a:lvl3pPr marL="1828754" marR="0" lvl="2"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3pPr>
            <a:lvl4pPr marL="2438339" marR="0" lvl="3"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4pPr>
            <a:lvl5pPr marL="3047924" marR="0" lvl="4"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5pPr>
            <a:lvl6pPr marL="3657509" marR="0" lvl="5"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6pPr>
            <a:lvl7pPr marL="4267093" marR="0" lvl="6"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7pPr>
            <a:lvl8pPr marL="4876678" marR="0" lvl="7"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8pPr>
            <a:lvl9pPr marL="5486263" marR="0" lvl="8" indent="-397923" algn="l" rtl="0">
              <a:lnSpc>
                <a:spcPct val="100000"/>
              </a:lnSpc>
              <a:spcBef>
                <a:spcPts val="0"/>
              </a:spcBef>
              <a:spcAft>
                <a:spcPts val="0"/>
              </a:spcAft>
              <a:buClr>
                <a:schemeClr val="lt2"/>
              </a:buClr>
              <a:buSzPts val="1100"/>
              <a:buFont typeface="Inter"/>
              <a:buChar char="■"/>
              <a:defRPr sz="1467" b="0" i="0" u="none" strike="noStrike" cap="none">
                <a:solidFill>
                  <a:schemeClr val="lt2"/>
                </a:solidFill>
                <a:latin typeface="Inter"/>
                <a:ea typeface="Inter"/>
                <a:cs typeface="Inter"/>
                <a:sym typeface="Inter"/>
              </a:defRPr>
            </a:lvl9pPr>
          </a:lstStyle>
          <a:p>
            <a:pPr marL="7620"/>
            <a:r>
              <a:rPr lang="en-US" sz="2400" dirty="0">
                <a:solidFill>
                  <a:schemeClr val="accent2"/>
                </a:solidFill>
                <a:latin typeface="Open Sans"/>
                <a:ea typeface="Open Sans"/>
                <a:cs typeface="Open Sans"/>
              </a:rPr>
              <a:t>the README</a:t>
            </a:r>
          </a:p>
        </p:txBody>
      </p:sp>
    </p:spTree>
    <p:extLst>
      <p:ext uri="{BB962C8B-B14F-4D97-AF65-F5344CB8AC3E}">
        <p14:creationId xmlns:p14="http://schemas.microsoft.com/office/powerpoint/2010/main" val="280704953"/>
      </p:ext>
    </p:extLst>
  </p:cSld>
  <p:clrMapOvr>
    <a:masterClrMapping/>
  </p:clrMapOvr>
</p:sld>
</file>

<file path=ppt/theme/theme1.xml><?xml version="1.0" encoding="utf-8"?>
<a:theme xmlns:a="http://schemas.openxmlformats.org/drawingml/2006/main" name="1_Itential">
  <a:themeElements>
    <a:clrScheme name="Custom 13">
      <a:dk1>
        <a:srgbClr val="00001E"/>
      </a:dk1>
      <a:lt1>
        <a:srgbClr val="FFFFFF"/>
      </a:lt1>
      <a:dk2>
        <a:srgbClr val="070C31"/>
      </a:dk2>
      <a:lt2>
        <a:srgbClr val="F2F6F6"/>
      </a:lt2>
      <a:accent1>
        <a:srgbClr val="0099FF"/>
      </a:accent1>
      <a:accent2>
        <a:srgbClr val="FF0095"/>
      </a:accent2>
      <a:accent3>
        <a:srgbClr val="AD0AFD"/>
      </a:accent3>
      <a:accent4>
        <a:srgbClr val="CCFF00"/>
      </a:accent4>
      <a:accent5>
        <a:srgbClr val="00F3DB"/>
      </a:accent5>
      <a:accent6>
        <a:srgbClr val="F36B20"/>
      </a:accent6>
      <a:hlink>
        <a:srgbClr val="0099FF"/>
      </a:hlink>
      <a:folHlink>
        <a:srgbClr val="1B93D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Itential">
  <a:themeElements>
    <a:clrScheme name="Custom 13">
      <a:dk1>
        <a:srgbClr val="00001E"/>
      </a:dk1>
      <a:lt1>
        <a:srgbClr val="FFFFFF"/>
      </a:lt1>
      <a:dk2>
        <a:srgbClr val="070C31"/>
      </a:dk2>
      <a:lt2>
        <a:srgbClr val="F2F6F6"/>
      </a:lt2>
      <a:accent1>
        <a:srgbClr val="0099FF"/>
      </a:accent1>
      <a:accent2>
        <a:srgbClr val="FF0095"/>
      </a:accent2>
      <a:accent3>
        <a:srgbClr val="AD0AFD"/>
      </a:accent3>
      <a:accent4>
        <a:srgbClr val="CCFF00"/>
      </a:accent4>
      <a:accent5>
        <a:srgbClr val="00F3DB"/>
      </a:accent5>
      <a:accent6>
        <a:srgbClr val="F36B20"/>
      </a:accent6>
      <a:hlink>
        <a:srgbClr val="0099FF"/>
      </a:hlink>
      <a:folHlink>
        <a:srgbClr val="1B93D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Itential">
  <a:themeElements>
    <a:clrScheme name="Custom 13">
      <a:dk1>
        <a:srgbClr val="00001E"/>
      </a:dk1>
      <a:lt1>
        <a:srgbClr val="FFFFFF"/>
      </a:lt1>
      <a:dk2>
        <a:srgbClr val="070C31"/>
      </a:dk2>
      <a:lt2>
        <a:srgbClr val="F2F6F6"/>
      </a:lt2>
      <a:accent1>
        <a:srgbClr val="0099FF"/>
      </a:accent1>
      <a:accent2>
        <a:srgbClr val="FF0095"/>
      </a:accent2>
      <a:accent3>
        <a:srgbClr val="AD0AFD"/>
      </a:accent3>
      <a:accent4>
        <a:srgbClr val="CCFF00"/>
      </a:accent4>
      <a:accent5>
        <a:srgbClr val="00F3DB"/>
      </a:accent5>
      <a:accent6>
        <a:srgbClr val="F36B20"/>
      </a:accent6>
      <a:hlink>
        <a:srgbClr val="0099FF"/>
      </a:hlink>
      <a:folHlink>
        <a:srgbClr val="1B93D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Itential 2025">
      <a:dk1>
        <a:srgbClr val="00001E"/>
      </a:dk1>
      <a:lt1>
        <a:srgbClr val="FFFFFF"/>
      </a:lt1>
      <a:dk2>
        <a:srgbClr val="00001E"/>
      </a:dk2>
      <a:lt2>
        <a:srgbClr val="FFFFFF"/>
      </a:lt2>
      <a:accent1>
        <a:srgbClr val="0099FF"/>
      </a:accent1>
      <a:accent2>
        <a:srgbClr val="FF0095"/>
      </a:accent2>
      <a:accent3>
        <a:srgbClr val="00001E"/>
      </a:accent3>
      <a:accent4>
        <a:srgbClr val="E8EDF2"/>
      </a:accent4>
      <a:accent5>
        <a:srgbClr val="0099FF"/>
      </a:accent5>
      <a:accent6>
        <a:srgbClr val="F0F4F8"/>
      </a:accent6>
      <a:hlink>
        <a:srgbClr val="0099FF"/>
      </a:hlink>
      <a:folHlink>
        <a:srgbClr val="1B93D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2401</Words>
  <Application>Microsoft Office PowerPoint</Application>
  <PresentationFormat>Widescreen</PresentationFormat>
  <Paragraphs>322</Paragraphs>
  <Slides>56</Slides>
  <Notes>5</Notes>
  <HiddenSlides>0</HiddenSlides>
  <MMClips>0</MMClips>
  <ScaleCrop>false</ScaleCrop>
  <HeadingPairs>
    <vt:vector size="4" baseType="variant">
      <vt:variant>
        <vt:lpstr>Theme</vt:lpstr>
      </vt:variant>
      <vt:variant>
        <vt:i4>3</vt:i4>
      </vt:variant>
      <vt:variant>
        <vt:lpstr>Slide Titles</vt:lpstr>
      </vt:variant>
      <vt:variant>
        <vt:i4>56</vt:i4>
      </vt:variant>
    </vt:vector>
  </HeadingPairs>
  <TitlesOfParts>
    <vt:vector size="59" baseType="lpstr">
      <vt:lpstr>1_Itential</vt:lpstr>
      <vt:lpstr>2_Itential</vt:lpstr>
      <vt:lpstr>3_Itential</vt:lpstr>
      <vt:lpstr>Starting Your Journey With Retrieval Augmented Generation</vt:lpstr>
      <vt:lpstr>Rag lecture agenda</vt:lpstr>
      <vt:lpstr>PowerPoint Presentation</vt:lpstr>
      <vt:lpstr>AI 1.0: GUI / REST API</vt:lpstr>
      <vt:lpstr>AI 1.5: Retrieval Approaches</vt:lpstr>
      <vt:lpstr>AI 2.0: ReACT Agents (AI Agents)</vt:lpstr>
      <vt:lpstr>6 Steps of Retrieval Augmented Generation</vt:lpstr>
      <vt:lpstr>PowerPoint Presentation</vt:lpstr>
      <vt:lpstr>01 Source</vt:lpstr>
      <vt:lpstr>02 Load</vt:lpstr>
      <vt:lpstr>03 split (transform)</vt:lpstr>
      <vt:lpstr>03 split (transform)</vt:lpstr>
      <vt:lpstr>04 Embed</vt:lpstr>
      <vt:lpstr>PowerPoint Presentation</vt:lpstr>
      <vt:lpstr>05 store</vt:lpstr>
      <vt:lpstr>06 Retrieve</vt:lpstr>
      <vt:lpstr>RAG</vt:lpstr>
      <vt:lpstr>People ask stupid questions!</vt:lpstr>
      <vt:lpstr>PowerPoint Presentation</vt:lpstr>
      <vt:lpstr>Multi-query: Augment the prompt</vt:lpstr>
      <vt:lpstr>RAG</vt:lpstr>
      <vt:lpstr>Reciprocal Re-Ranking</vt:lpstr>
      <vt:lpstr>Synthetic Answers</vt:lpstr>
      <vt:lpstr>RAG-Fusion</vt:lpstr>
      <vt:lpstr>RAPTOR</vt:lpstr>
      <vt:lpstr>The drawbacks of RAG</vt:lpstr>
      <vt:lpstr>Look familiar?</vt:lpstr>
      <vt:lpstr>PowerPoint Presentation</vt:lpstr>
      <vt:lpstr>Document RAPTOR</vt:lpstr>
      <vt:lpstr>Graph rag</vt:lpstr>
      <vt:lpstr>Knowledge Graphs</vt:lpstr>
      <vt:lpstr>** Warning **</vt:lpstr>
      <vt:lpstr>graphRAG is *very* expensive</vt:lpstr>
      <vt:lpstr>TAG</vt:lpstr>
      <vt:lpstr>Beyond Text2SQL</vt:lpstr>
      <vt:lpstr>Text2SQL is Not Enough: Unifying AI and Databases with TAG</vt:lpstr>
      <vt:lpstr>RAFT</vt:lpstr>
      <vt:lpstr>Fine-Tuning: We can teach models</vt:lpstr>
      <vt:lpstr>We can, recursively, use RAG to Fine Tune</vt:lpstr>
      <vt:lpstr>HuggingFace</vt:lpstr>
      <vt:lpstr>Agentic RAG</vt:lpstr>
      <vt:lpstr>Agentic RAG</vt:lpstr>
      <vt:lpstr>AI Agents</vt:lpstr>
      <vt:lpstr>PowerPoint Presentation</vt:lpstr>
      <vt:lpstr>Questions?</vt:lpstr>
      <vt:lpstr>Resources</vt:lpstr>
      <vt:lpstr>Before we do the Labs I have good / bad news</vt:lpstr>
      <vt:lpstr>PowerPoint Presentation</vt:lpstr>
      <vt:lpstr>PowerPoint Presentation</vt:lpstr>
      <vt:lpstr>PowerPoint Presentation</vt:lpstr>
      <vt:lpstr>TOON</vt:lpstr>
      <vt:lpstr>Reduce tokens with this new format</vt:lpstr>
      <vt:lpstr>Personal testing results</vt:lpstr>
      <vt:lpstr>RAG Lab Agenda</vt:lpstr>
      <vt:lpstr>Labs: Getting started</vt:lpstr>
      <vt:lpstr>visit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Megan Burgwald</cp:lastModifiedBy>
  <cp:revision>4</cp:revision>
  <dcterms:modified xsi:type="dcterms:W3CDTF">2026-05-26T16:31:59Z</dcterms:modified>
</cp:coreProperties>
</file>