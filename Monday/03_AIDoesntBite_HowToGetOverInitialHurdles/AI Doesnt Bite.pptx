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40" r:id="rId1"/>
    <p:sldMasterId id="2147483828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147473423" r:id="rId10"/>
    <p:sldId id="2147473424" r:id="rId11"/>
    <p:sldId id="2147473425" r:id="rId12"/>
    <p:sldId id="2147473426" r:id="rId13"/>
    <p:sldId id="2147473427" r:id="rId14"/>
    <p:sldId id="2147473428" r:id="rId15"/>
    <p:sldId id="2147473429" r:id="rId16"/>
    <p:sldId id="2147473430" r:id="rId17"/>
    <p:sldId id="2147473431" r:id="rId18"/>
    <p:sldId id="2147473432" r:id="rId19"/>
    <p:sldId id="2147473433" r:id="rId20"/>
    <p:sldId id="2147473434" r:id="rId21"/>
    <p:sldId id="2147473435" r:id="rId22"/>
    <p:sldId id="2147473436" r:id="rId23"/>
    <p:sldId id="2147473437" r:id="rId24"/>
    <p:sldId id="2147473438" r:id="rId25"/>
    <p:sldId id="2147473439" r:id="rId26"/>
    <p:sldId id="2147473440" r:id="rId27"/>
    <p:sldId id="2147473441" r:id="rId28"/>
    <p:sldId id="2147473442" r:id="rId29"/>
    <p:sldId id="2147473443" r:id="rId30"/>
    <p:sldId id="2147473444" r:id="rId31"/>
    <p:sldId id="2147473445" r:id="rId32"/>
    <p:sldId id="2147473446" r:id="rId33"/>
    <p:sldId id="2147473449" r:id="rId34"/>
    <p:sldId id="2147473447" r:id="rId35"/>
    <p:sldId id="2147473448" r:id="rId36"/>
  </p:sldIdLst>
  <p:sldSz cx="12192000" cy="6858000"/>
  <p:notesSz cx="6858000" cy="9144000"/>
  <p:embeddedFontLst>
    <p:embeddedFont>
      <p:font typeface="Bebas Neue" panose="020B0606020202050201" pitchFamily="34" charset="77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DM Sans" pitchFamily="2" charset="77"/>
      <p:regular r:id="rId43"/>
      <p:bold r:id="rId44"/>
      <p:italic r:id="rId45"/>
      <p:boldItalic r:id="rId46"/>
    </p:embeddedFont>
    <p:embeddedFont>
      <p:font typeface="DM Sans 14pt" pitchFamily="2" charset="77"/>
      <p:regular r:id="rId47"/>
      <p:bold r:id="rId48"/>
      <p:italic r:id="rId49"/>
      <p:boldItalic r:id="rId50"/>
    </p:embeddedFont>
    <p:embeddedFont>
      <p:font typeface="DM Sans 14pt Medium" pitchFamily="2" charset="77"/>
      <p:regular r:id="rId51"/>
      <p:italic r:id="rId52"/>
    </p:embeddedFont>
    <p:embeddedFont>
      <p:font typeface="DM Sans 14pt SemiBold" pitchFamily="2" charset="77"/>
      <p:regular r:id="rId53"/>
      <p:bold r:id="rId54"/>
      <p:italic r:id="rId55"/>
      <p:boldItalic r:id="rId56"/>
    </p:embeddedFont>
    <p:embeddedFont>
      <p:font typeface="Inter" panose="02000503000000020004" pitchFamily="2" charset="0"/>
      <p:regular r:id="rId57"/>
      <p:bold r:id="rId58"/>
      <p:italic r:id="rId59"/>
      <p:boldItalic r:id="rId60"/>
    </p:embeddedFont>
    <p:embeddedFont>
      <p:font typeface="Inter Medium" panose="020F0502020204030204" pitchFamily="34" charset="0"/>
      <p:regular r:id="rId61"/>
      <p:bold r:id="rId62"/>
      <p:italic r:id="rId63"/>
      <p:boldItalic r:id="rId64"/>
    </p:embeddedFont>
    <p:embeddedFont>
      <p:font typeface="Inter SemiBold" panose="020F0502020204030204" pitchFamily="34" charset="0"/>
      <p:regular r:id="rId65"/>
      <p:bold r:id="rId66"/>
      <p:italic r:id="rId67"/>
      <p:boldItalic r:id="rId68"/>
    </p:embeddedFont>
    <p:embeddedFont>
      <p:font typeface="JetBrains Mono" panose="02000009000000000000" pitchFamily="49" charset="0"/>
      <p:regular r:id="rId69"/>
      <p:bold r:id="rId70"/>
      <p:italic r:id="rId71"/>
      <p:boldItalic r:id="rId72"/>
    </p:embeddedFont>
    <p:embeddedFont>
      <p:font typeface="JetBrains Mono ExtraBold" panose="020F0502020204030204" pitchFamily="34" charset="0"/>
      <p:bold r:id="rId73"/>
      <p:italic r:id="rId74"/>
      <p:boldItalic r:id="rId75"/>
    </p:embeddedFont>
    <p:embeddedFont>
      <p:font typeface="JetBrains Mono Medium" panose="020F0502020204030204" pitchFamily="34" charset="0"/>
      <p:regular r:id="rId76"/>
      <p:bold r:id="rId77"/>
      <p:italic r:id="rId78"/>
      <p:boldItalic r:id="rId79"/>
    </p:embeddedFont>
    <p:embeddedFont>
      <p:font typeface="JetBrains Mono SemiBold" panose="020F0502020204030204" pitchFamily="34" charset="0"/>
      <p:regular r:id="rId80"/>
      <p:bold r:id="rId81"/>
      <p:italic r:id="rId82"/>
      <p:boldItalic r:id="rId83"/>
    </p:embeddedFont>
    <p:embeddedFont>
      <p:font typeface="Open Sans" panose="020B0606030504020204" pitchFamily="34" charset="0"/>
      <p:regular r:id="rId84"/>
      <p:bold r:id="rId85"/>
      <p:italic r:id="rId86"/>
      <p:boldItalic r:id="rId87"/>
    </p:embeddedFont>
    <p:embeddedFont>
      <p:font typeface="Open Sans Extrabold" panose="020B0606030504020204" pitchFamily="34" charset="0"/>
      <p:bold r:id="rId88"/>
      <p:italic r:id="rId89"/>
      <p:boldItalic r:id="rId90"/>
    </p:embeddedFont>
    <p:embeddedFont>
      <p:font typeface="Open Sans Light" panose="020B0306030504020204" pitchFamily="34" charset="0"/>
      <p:regular r:id="rId91"/>
      <p: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1EC180-500D-4391-9AB7-3260FDF59E6C}">
  <a:tblStyle styleId="{C21EC180-500D-4391-9AB7-3260FDF59E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04"/>
    <p:restoredTop sz="96301"/>
  </p:normalViewPr>
  <p:slideViewPr>
    <p:cSldViewPr snapToGrid="0">
      <p:cViewPr varScale="1">
        <p:scale>
          <a:sx n="123" d="100"/>
          <a:sy n="123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63" Type="http://schemas.openxmlformats.org/officeDocument/2006/relationships/font" Target="fonts/font26.fntdata"/><Relationship Id="rId68" Type="http://schemas.openxmlformats.org/officeDocument/2006/relationships/font" Target="fonts/font31.fntdata"/><Relationship Id="rId84" Type="http://schemas.openxmlformats.org/officeDocument/2006/relationships/font" Target="fonts/font47.fntdata"/><Relationship Id="rId89" Type="http://schemas.openxmlformats.org/officeDocument/2006/relationships/font" Target="fonts/font52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74" Type="http://schemas.openxmlformats.org/officeDocument/2006/relationships/font" Target="fonts/font37.fntdata"/><Relationship Id="rId79" Type="http://schemas.openxmlformats.org/officeDocument/2006/relationships/font" Target="fonts/font42.fntdata"/><Relationship Id="rId5" Type="http://schemas.openxmlformats.org/officeDocument/2006/relationships/slide" Target="slides/slide3.xml"/><Relationship Id="rId90" Type="http://schemas.openxmlformats.org/officeDocument/2006/relationships/font" Target="fonts/font53.fntdata"/><Relationship Id="rId95" Type="http://schemas.openxmlformats.org/officeDocument/2006/relationships/theme" Target="theme/theme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64" Type="http://schemas.openxmlformats.org/officeDocument/2006/relationships/font" Target="fonts/font27.fntdata"/><Relationship Id="rId69" Type="http://schemas.openxmlformats.org/officeDocument/2006/relationships/font" Target="fonts/font32.fntdata"/><Relationship Id="rId8" Type="http://schemas.openxmlformats.org/officeDocument/2006/relationships/slide" Target="slides/slide6.xml"/><Relationship Id="rId51" Type="http://schemas.openxmlformats.org/officeDocument/2006/relationships/font" Target="fonts/font14.fntdata"/><Relationship Id="rId72" Type="http://schemas.openxmlformats.org/officeDocument/2006/relationships/font" Target="fonts/font35.fntdata"/><Relationship Id="rId80" Type="http://schemas.openxmlformats.org/officeDocument/2006/relationships/font" Target="fonts/font43.fntdata"/><Relationship Id="rId85" Type="http://schemas.openxmlformats.org/officeDocument/2006/relationships/font" Target="fonts/font48.fntdata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67" Type="http://schemas.openxmlformats.org/officeDocument/2006/relationships/font" Target="fonts/font30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70" Type="http://schemas.openxmlformats.org/officeDocument/2006/relationships/font" Target="fonts/font33.fntdata"/><Relationship Id="rId75" Type="http://schemas.openxmlformats.org/officeDocument/2006/relationships/font" Target="fonts/font38.fntdata"/><Relationship Id="rId83" Type="http://schemas.openxmlformats.org/officeDocument/2006/relationships/font" Target="fonts/font46.fntdata"/><Relationship Id="rId88" Type="http://schemas.openxmlformats.org/officeDocument/2006/relationships/font" Target="fonts/font51.fntdata"/><Relationship Id="rId91" Type="http://schemas.openxmlformats.org/officeDocument/2006/relationships/font" Target="fonts/font54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font" Target="fonts/font28.fntdata"/><Relationship Id="rId73" Type="http://schemas.openxmlformats.org/officeDocument/2006/relationships/font" Target="fonts/font36.fntdata"/><Relationship Id="rId78" Type="http://schemas.openxmlformats.org/officeDocument/2006/relationships/font" Target="fonts/font41.fntdata"/><Relationship Id="rId81" Type="http://schemas.openxmlformats.org/officeDocument/2006/relationships/font" Target="fonts/font44.fntdata"/><Relationship Id="rId86" Type="http://schemas.openxmlformats.org/officeDocument/2006/relationships/font" Target="fonts/font49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font" Target="fonts/font2.fntdata"/><Relationship Id="rId34" Type="http://schemas.openxmlformats.org/officeDocument/2006/relationships/slide" Target="slides/slide32.xml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76" Type="http://schemas.openxmlformats.org/officeDocument/2006/relationships/font" Target="fonts/font39.fntdata"/><Relationship Id="rId7" Type="http://schemas.openxmlformats.org/officeDocument/2006/relationships/slide" Target="slides/slide5.xml"/><Relationship Id="rId71" Type="http://schemas.openxmlformats.org/officeDocument/2006/relationships/font" Target="fonts/font34.fntdata"/><Relationship Id="rId92" Type="http://schemas.openxmlformats.org/officeDocument/2006/relationships/font" Target="fonts/font5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66" Type="http://schemas.openxmlformats.org/officeDocument/2006/relationships/font" Target="fonts/font29.fntdata"/><Relationship Id="rId87" Type="http://schemas.openxmlformats.org/officeDocument/2006/relationships/font" Target="fonts/font50.fntdata"/><Relationship Id="rId61" Type="http://schemas.openxmlformats.org/officeDocument/2006/relationships/font" Target="fonts/font24.fntdata"/><Relationship Id="rId82" Type="http://schemas.openxmlformats.org/officeDocument/2006/relationships/font" Target="fonts/font4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font" Target="fonts/font19.fntdata"/><Relationship Id="rId77" Type="http://schemas.openxmlformats.org/officeDocument/2006/relationships/font" Target="fonts/font4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>
          <a:extLst>
            <a:ext uri="{FF2B5EF4-FFF2-40B4-BE49-F238E27FC236}">
              <a16:creationId xmlns:a16="http://schemas.microsoft.com/office/drawing/2014/main" id="{03F3E683-E811-FD10-FE7F-761869AD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10331470e32_0_901:notes">
            <a:extLst>
              <a:ext uri="{FF2B5EF4-FFF2-40B4-BE49-F238E27FC236}">
                <a16:creationId xmlns:a16="http://schemas.microsoft.com/office/drawing/2014/main" id="{49F8FB37-A52B-907D-941C-0165B667C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10331470e32_0_901:notes">
            <a:extLst>
              <a:ext uri="{FF2B5EF4-FFF2-40B4-BE49-F238E27FC236}">
                <a16:creationId xmlns:a16="http://schemas.microsoft.com/office/drawing/2014/main" id="{D91BCFA2-908B-8D3D-8939-127E356017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382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Navy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Navy-Grid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Navy Grid Pink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585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Navy-BottomGrid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27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01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32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SpeakerSlide02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6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SpeakerSlide03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SpeakerSlide04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SpeakerSlide05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43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InnerTitleSlide_Navy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InnerTitleSlide_Whit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5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-Navy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17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Quarter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80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HalfSplit-Whit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63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-Navy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-White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04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-Alt-Navy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84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TitleOnly-NavyWhit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797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White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09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Text Heavy-2Col-Navy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05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42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8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HalfSplit-White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20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-NavyWhite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  <p15:guide id="3" pos="721" userDrawn="1">
          <p15:clr>
            <a:schemeClr val="accent6"/>
          </p15:clr>
        </p15:guide>
        <p15:guide id="4" pos="6959" userDrawn="1">
          <p15:clr>
            <a:schemeClr val="accent6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 Bar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1456146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White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94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Blank-Navy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5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-White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2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-Navy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54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-White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36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-Navy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40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-White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037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-Navy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613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-Whit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375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-Navy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131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-Navy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61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-White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40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Half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620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5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2246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26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540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-White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08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-Navy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46854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320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-Whit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2141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-Navy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16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6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F0095"/>
          </p15:clr>
        </p15:guide>
        <p15:guide id="2" orient="horz" pos="959" userDrawn="1">
          <p15:clr>
            <a:srgbClr val="FF0095"/>
          </p15:clr>
        </p15:guide>
        <p15:guide id="3" orient="horz" pos="1199" userDrawn="1">
          <p15:clr>
            <a:srgbClr val="FF0095"/>
          </p15:clr>
        </p15:guide>
        <p15:guide id="4" orient="horz" pos="1440" userDrawn="1">
          <p15:clr>
            <a:srgbClr val="FF0095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Blank-Gradient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847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Blank-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085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18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966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-Whit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3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-Navy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165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6286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-White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7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-Navy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7677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-White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96485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-Navy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564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-White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2835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-Navy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9913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White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2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Title with Grid 3 Quarters-Navy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370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White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039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-Navy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626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5Box Grid BG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348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Bento-GridBG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4896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Grid Callout Slide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103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Navy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7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Whit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773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0517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7736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Navy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2412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-White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8011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Navy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33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6522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-White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71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-Navy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6273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855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grid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4805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0439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84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0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chemeClr val="accent6"/>
          </p15:clr>
        </p15:guide>
        <p15:guide id="2" pos="4323" userDrawn="1">
          <p15:clr>
            <a:schemeClr val="accent6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274791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userDrawn="1">
  <p:cSld name="2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1549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" preserve="1">
  <p:cSld name="01_TitleSlide_Blue">
    <p:bg>
      <p:bgPr>
        <a:solidFill>
          <a:schemeClr val="tx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subTitle" idx="1"/>
          </p:nvPr>
        </p:nvSpPr>
        <p:spPr>
          <a:xfrm>
            <a:off x="638500" y="1160233"/>
            <a:ext cx="454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JetBrains Mono"/>
              <a:buNone/>
              <a:defRPr sz="1733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JetBrains Mono"/>
              <a:buNone/>
              <a:defRPr sz="1600">
                <a:solidFill>
                  <a:srgbClr val="00001E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8" name="Google Shape;8;p2"/>
          <p:cNvSpPr txBox="1">
            <a:spLocks noGrp="1"/>
          </p:cNvSpPr>
          <p:nvPr>
            <p:ph type="title"/>
          </p:nvPr>
        </p:nvSpPr>
        <p:spPr>
          <a:xfrm>
            <a:off x="638500" y="1803333"/>
            <a:ext cx="7152000" cy="29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nter"/>
              <a:buNone/>
              <a:defRPr sz="72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58AA2F5-FD4F-95AE-6AC7-A881A1E355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5697767"/>
            <a:ext cx="1841009" cy="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3854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 1" preserve="1">
  <p:cSld name="01_TitleSlide_Black 1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638500" y="845600"/>
            <a:ext cx="4568800" cy="3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38500" y="1312133"/>
            <a:ext cx="10801600" cy="20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Inter"/>
              <a:buNone/>
              <a:defRPr sz="66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DM Sans"/>
              <a:buNone/>
              <a:defRPr sz="48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6CD7C8-327E-5F0A-F7F0-227A7769A8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501" y="4160016"/>
            <a:ext cx="1841009" cy="549987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2E0592F6-6538-A264-2200-99E1F1B590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2602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ue2" preserve="1">
  <p:cSld name="01_TitleSlide_Blue2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069007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Black2" preserve="1" userDrawn="1">
  <p:cSld name="01_TitleSlide_Black2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602237" y="1638367"/>
            <a:ext cx="7152000" cy="2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" name="Google Shape;27;p6">
            <a:extLst>
              <a:ext uri="{FF2B5EF4-FFF2-40B4-BE49-F238E27FC236}">
                <a16:creationId xmlns:a16="http://schemas.microsoft.com/office/drawing/2014/main" id="{9234CE04-3F00-9581-BBED-882ADF136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8636" y="3891704"/>
            <a:ext cx="7142800" cy="16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48E2C95-8F92-25CF-FC6D-2520B3C57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17" r="5354" b="84382"/>
          <a:stretch>
            <a:fillRect/>
          </a:stretch>
        </p:blipFill>
        <p:spPr>
          <a:xfrm>
            <a:off x="1" y="5116182"/>
            <a:ext cx="12192000" cy="179243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E235D16-DA19-F83B-7FDF-DD7F21151A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670092"/>
            <a:ext cx="1891956" cy="56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149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Blue" preserve="1">
  <p:cSld name="05_SpeakerSlide_Blue">
    <p:bg>
      <p:bgPr>
        <a:solidFill>
          <a:schemeClr val="tx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38867" y="963500"/>
            <a:ext cx="57704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2"/>
          </p:nvPr>
        </p:nvSpPr>
        <p:spPr>
          <a:xfrm>
            <a:off x="8094433" y="2431933"/>
            <a:ext cx="265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subTitle" idx="3"/>
          </p:nvPr>
        </p:nvSpPr>
        <p:spPr>
          <a:xfrm>
            <a:off x="8094445" y="27971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pic" idx="4"/>
          </p:nvPr>
        </p:nvSpPr>
        <p:spPr>
          <a:xfrm>
            <a:off x="8094437" y="9634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Google Shape;41;p8"/>
          <p:cNvSpPr txBox="1">
            <a:spLocks noGrp="1"/>
          </p:cNvSpPr>
          <p:nvPr>
            <p:ph type="subTitle" idx="5"/>
          </p:nvPr>
        </p:nvSpPr>
        <p:spPr>
          <a:xfrm>
            <a:off x="8094433" y="5227033"/>
            <a:ext cx="2706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ubTitle" idx="6"/>
          </p:nvPr>
        </p:nvSpPr>
        <p:spPr>
          <a:xfrm>
            <a:off x="8094445" y="55922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>
            <a:spLocks noGrp="1"/>
          </p:cNvSpPr>
          <p:nvPr>
            <p:ph type="pic" idx="7"/>
          </p:nvPr>
        </p:nvSpPr>
        <p:spPr>
          <a:xfrm>
            <a:off x="8094437" y="3758587"/>
            <a:ext cx="1168000" cy="11680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5B95795-7C29-F017-9AC2-8F4E8BBD287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17280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6FABB7-CE29-173E-772F-E7CDAEB51B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7447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preserve="1">
  <p:cSld name="Custom Layout 1">
    <p:bg>
      <p:bgPr>
        <a:solidFill>
          <a:schemeClr val="tx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>
            <a:spLocks noGrp="1"/>
          </p:cNvSpPr>
          <p:nvPr>
            <p:ph type="pic" idx="2"/>
          </p:nvPr>
        </p:nvSpPr>
        <p:spPr>
          <a:xfrm>
            <a:off x="77301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9"/>
          <p:cNvSpPr>
            <a:spLocks noGrp="1"/>
          </p:cNvSpPr>
          <p:nvPr>
            <p:ph type="pic" idx="3"/>
          </p:nvPr>
        </p:nvSpPr>
        <p:spPr>
          <a:xfrm>
            <a:off x="41189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38871" y="963512"/>
            <a:ext cx="7152000" cy="19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4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JetBrains Mono"/>
              <a:buNone/>
              <a:defRPr sz="1733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 b="1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4"/>
          </p:nvPr>
        </p:nvSpPr>
        <p:spPr>
          <a:xfrm>
            <a:off x="5077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5"/>
          </p:nvPr>
        </p:nvSpPr>
        <p:spPr>
          <a:xfrm>
            <a:off x="5077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>
            <a:spLocks noGrp="1"/>
          </p:cNvSpPr>
          <p:nvPr>
            <p:ph type="pic" idx="6"/>
          </p:nvPr>
        </p:nvSpPr>
        <p:spPr>
          <a:xfrm>
            <a:off x="507704" y="3071753"/>
            <a:ext cx="1168000" cy="11680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7"/>
          </p:nvPr>
        </p:nvSpPr>
        <p:spPr>
          <a:xfrm>
            <a:off x="41189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8"/>
          </p:nvPr>
        </p:nvSpPr>
        <p:spPr>
          <a:xfrm>
            <a:off x="41189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9"/>
          </p:nvPr>
        </p:nvSpPr>
        <p:spPr>
          <a:xfrm>
            <a:off x="7730100" y="4438600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nter Medium"/>
              <a:buNone/>
              <a:defRPr sz="2133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ubTitle" idx="13"/>
          </p:nvPr>
        </p:nvSpPr>
        <p:spPr>
          <a:xfrm>
            <a:off x="7730112" y="5191079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"/>
              <a:buNone/>
              <a:defRPr sz="1333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4A4E1-6468-5D96-0072-9FA802E7017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EF75230-4955-CCC9-BE15-069A33AC6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2013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Gray" preserve="1">
  <p:cSld name="05_SpeakerSlide_Gray">
    <p:bg>
      <p:bgPr>
        <a:solidFill>
          <a:schemeClr val="tx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>
            <a:spLocks noGrp="1"/>
          </p:cNvSpPr>
          <p:nvPr>
            <p:ph type="subTitle" idx="1"/>
          </p:nvPr>
        </p:nvSpPr>
        <p:spPr>
          <a:xfrm>
            <a:off x="5077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438871" y="947563"/>
            <a:ext cx="7152000" cy="1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48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ubTitle" idx="2"/>
          </p:nvPr>
        </p:nvSpPr>
        <p:spPr>
          <a:xfrm>
            <a:off x="5077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3"/>
          </p:nvPr>
        </p:nvSpPr>
        <p:spPr>
          <a:xfrm>
            <a:off x="438871" y="457200"/>
            <a:ext cx="5152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Font typeface="JetBrains Mono"/>
              <a:buNone/>
              <a:defRPr sz="1733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300"/>
              <a:buNone/>
              <a:defRPr sz="1733">
                <a:solidFill>
                  <a:srgbClr val="0099FF"/>
                </a:solidFill>
              </a:defRPr>
            </a:lvl9pPr>
          </a:lstStyle>
          <a:p>
            <a:endParaRPr dirty="0"/>
          </a:p>
        </p:txBody>
      </p:sp>
      <p:sp>
        <p:nvSpPr>
          <p:cNvPr id="64" name="Google Shape;64;p10"/>
          <p:cNvSpPr>
            <a:spLocks noGrp="1"/>
          </p:cNvSpPr>
          <p:nvPr>
            <p:ph type="pic" idx="4"/>
          </p:nvPr>
        </p:nvSpPr>
        <p:spPr>
          <a:xfrm>
            <a:off x="5076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5"/>
          </p:nvPr>
        </p:nvSpPr>
        <p:spPr>
          <a:xfrm>
            <a:off x="28066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6"/>
          </p:nvPr>
        </p:nvSpPr>
        <p:spPr>
          <a:xfrm>
            <a:off x="28066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7"/>
          </p:nvPr>
        </p:nvSpPr>
        <p:spPr>
          <a:xfrm>
            <a:off x="28066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8"/>
          </p:nvPr>
        </p:nvSpPr>
        <p:spPr>
          <a:xfrm>
            <a:off x="5165567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ubTitle" idx="9"/>
          </p:nvPr>
        </p:nvSpPr>
        <p:spPr>
          <a:xfrm>
            <a:off x="5165579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13"/>
          </p:nvPr>
        </p:nvSpPr>
        <p:spPr>
          <a:xfrm>
            <a:off x="5165551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subTitle" idx="14"/>
          </p:nvPr>
        </p:nvSpPr>
        <p:spPr>
          <a:xfrm>
            <a:off x="7524500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ubTitle" idx="15"/>
          </p:nvPr>
        </p:nvSpPr>
        <p:spPr>
          <a:xfrm>
            <a:off x="7524512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16"/>
          </p:nvPr>
        </p:nvSpPr>
        <p:spPr>
          <a:xfrm>
            <a:off x="7524484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Google Shape;74;p10"/>
          <p:cNvSpPr txBox="1">
            <a:spLocks noGrp="1"/>
          </p:cNvSpPr>
          <p:nvPr>
            <p:ph type="subTitle" idx="17"/>
          </p:nvPr>
        </p:nvSpPr>
        <p:spPr>
          <a:xfrm>
            <a:off x="9883433" y="4593467"/>
            <a:ext cx="176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Medium"/>
              <a:buNone/>
              <a:defRPr sz="21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ubTitle" idx="18"/>
          </p:nvPr>
        </p:nvSpPr>
        <p:spPr>
          <a:xfrm>
            <a:off x="9883445" y="5345945"/>
            <a:ext cx="182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333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>
            <a:spLocks noGrp="1"/>
          </p:cNvSpPr>
          <p:nvPr>
            <p:ph type="pic" idx="19"/>
          </p:nvPr>
        </p:nvSpPr>
        <p:spPr>
          <a:xfrm>
            <a:off x="9883417" y="3428984"/>
            <a:ext cx="965600" cy="965600"/>
          </a:xfrm>
          <a:prstGeom prst="roundRect">
            <a:avLst>
              <a:gd name="adj" fmla="val 6361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CDC17-0E4F-3FC2-ED8A-A367509C724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C69F84-6907-EB6A-28AB-48B490963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842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4Speakers" preserve="1">
  <p:cSld name="05_SpeakerSlide_4Speakers">
    <p:bg>
      <p:bgPr>
        <a:solidFill>
          <a:schemeClr val="tx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>
            <a:spLocks noGrp="1"/>
          </p:cNvSpPr>
          <p:nvPr>
            <p:ph type="pic" idx="2"/>
          </p:nvPr>
        </p:nvSpPr>
        <p:spPr>
          <a:xfrm>
            <a:off x="440367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2122689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2" name="Google Shape;82;p11"/>
          <p:cNvSpPr txBox="1">
            <a:spLocks noGrp="1"/>
          </p:cNvSpPr>
          <p:nvPr>
            <p:ph type="subTitle" idx="3"/>
          </p:nvPr>
        </p:nvSpPr>
        <p:spPr>
          <a:xfrm>
            <a:off x="2122689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5" name="Google Shape;85;p11"/>
          <p:cNvSpPr>
            <a:spLocks noGrp="1"/>
          </p:cNvSpPr>
          <p:nvPr>
            <p:ph type="pic" idx="5"/>
          </p:nvPr>
        </p:nvSpPr>
        <p:spPr>
          <a:xfrm>
            <a:off x="440367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6"/>
          </p:nvPr>
        </p:nvSpPr>
        <p:spPr>
          <a:xfrm>
            <a:off x="2122689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87" name="Google Shape;87;p11"/>
          <p:cNvSpPr txBox="1">
            <a:spLocks noGrp="1"/>
          </p:cNvSpPr>
          <p:nvPr>
            <p:ph type="subTitle" idx="7"/>
          </p:nvPr>
        </p:nvSpPr>
        <p:spPr>
          <a:xfrm>
            <a:off x="2122689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8"/>
          </p:nvPr>
        </p:nvSpPr>
        <p:spPr>
          <a:xfrm>
            <a:off x="6096000" y="2276033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9"/>
          </p:nvPr>
        </p:nvSpPr>
        <p:spPr>
          <a:xfrm>
            <a:off x="7778323" y="2490712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13"/>
          </p:nvPr>
        </p:nvSpPr>
        <p:spPr>
          <a:xfrm>
            <a:off x="7778323" y="2957512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>
            <a:spLocks noGrp="1"/>
          </p:cNvSpPr>
          <p:nvPr>
            <p:ph type="pic" idx="14"/>
          </p:nvPr>
        </p:nvSpPr>
        <p:spPr>
          <a:xfrm>
            <a:off x="6096000" y="4171967"/>
            <a:ext cx="1412800" cy="14128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15"/>
          </p:nvPr>
        </p:nvSpPr>
        <p:spPr>
          <a:xfrm>
            <a:off x="7778323" y="4386645"/>
            <a:ext cx="2760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nter SemiBold"/>
              <a:buNone/>
              <a:defRPr sz="2133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subTitle" idx="16"/>
          </p:nvPr>
        </p:nvSpPr>
        <p:spPr>
          <a:xfrm>
            <a:off x="7778323" y="4853445"/>
            <a:ext cx="2594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E2A1F-3830-A5CB-E1F6-27CBACECC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70757-D141-ED17-1765-6C3A06590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3852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_6Speakers" preserve="1">
  <p:cSld name="05_SpeakerSlide_6Speakers">
    <p:bg>
      <p:bgPr>
        <a:solidFill>
          <a:schemeClr val="tx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subTitle" idx="1"/>
          </p:nvPr>
        </p:nvSpPr>
        <p:spPr>
          <a:xfrm>
            <a:off x="9587163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ubTitle" idx="2"/>
          </p:nvPr>
        </p:nvSpPr>
        <p:spPr>
          <a:xfrm>
            <a:off x="9587163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subTitle" idx="3"/>
          </p:nvPr>
        </p:nvSpPr>
        <p:spPr>
          <a:xfrm>
            <a:off x="9587163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4"/>
          </p:nvPr>
        </p:nvSpPr>
        <p:spPr>
          <a:xfrm>
            <a:off x="9587163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5"/>
          </p:nvPr>
        </p:nvSpPr>
        <p:spPr>
          <a:xfrm>
            <a:off x="5720160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6"/>
          </p:nvPr>
        </p:nvSpPr>
        <p:spPr>
          <a:xfrm>
            <a:off x="5720160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subTitle" idx="7"/>
          </p:nvPr>
        </p:nvSpPr>
        <p:spPr>
          <a:xfrm>
            <a:off x="5720160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subTitle" idx="8"/>
          </p:nvPr>
        </p:nvSpPr>
        <p:spPr>
          <a:xfrm>
            <a:off x="5720160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ubTitle" idx="9"/>
          </p:nvPr>
        </p:nvSpPr>
        <p:spPr>
          <a:xfrm>
            <a:off x="1853156" y="26411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ubTitle" idx="13"/>
          </p:nvPr>
        </p:nvSpPr>
        <p:spPr>
          <a:xfrm>
            <a:off x="1853156" y="3107963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7" name="Google Shape;107;p1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12"/>
          <p:cNvSpPr txBox="1">
            <a:spLocks noGrp="1"/>
          </p:cNvSpPr>
          <p:nvPr>
            <p:ph type="subTitle" idx="14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9" name="Google Shape;109;p12"/>
          <p:cNvSpPr txBox="1">
            <a:spLocks noGrp="1"/>
          </p:cNvSpPr>
          <p:nvPr>
            <p:ph type="subTitle" idx="15"/>
          </p:nvPr>
        </p:nvSpPr>
        <p:spPr>
          <a:xfrm>
            <a:off x="1853156" y="4471111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 Medium"/>
              <a:buNone/>
              <a:defRPr sz="1867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110" name="Google Shape;110;p12"/>
          <p:cNvSpPr txBox="1">
            <a:spLocks noGrp="1"/>
          </p:cNvSpPr>
          <p:nvPr>
            <p:ph type="subTitle" idx="16"/>
          </p:nvPr>
        </p:nvSpPr>
        <p:spPr>
          <a:xfrm>
            <a:off x="1853156" y="4937907"/>
            <a:ext cx="236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>
            <a:spLocks noGrp="1"/>
          </p:cNvSpPr>
          <p:nvPr>
            <p:ph type="pic" idx="17"/>
          </p:nvPr>
        </p:nvSpPr>
        <p:spPr>
          <a:xfrm>
            <a:off x="431515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2" name="Google Shape;112;p12"/>
          <p:cNvSpPr>
            <a:spLocks noGrp="1"/>
          </p:cNvSpPr>
          <p:nvPr>
            <p:ph type="pic" idx="18"/>
          </p:nvPr>
        </p:nvSpPr>
        <p:spPr>
          <a:xfrm>
            <a:off x="431515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3" name="Google Shape;113;p12"/>
          <p:cNvSpPr>
            <a:spLocks noGrp="1"/>
          </p:cNvSpPr>
          <p:nvPr>
            <p:ph type="pic" idx="19"/>
          </p:nvPr>
        </p:nvSpPr>
        <p:spPr>
          <a:xfrm>
            <a:off x="4351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4" name="Google Shape;114;p12"/>
          <p:cNvSpPr>
            <a:spLocks noGrp="1"/>
          </p:cNvSpPr>
          <p:nvPr>
            <p:ph type="pic" idx="20"/>
          </p:nvPr>
        </p:nvSpPr>
        <p:spPr>
          <a:xfrm>
            <a:off x="4351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5" name="Google Shape;115;p12"/>
          <p:cNvSpPr>
            <a:spLocks noGrp="1"/>
          </p:cNvSpPr>
          <p:nvPr>
            <p:ph type="pic" idx="21"/>
          </p:nvPr>
        </p:nvSpPr>
        <p:spPr>
          <a:xfrm>
            <a:off x="8218881" y="2340263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116" name="Google Shape;116;p12"/>
          <p:cNvSpPr>
            <a:spLocks noGrp="1"/>
          </p:cNvSpPr>
          <p:nvPr>
            <p:ph type="pic" idx="22"/>
          </p:nvPr>
        </p:nvSpPr>
        <p:spPr>
          <a:xfrm>
            <a:off x="8218881" y="4246929"/>
            <a:ext cx="1234400" cy="1234400"/>
          </a:xfrm>
          <a:prstGeom prst="roundRect">
            <a:avLst>
              <a:gd name="adj" fmla="val 79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7933D-EFC4-3BD7-44B9-335DA6A4AC2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8EEE5E6-A727-0F66-9DDA-E4112CFC0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472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01_TitleSlide_LightBlue">
    <p:bg>
      <p:bgPr>
        <a:solidFill>
          <a:schemeClr val="tx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847B5073-C644-4CC3-5893-95EF9CBD07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6" name="Picture 5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77B06A8-919E-DF26-AD96-2E43767EA7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9631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Slide_LightBlue" preserve="1">
  <p:cSld name="2_TitleSlide_LightBlue">
    <p:bg>
      <p:bgPr>
        <a:solidFill>
          <a:schemeClr val="tx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>
            <a:spLocks noGrp="1"/>
          </p:cNvSpPr>
          <p:nvPr>
            <p:ph type="title"/>
          </p:nvPr>
        </p:nvSpPr>
        <p:spPr>
          <a:xfrm>
            <a:off x="438867" y="2316467"/>
            <a:ext cx="9563600" cy="1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Font typeface="Inter"/>
              <a:buNone/>
              <a:defRPr sz="50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Font typeface="Inter"/>
              <a:buNone/>
              <a:defRPr sz="9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438867" y="3527667"/>
            <a:ext cx="7142800" cy="1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4" name="Picture 3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B653F79-5381-8107-6BFB-B0D18A53ED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20775" r="5059" b="65696"/>
          <a:stretch>
            <a:fillRect/>
          </a:stretch>
        </p:blipFill>
        <p:spPr>
          <a:xfrm>
            <a:off x="-1" y="-16"/>
            <a:ext cx="12192001" cy="1553768"/>
          </a:xfrm>
          <a:prstGeom prst="rect">
            <a:avLst/>
          </a:prstGeom>
        </p:spPr>
      </p:pic>
      <p:pic>
        <p:nvPicPr>
          <p:cNvPr id="5" name="Picture 4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D40EAC56-B67D-35DA-0CC7-17532D7DB9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72" t="10616" r="5059" b="75855"/>
          <a:stretch>
            <a:fillRect/>
          </a:stretch>
        </p:blipFill>
        <p:spPr>
          <a:xfrm>
            <a:off x="-1" y="5361843"/>
            <a:ext cx="12192001" cy="1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41093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03_Text-heavy Split">
    <p:bg>
      <p:bgPr>
        <a:solidFill>
          <a:schemeClr val="tx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" name="Google Shape;128;p14">
            <a:extLst>
              <a:ext uri="{FF2B5EF4-FFF2-40B4-BE49-F238E27FC236}">
                <a16:creationId xmlns:a16="http://schemas.microsoft.com/office/drawing/2014/main" id="{94FB350F-6CF0-CB81-8DAF-37C927AE2949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684619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14856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Char char="•"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C101B06-5940-D2DE-E578-DAA4C200593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9DE3563-D4BC-BEDC-A82D-EE3DD9186D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95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4_Text-heavy Spli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400" y="0"/>
            <a:ext cx="358404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2770677" cy="566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28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4035954" y="458509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266444"/>
            <a:ext cx="2800201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90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Split" preserve="1" userDrawn="1">
  <p:cSld name="5_Text-heavy Spli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6096000" y="0"/>
            <a:ext cx="6095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3224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body" idx="2"/>
          </p:nvPr>
        </p:nvSpPr>
        <p:spPr>
          <a:xfrm>
            <a:off x="6859304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Google Shape;128;p14">
            <a:extLst>
              <a:ext uri="{FF2B5EF4-FFF2-40B4-BE49-F238E27FC236}">
                <a16:creationId xmlns:a16="http://schemas.microsoft.com/office/drawing/2014/main" id="{36DB734E-4CE8-DE4D-ACA0-D428C85E9E9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09343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9971A5-B971-DCED-B9DA-744C1C3553D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E5ECB3B-6850-139F-D91A-96E6225D91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2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05_SpeakerSlide1">
    <p:bg>
      <p:bgPr>
        <a:solidFill>
          <a:schemeClr val="tx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8BD8C-DBF7-7B4F-FEEE-E15B35A4BBA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18D02B2-FE57-8646-28F5-30AB6E28C7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75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1" preserve="1">
  <p:cSld name="6_SpeakerSlide1">
    <p:bg>
      <p:bgPr>
        <a:solidFill>
          <a:schemeClr val="bg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>
            <a:spLocks noGrp="1"/>
          </p:cNvSpPr>
          <p:nvPr>
            <p:ph type="title"/>
          </p:nvPr>
        </p:nvSpPr>
        <p:spPr>
          <a:xfrm>
            <a:off x="5334900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Inter"/>
              <a:buNone/>
              <a:defRPr sz="42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1"/>
          </p:nvPr>
        </p:nvSpPr>
        <p:spPr>
          <a:xfrm>
            <a:off x="5334895" y="4914900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●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○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Inter"/>
              <a:buChar char="■"/>
              <a:defRPr sz="2267" b="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4" name="Google Shape;134;p15"/>
          <p:cNvSpPr>
            <a:spLocks noGrp="1"/>
          </p:cNvSpPr>
          <p:nvPr>
            <p:ph type="pic" idx="2"/>
          </p:nvPr>
        </p:nvSpPr>
        <p:spPr>
          <a:xfrm>
            <a:off x="125" y="0"/>
            <a:ext cx="46772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Google Shape;135;p15"/>
          <p:cNvSpPr txBox="1">
            <a:spLocks noGrp="1"/>
          </p:cNvSpPr>
          <p:nvPr>
            <p:ph type="subTitle" idx="3"/>
          </p:nvPr>
        </p:nvSpPr>
        <p:spPr>
          <a:xfrm>
            <a:off x="5334900" y="717933"/>
            <a:ext cx="47576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JetBrains Mono"/>
              <a:buNone/>
              <a:defRPr sz="16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36" name="Google Shape;136;p15"/>
          <p:cNvSpPr txBox="1">
            <a:spLocks noGrp="1"/>
          </p:cNvSpPr>
          <p:nvPr>
            <p:ph type="body" idx="4"/>
          </p:nvPr>
        </p:nvSpPr>
        <p:spPr>
          <a:xfrm>
            <a:off x="5334895" y="5514975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○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■"/>
              <a:defRPr sz="1333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37" name="Google Shape;137;p15"/>
          <p:cNvSpPr txBox="1">
            <a:spLocks noGrp="1"/>
          </p:cNvSpPr>
          <p:nvPr>
            <p:ph type="subTitle" idx="5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3DBA5-08F6-B16B-930C-50CD5175249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CD24E-765A-60F7-1878-3719FA3FF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1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Slide2" preserve="1">
  <p:cSld name="05_SpeakerSlide2">
    <p:bg>
      <p:bgPr>
        <a:solidFill>
          <a:schemeClr val="tx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>
            <a:spLocks noGrp="1"/>
          </p:cNvSpPr>
          <p:nvPr>
            <p:ph type="pic" idx="2"/>
          </p:nvPr>
        </p:nvSpPr>
        <p:spPr>
          <a:xfrm>
            <a:off x="888433" y="688800"/>
            <a:ext cx="3579200" cy="3403600"/>
          </a:xfrm>
          <a:prstGeom prst="roundRect">
            <a:avLst>
              <a:gd name="adj" fmla="val 3520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5334895" y="1245434"/>
            <a:ext cx="50468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None/>
              <a:defRPr sz="4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1"/>
          </p:nvPr>
        </p:nvSpPr>
        <p:spPr>
          <a:xfrm>
            <a:off x="5334900" y="717933"/>
            <a:ext cx="4418000" cy="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0">
                <a:solidFill>
                  <a:srgbClr val="0099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200"/>
              <a:buFont typeface="JetBrains Mono"/>
              <a:buNone/>
              <a:defRPr sz="1600" b="1">
                <a:solidFill>
                  <a:srgbClr val="0099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44" name="Google Shape;144;p16"/>
          <p:cNvSpPr txBox="1">
            <a:spLocks noGrp="1"/>
          </p:cNvSpPr>
          <p:nvPr>
            <p:ph type="subTitle" idx="3"/>
          </p:nvPr>
        </p:nvSpPr>
        <p:spPr>
          <a:xfrm>
            <a:off x="5334895" y="2697000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5" name="Google Shape;145;p16"/>
          <p:cNvSpPr txBox="1">
            <a:spLocks noGrp="1"/>
          </p:cNvSpPr>
          <p:nvPr>
            <p:ph type="body" idx="4"/>
          </p:nvPr>
        </p:nvSpPr>
        <p:spPr>
          <a:xfrm>
            <a:off x="877828" y="4575467"/>
            <a:ext cx="358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267" b="1">
                <a:solidFill>
                  <a:srgbClr val="0099FF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●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○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48722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1700"/>
              <a:buFont typeface="Inter"/>
              <a:buChar char="■"/>
              <a:defRPr sz="2267" b="1">
                <a:solidFill>
                  <a:srgbClr val="0099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46" name="Google Shape;146;p16"/>
          <p:cNvSpPr txBox="1">
            <a:spLocks noGrp="1"/>
          </p:cNvSpPr>
          <p:nvPr>
            <p:ph type="body" idx="5"/>
          </p:nvPr>
        </p:nvSpPr>
        <p:spPr>
          <a:xfrm>
            <a:off x="877828" y="5075741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B337281-1A85-1251-8C68-062FE93F9A4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9707AE-136D-EB51-B779-A5FEE6F820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0378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Speaker4 + Photos" preserve="1">
  <p:cSld name="05_Speaker4 + Photos">
    <p:bg>
      <p:bgPr>
        <a:solidFill>
          <a:schemeClr val="tx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76572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body" idx="1"/>
          </p:nvPr>
        </p:nvSpPr>
        <p:spPr>
          <a:xfrm>
            <a:off x="4388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2" name="Google Shape;152;p17"/>
          <p:cNvSpPr txBox="1">
            <a:spLocks noGrp="1"/>
          </p:cNvSpPr>
          <p:nvPr>
            <p:ph type="body" idx="2"/>
          </p:nvPr>
        </p:nvSpPr>
        <p:spPr>
          <a:xfrm>
            <a:off x="4388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3" name="Google Shape;153;p17"/>
          <p:cNvSpPr>
            <a:spLocks noGrp="1"/>
          </p:cNvSpPr>
          <p:nvPr>
            <p:ph type="pic" idx="3"/>
          </p:nvPr>
        </p:nvSpPr>
        <p:spPr>
          <a:xfrm>
            <a:off x="438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4" name="Google Shape;154;p17"/>
          <p:cNvSpPr>
            <a:spLocks noGrp="1"/>
          </p:cNvSpPr>
          <p:nvPr>
            <p:ph type="pic" idx="4"/>
          </p:nvPr>
        </p:nvSpPr>
        <p:spPr>
          <a:xfrm>
            <a:off x="3485133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17"/>
          <p:cNvSpPr>
            <a:spLocks noGrp="1"/>
          </p:cNvSpPr>
          <p:nvPr>
            <p:ph type="pic" idx="5"/>
          </p:nvPr>
        </p:nvSpPr>
        <p:spPr>
          <a:xfrm>
            <a:off x="6531467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6" name="Google Shape;156;p17"/>
          <p:cNvSpPr>
            <a:spLocks noGrp="1"/>
          </p:cNvSpPr>
          <p:nvPr>
            <p:ph type="pic" idx="6"/>
          </p:nvPr>
        </p:nvSpPr>
        <p:spPr>
          <a:xfrm>
            <a:off x="9577800" y="1943100"/>
            <a:ext cx="2175200" cy="2112400"/>
          </a:xfrm>
          <a:prstGeom prst="roundRect">
            <a:avLst>
              <a:gd name="adj" fmla="val 5925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7"/>
          </p:nvPr>
        </p:nvSpPr>
        <p:spPr>
          <a:xfrm>
            <a:off x="3485135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8" name="Google Shape;158;p17"/>
          <p:cNvSpPr txBox="1">
            <a:spLocks noGrp="1"/>
          </p:cNvSpPr>
          <p:nvPr>
            <p:ph type="body" idx="8"/>
          </p:nvPr>
        </p:nvSpPr>
        <p:spPr>
          <a:xfrm>
            <a:off x="3485133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9"/>
          </p:nvPr>
        </p:nvSpPr>
        <p:spPr>
          <a:xfrm>
            <a:off x="6531401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3"/>
          </p:nvPr>
        </p:nvSpPr>
        <p:spPr>
          <a:xfrm>
            <a:off x="6531400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4"/>
          </p:nvPr>
        </p:nvSpPr>
        <p:spPr>
          <a:xfrm>
            <a:off x="9577668" y="4308200"/>
            <a:ext cx="21752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62" name="Google Shape;162;p17"/>
          <p:cNvSpPr txBox="1">
            <a:spLocks noGrp="1"/>
          </p:cNvSpPr>
          <p:nvPr>
            <p:ph type="body" idx="15"/>
          </p:nvPr>
        </p:nvSpPr>
        <p:spPr>
          <a:xfrm>
            <a:off x="9577667" y="4727400"/>
            <a:ext cx="2175200" cy="7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3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945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3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7B55B22-7B15-8EB6-42D5-384C7184378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8E1AB4-BF66-E566-C3F4-24D67F875E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9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" preserve="1">
  <p:cSld name="08_GraphSlid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33" y="0"/>
            <a:ext cx="12192000" cy="615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2600763" y="395412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000" b="0">
                <a:solidFill>
                  <a:schemeClr val="bg1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700"/>
              <a:buFont typeface="Inter"/>
              <a:buNone/>
              <a:defRPr sz="36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2E19C42-3C71-BE21-7F6E-A72328F89F0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FB51793-C2A8-115D-0718-80F8D63B93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18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08_GraphSlide2">
    <p:bg>
      <p:bgPr>
        <a:solidFill>
          <a:schemeClr val="bg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EEBDF09-5706-9221-9A10-3AA8F44C011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0862B4-7E47-4B48-2873-C13ADABA5B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27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GraphSlide2" preserve="1">
  <p:cSld name="9_GraphSlide2">
    <p:bg>
      <p:bgPr>
        <a:solidFill>
          <a:schemeClr val="tx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438867" y="457201"/>
            <a:ext cx="4571600" cy="57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438867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2"/>
          </p:nvPr>
        </p:nvSpPr>
        <p:spPr>
          <a:xfrm>
            <a:off x="6096000" y="1159796"/>
            <a:ext cx="45716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A3B5DCC-88D1-8D3D-5B4F-B547E1F2B4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E105C49-8291-F386-6BB5-C5DFA2B496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59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DesktopScreen" preserve="1">
  <p:cSld name="11_DesktopScreen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C368743-3F87-5CDF-FBFD-2E95E4D496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9828"/>
          <a:stretch>
            <a:fillRect/>
          </a:stretch>
        </p:blipFill>
        <p:spPr>
          <a:xfrm>
            <a:off x="4474581" y="0"/>
            <a:ext cx="7717420" cy="6858000"/>
          </a:xfrm>
          <a:prstGeom prst="rect">
            <a:avLst/>
          </a:prstGeom>
        </p:spPr>
      </p:pic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0382" y="793604"/>
            <a:ext cx="6909473" cy="50032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438871" y="499001"/>
            <a:ext cx="3483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lt2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438871" y="2369912"/>
            <a:ext cx="3483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180" name="Google Shape;180;p20"/>
          <p:cNvSpPr>
            <a:spLocks noGrp="1"/>
          </p:cNvSpPr>
          <p:nvPr>
            <p:ph type="pic" idx="2"/>
          </p:nvPr>
        </p:nvSpPr>
        <p:spPr>
          <a:xfrm>
            <a:off x="4946152" y="1061111"/>
            <a:ext cx="6697931" cy="4631855"/>
          </a:xfrm>
          <a:prstGeom prst="roundRect">
            <a:avLst>
              <a:gd name="adj" fmla="val 85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F7555FC-3DC6-CA4A-30FC-D9624A2EA21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74075CA-7B6C-A4F8-9295-7B1130EE55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86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ding Screen Slide" preserve="1">
  <p:cSld name="11_Coding Screen Slide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 with dots&#10;&#10;AI-generated content may be incorrect.">
            <a:extLst>
              <a:ext uri="{FF2B5EF4-FFF2-40B4-BE49-F238E27FC236}">
                <a16:creationId xmlns:a16="http://schemas.microsoft.com/office/drawing/2014/main" id="{F9300C3C-AAB9-475C-1634-432139CF37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775"/>
          <a:stretch>
            <a:fillRect/>
          </a:stretch>
        </p:blipFill>
        <p:spPr>
          <a:xfrm>
            <a:off x="6096001" y="0"/>
            <a:ext cx="6095900" cy="6858000"/>
          </a:xfrm>
          <a:prstGeom prst="rect">
            <a:avLst/>
          </a:prstGeom>
        </p:spPr>
      </p:pic>
      <p:sp>
        <p:nvSpPr>
          <p:cNvPr id="185" name="Google Shape;185;p21"/>
          <p:cNvSpPr txBox="1">
            <a:spLocks noGrp="1"/>
          </p:cNvSpPr>
          <p:nvPr>
            <p:ph type="title"/>
          </p:nvPr>
        </p:nvSpPr>
        <p:spPr>
          <a:xfrm>
            <a:off x="438871" y="457201"/>
            <a:ext cx="45716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86" name="Google Shape;186;p21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93688" lvl="0" indent="-28575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187" name="Google Shape;187;p21"/>
          <p:cNvPicPr preferRelativeResize="0"/>
          <p:nvPr/>
        </p:nvPicPr>
        <p:blipFill rotWithShape="1">
          <a:blip r:embed="rId3">
            <a:alphaModFix/>
          </a:blip>
          <a:srcRect r="18267"/>
          <a:stretch/>
        </p:blipFill>
        <p:spPr>
          <a:xfrm>
            <a:off x="6823597" y="763538"/>
            <a:ext cx="5368440" cy="4756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>
            <a:spLocks noGrp="1"/>
          </p:cNvSpPr>
          <p:nvPr>
            <p:ph type="body" idx="2"/>
          </p:nvPr>
        </p:nvSpPr>
        <p:spPr>
          <a:xfrm>
            <a:off x="7222109" y="13335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97923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  <a:defRPr sz="1467">
                <a:solidFill>
                  <a:schemeClr val="bg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●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○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JetBrains Mono"/>
              <a:buChar char="■"/>
              <a:defRPr sz="1467">
                <a:solidFill>
                  <a:schemeClr val="accent5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1BF3EB-878E-A61B-F70B-4FDC802D597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DA8105E-AE7C-10C6-C3F1-CDA2A8A9F6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69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Split" preserve="1">
  <p:cSld name="10_Stats2Split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6861704" y="1190649"/>
            <a:ext cx="451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194" name="Google Shape;194;p22"/>
          <p:cNvSpPr txBox="1">
            <a:spLocks noGrp="1"/>
          </p:cNvSpPr>
          <p:nvPr>
            <p:ph type="subTitle" idx="1"/>
          </p:nvPr>
        </p:nvSpPr>
        <p:spPr>
          <a:xfrm>
            <a:off x="6879203" y="4388312"/>
            <a:ext cx="451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95" name="Google Shape;195;p22"/>
          <p:cNvSpPr txBox="1">
            <a:spLocks noGrp="1"/>
          </p:cNvSpPr>
          <p:nvPr>
            <p:ph type="title" idx="2"/>
          </p:nvPr>
        </p:nvSpPr>
        <p:spPr>
          <a:xfrm>
            <a:off x="780903" y="1190649"/>
            <a:ext cx="45540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9600" b="0">
                <a:solidFill>
                  <a:schemeClr val="tx1"/>
                </a:solidFill>
                <a:latin typeface="Bebas Neue" panose="020B0606020202050201" pitchFamily="34" charset="77"/>
                <a:ea typeface="Bebas Neue" panose="020B0606020202050201" pitchFamily="34" charset="77"/>
                <a:cs typeface="Bebas Neue" panose="020B0606020202050201" pitchFamily="34" charset="77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000"/>
              <a:buFont typeface="JetBrains Mono"/>
              <a:buNone/>
              <a:defRPr sz="12000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196" name="Google Shape;196;p22"/>
          <p:cNvSpPr txBox="1">
            <a:spLocks noGrp="1"/>
          </p:cNvSpPr>
          <p:nvPr>
            <p:ph type="subTitle" idx="3"/>
          </p:nvPr>
        </p:nvSpPr>
        <p:spPr>
          <a:xfrm>
            <a:off x="763429" y="4388312"/>
            <a:ext cx="455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800" spc="-150">
                <a:solidFill>
                  <a:schemeClr val="accen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38AB5-74A5-48FE-24A0-DEDE8810E0C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8C7DFC-5643-36E4-CB26-E851435201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83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>
          <p15:clr>
            <a:schemeClr val="accent6"/>
          </p15:clr>
        </p15:guide>
        <p15:guide id="2" pos="4323">
          <p15:clr>
            <a:schemeClr val="accent6"/>
          </p15:clr>
        </p15:guide>
        <p15:guide id="3" pos="721">
          <p15:clr>
            <a:schemeClr val="accent6"/>
          </p15:clr>
        </p15:guide>
        <p15:guide id="4" pos="6959">
          <p15:clr>
            <a:schemeClr val="accent6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03_Text-heavy 2 columns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6096000" y="1342267"/>
            <a:ext cx="6093600" cy="4846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267" y="1342267"/>
            <a:ext cx="6093600" cy="484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/>
          </p:nvPr>
        </p:nvSpPr>
        <p:spPr>
          <a:xfrm>
            <a:off x="2691800" y="457201"/>
            <a:ext cx="6808400" cy="65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5" name="Google Shape;205;p23"/>
          <p:cNvSpPr txBox="1">
            <a:spLocks noGrp="1"/>
          </p:cNvSpPr>
          <p:nvPr>
            <p:ph type="body" idx="1"/>
          </p:nvPr>
        </p:nvSpPr>
        <p:spPr>
          <a:xfrm>
            <a:off x="518700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2"/>
          </p:nvPr>
        </p:nvSpPr>
        <p:spPr>
          <a:xfrm>
            <a:off x="518700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3"/>
          </p:nvPr>
        </p:nvSpPr>
        <p:spPr>
          <a:xfrm>
            <a:off x="6667933" y="2203779"/>
            <a:ext cx="3244800" cy="29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08" name="Google Shape;208;p23"/>
          <p:cNvSpPr txBox="1">
            <a:spLocks noGrp="1"/>
          </p:cNvSpPr>
          <p:nvPr>
            <p:ph type="body" idx="4"/>
          </p:nvPr>
        </p:nvSpPr>
        <p:spPr>
          <a:xfrm>
            <a:off x="6667933" y="1793233"/>
            <a:ext cx="3244800" cy="4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217E901-D256-287A-40FA-AD1A653A219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B0478E-EDBD-CCC8-E5FD-C714EA4A38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75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5">
          <p15:clr>
            <a:schemeClr val="accent6"/>
          </p15:clr>
        </p15:guide>
        <p15:guide id="2" pos="4323">
          <p15:clr>
            <a:schemeClr val="accent6"/>
          </p15:clr>
        </p15:guide>
        <p15:guide id="3" pos="721">
          <p15:clr>
            <a:schemeClr val="accent6"/>
          </p15:clr>
        </p15:guide>
        <p15:guide id="4" pos="6959">
          <p15:clr>
            <a:schemeClr val="accent6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00_Blank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  <p:sp>
        <p:nvSpPr>
          <p:cNvPr id="2" name="Google Shape;785;p88">
            <a:extLst>
              <a:ext uri="{FF2B5EF4-FFF2-40B4-BE49-F238E27FC236}">
                <a16:creationId xmlns:a16="http://schemas.microsoft.com/office/drawing/2014/main" id="{CCEF1BEA-FA12-A68C-3D50-B981DBE40FD4}"/>
              </a:ext>
            </a:extLst>
          </p:cNvPr>
          <p:cNvSpPr/>
          <p:nvPr userDrawn="1"/>
        </p:nvSpPr>
        <p:spPr>
          <a:xfrm>
            <a:off x="9567" y="9567"/>
            <a:ext cx="12182400" cy="17212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</p:spTree>
    <p:extLst>
      <p:ext uri="{BB962C8B-B14F-4D97-AF65-F5344CB8AC3E}">
        <p14:creationId xmlns:p14="http://schemas.microsoft.com/office/powerpoint/2010/main" val="407951989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1_Blank">
    <p:bg>
      <p:bgPr>
        <a:solidFill>
          <a:schemeClr val="tx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7109C73-59D3-5EAA-D3FB-6BD559DC4FB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8129B1-0339-6D65-E6BE-4896A03DE8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1128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" preserve="1">
  <p:cSld name="2_Blank">
    <p:bg>
      <p:bgPr>
        <a:solidFill>
          <a:schemeClr val="tx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FBF00F8E-0C3D-E1DF-D1B6-47CF6C7E915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FF05D5D-4558-86E1-EAAA-950EBDDFE5F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3684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09_List4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C87023C-99FC-892F-45C7-8BED48A86C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F14C4F-70C5-339A-E79C-84A96C658D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11481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" preserve="1">
  <p:cSld name="10_List4">
    <p:bg>
      <p:bgPr>
        <a:solidFill>
          <a:schemeClr val="tx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>
            <a:spLocks noGrp="1"/>
          </p:cNvSpPr>
          <p:nvPr>
            <p:ph type="body" idx="1"/>
          </p:nvPr>
        </p:nvSpPr>
        <p:spPr>
          <a:xfrm>
            <a:off x="4681727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4" name="Google Shape;214;p25"/>
          <p:cNvSpPr txBox="1">
            <a:spLocks noGrp="1"/>
          </p:cNvSpPr>
          <p:nvPr>
            <p:ph type="body" idx="2"/>
          </p:nvPr>
        </p:nvSpPr>
        <p:spPr>
          <a:xfrm>
            <a:off x="8420535" y="1158112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5" name="Google Shape;215;p25"/>
          <p:cNvSpPr txBox="1">
            <a:spLocks noGrp="1"/>
          </p:cNvSpPr>
          <p:nvPr>
            <p:ph type="body" idx="3"/>
          </p:nvPr>
        </p:nvSpPr>
        <p:spPr>
          <a:xfrm>
            <a:off x="4681727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6" name="Google Shape;216;p25"/>
          <p:cNvSpPr txBox="1">
            <a:spLocks noGrp="1"/>
          </p:cNvSpPr>
          <p:nvPr>
            <p:ph type="body" idx="4"/>
          </p:nvPr>
        </p:nvSpPr>
        <p:spPr>
          <a:xfrm>
            <a:off x="8420535" y="3758319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18" name="Google Shape;218;p25"/>
          <p:cNvSpPr txBox="1">
            <a:spLocks noGrp="1"/>
          </p:cNvSpPr>
          <p:nvPr>
            <p:ph type="subTitle" idx="5"/>
          </p:nvPr>
        </p:nvSpPr>
        <p:spPr>
          <a:xfrm>
            <a:off x="4689725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6"/>
          </p:nvPr>
        </p:nvSpPr>
        <p:spPr>
          <a:xfrm>
            <a:off x="8420547" y="457200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0" name="Google Shape;220;p25"/>
          <p:cNvSpPr txBox="1">
            <a:spLocks noGrp="1"/>
          </p:cNvSpPr>
          <p:nvPr>
            <p:ph type="subTitle" idx="7"/>
          </p:nvPr>
        </p:nvSpPr>
        <p:spPr>
          <a:xfrm>
            <a:off x="4689725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1" name="Google Shape;221;p25"/>
          <p:cNvSpPr txBox="1">
            <a:spLocks noGrp="1"/>
          </p:cNvSpPr>
          <p:nvPr>
            <p:ph type="subTitle" idx="8"/>
          </p:nvPr>
        </p:nvSpPr>
        <p:spPr>
          <a:xfrm>
            <a:off x="8420547" y="3057369"/>
            <a:ext cx="3332400" cy="7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3CCEE9-6BC0-373E-D29B-EC1E05C2C69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D4A3717-ACEF-B62B-E158-907BF9114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79066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09_List4 + Ico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2E61FC-EE78-658A-E879-EAB7E3B3A87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D83C27-81A8-96BE-4A69-B9E703C35C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8888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Icons" preserve="1">
  <p:cSld name="10_List4 + Icons">
    <p:bg>
      <p:bgPr>
        <a:solidFill>
          <a:schemeClr val="tx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468172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6" name="Google Shape;226;p26"/>
          <p:cNvSpPr txBox="1">
            <a:spLocks noGrp="1"/>
          </p:cNvSpPr>
          <p:nvPr>
            <p:ph type="body" idx="2"/>
          </p:nvPr>
        </p:nvSpPr>
        <p:spPr>
          <a:xfrm>
            <a:off x="8338857" y="1472437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7" name="Google Shape;227;p26"/>
          <p:cNvSpPr txBox="1">
            <a:spLocks noGrp="1"/>
          </p:cNvSpPr>
          <p:nvPr>
            <p:ph type="body" idx="3"/>
          </p:nvPr>
        </p:nvSpPr>
        <p:spPr>
          <a:xfrm>
            <a:off x="468172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8" name="Google Shape;228;p26"/>
          <p:cNvSpPr txBox="1">
            <a:spLocks noGrp="1"/>
          </p:cNvSpPr>
          <p:nvPr>
            <p:ph type="body" idx="4"/>
          </p:nvPr>
        </p:nvSpPr>
        <p:spPr>
          <a:xfrm>
            <a:off x="8338857" y="4072644"/>
            <a:ext cx="297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2742800" cy="26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7105F97-9F8D-5AE1-1867-D0206D1EBE3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0BDC92E-5F9F-A49A-D636-6C77288BD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4364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09_List6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BD36F5-CF25-24F4-6212-DAFC8641D2F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C59A85-5150-87E9-5D1B-2602D0CD1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6269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6" preserve="1">
  <p:cSld name="10_List6">
    <p:bg>
      <p:bgPr>
        <a:solidFill>
          <a:schemeClr val="tx1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2"/>
          </p:nvPr>
        </p:nvSpPr>
        <p:spPr>
          <a:xfrm>
            <a:off x="440351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3"/>
          </p:nvPr>
        </p:nvSpPr>
        <p:spPr>
          <a:xfrm>
            <a:off x="440351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4"/>
          </p:nvPr>
        </p:nvSpPr>
        <p:spPr>
          <a:xfrm>
            <a:off x="4330940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subTitle" idx="5"/>
          </p:nvPr>
        </p:nvSpPr>
        <p:spPr>
          <a:xfrm>
            <a:off x="4330940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subTitle" idx="6"/>
          </p:nvPr>
        </p:nvSpPr>
        <p:spPr>
          <a:xfrm>
            <a:off x="8221528" y="31570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subTitle" idx="7"/>
          </p:nvPr>
        </p:nvSpPr>
        <p:spPr>
          <a:xfrm>
            <a:off x="8221528" y="34926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1" name="Google Shape;241;p27"/>
          <p:cNvSpPr txBox="1">
            <a:spLocks noGrp="1"/>
          </p:cNvSpPr>
          <p:nvPr>
            <p:ph type="subTitle" idx="8"/>
          </p:nvPr>
        </p:nvSpPr>
        <p:spPr>
          <a:xfrm>
            <a:off x="440351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ubTitle" idx="9"/>
          </p:nvPr>
        </p:nvSpPr>
        <p:spPr>
          <a:xfrm>
            <a:off x="440351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subTitle" idx="13"/>
          </p:nvPr>
        </p:nvSpPr>
        <p:spPr>
          <a:xfrm>
            <a:off x="4330940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14"/>
          </p:nvPr>
        </p:nvSpPr>
        <p:spPr>
          <a:xfrm>
            <a:off x="4330940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subTitle" idx="15"/>
          </p:nvPr>
        </p:nvSpPr>
        <p:spPr>
          <a:xfrm>
            <a:off x="8221528" y="5019337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6"/>
          </p:nvPr>
        </p:nvSpPr>
        <p:spPr>
          <a:xfrm>
            <a:off x="8221528" y="5355012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1565C1-2B3E-E1D2-2EF7-FCFE93B84F8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15BD2A-427F-8B92-90BB-A6CA66B4FA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10784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09_List3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8E06CA1-6CA0-086A-BDB3-B62AE9AAE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BD9587-62FD-2397-D758-BA626C67DF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175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" preserve="1">
  <p:cSld name="10_List3">
    <p:bg>
      <p:bgPr>
        <a:solidFill>
          <a:schemeClr val="tx1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1" name="Google Shape;251;p28"/>
          <p:cNvSpPr txBox="1">
            <a:spLocks noGrp="1"/>
          </p:cNvSpPr>
          <p:nvPr>
            <p:ph type="subTitle" idx="1"/>
          </p:nvPr>
        </p:nvSpPr>
        <p:spPr>
          <a:xfrm>
            <a:off x="760017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2" name="Google Shape;252;p28"/>
          <p:cNvSpPr txBox="1">
            <a:spLocks noGrp="1"/>
          </p:cNvSpPr>
          <p:nvPr>
            <p:ph type="subTitle" idx="2"/>
          </p:nvPr>
        </p:nvSpPr>
        <p:spPr>
          <a:xfrm>
            <a:off x="760017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3"/>
          </p:nvPr>
        </p:nvSpPr>
        <p:spPr>
          <a:xfrm>
            <a:off x="4418860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4" name="Google Shape;254;p28"/>
          <p:cNvSpPr txBox="1">
            <a:spLocks noGrp="1"/>
          </p:cNvSpPr>
          <p:nvPr>
            <p:ph type="subTitle" idx="4"/>
          </p:nvPr>
        </p:nvSpPr>
        <p:spPr>
          <a:xfrm>
            <a:off x="4418860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5" name="Google Shape;255;p28"/>
          <p:cNvSpPr txBox="1">
            <a:spLocks noGrp="1"/>
          </p:cNvSpPr>
          <p:nvPr>
            <p:ph type="subTitle" idx="5"/>
          </p:nvPr>
        </p:nvSpPr>
        <p:spPr>
          <a:xfrm>
            <a:off x="8077703" y="3785688"/>
            <a:ext cx="3180400" cy="1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56" name="Google Shape;256;p28"/>
          <p:cNvSpPr txBox="1">
            <a:spLocks noGrp="1"/>
          </p:cNvSpPr>
          <p:nvPr>
            <p:ph type="subTitle" idx="6"/>
          </p:nvPr>
        </p:nvSpPr>
        <p:spPr>
          <a:xfrm>
            <a:off x="8077703" y="3134275"/>
            <a:ext cx="3180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99580A-F042-9F68-D73C-C34C338F88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957770E-D43E-8541-F562-CFFF096B22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5070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08_Checkilst">
    <p:bg>
      <p:bgPr>
        <a:solidFill>
          <a:schemeClr val="tx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lt2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l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BB4D756-AC95-D3F0-E1AD-5C551D26F07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56C609-6BDE-7505-BB18-40CC6B5C1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388882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Checkilst" preserve="1">
  <p:cSld name="9_Checkilst">
    <p:bg>
      <p:bgPr>
        <a:solidFill>
          <a:schemeClr val="bg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466315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1" name="Google Shape;261;p29"/>
          <p:cNvSpPr/>
          <p:nvPr/>
        </p:nvSpPr>
        <p:spPr>
          <a:xfrm>
            <a:off x="466315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4780515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3" name="Google Shape;263;p29"/>
          <p:cNvSpPr/>
          <p:nvPr/>
        </p:nvSpPr>
        <p:spPr>
          <a:xfrm>
            <a:off x="8187525" y="2457651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4" name="Google Shape;264;p29"/>
          <p:cNvSpPr/>
          <p:nvPr/>
        </p:nvSpPr>
        <p:spPr>
          <a:xfrm>
            <a:off x="8187525" y="1843551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5" name="Google Shape;265;p29"/>
          <p:cNvSpPr txBox="1">
            <a:spLocks noGrp="1"/>
          </p:cNvSpPr>
          <p:nvPr>
            <p:ph type="title" idx="2"/>
          </p:nvPr>
        </p:nvSpPr>
        <p:spPr>
          <a:xfrm>
            <a:off x="8304887" y="18934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66" name="Google Shape;266;p29"/>
          <p:cNvSpPr/>
          <p:nvPr/>
        </p:nvSpPr>
        <p:spPr>
          <a:xfrm>
            <a:off x="1138783" y="2457663"/>
            <a:ext cx="2865600" cy="25876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1138783" y="1843563"/>
            <a:ext cx="2865600" cy="614000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68" name="Google Shape;268;p29"/>
          <p:cNvSpPr txBox="1">
            <a:spLocks noGrp="1"/>
          </p:cNvSpPr>
          <p:nvPr>
            <p:ph type="title" idx="3"/>
          </p:nvPr>
        </p:nvSpPr>
        <p:spPr>
          <a:xfrm>
            <a:off x="1256143" y="18934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69" name="Google Shape;269;p29"/>
          <p:cNvSpPr txBox="1">
            <a:spLocks noGrp="1"/>
          </p:cNvSpPr>
          <p:nvPr>
            <p:ph type="body" idx="1"/>
          </p:nvPr>
        </p:nvSpPr>
        <p:spPr>
          <a:xfrm>
            <a:off x="1365092" y="2666525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0" name="Google Shape;270;p29"/>
          <p:cNvSpPr txBox="1">
            <a:spLocks noGrp="1"/>
          </p:cNvSpPr>
          <p:nvPr>
            <p:ph type="body" idx="4"/>
          </p:nvPr>
        </p:nvSpPr>
        <p:spPr>
          <a:xfrm>
            <a:off x="4883177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1" name="Google Shape;271;p29"/>
          <p:cNvSpPr txBox="1">
            <a:spLocks noGrp="1"/>
          </p:cNvSpPr>
          <p:nvPr>
            <p:ph type="body" idx="5"/>
          </p:nvPr>
        </p:nvSpPr>
        <p:spPr>
          <a:xfrm>
            <a:off x="8401261" y="2666512"/>
            <a:ext cx="2425600" cy="21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72" name="Google Shape;272;p29"/>
          <p:cNvSpPr txBox="1">
            <a:spLocks noGrp="1"/>
          </p:cNvSpPr>
          <p:nvPr>
            <p:ph type="title" idx="6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3" name="Google Shape;273;p29"/>
          <p:cNvSpPr/>
          <p:nvPr/>
        </p:nvSpPr>
        <p:spPr>
          <a:xfrm>
            <a:off x="466315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4" name="Google Shape;274;p29"/>
          <p:cNvSpPr txBox="1">
            <a:spLocks noGrp="1"/>
          </p:cNvSpPr>
          <p:nvPr>
            <p:ph type="title" idx="7"/>
          </p:nvPr>
        </p:nvSpPr>
        <p:spPr>
          <a:xfrm>
            <a:off x="4780515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5" name="Google Shape;275;p29"/>
          <p:cNvSpPr/>
          <p:nvPr/>
        </p:nvSpPr>
        <p:spPr>
          <a:xfrm>
            <a:off x="8187525" y="5045125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6" name="Google Shape;276;p29"/>
          <p:cNvSpPr txBox="1">
            <a:spLocks noGrp="1"/>
          </p:cNvSpPr>
          <p:nvPr>
            <p:ph type="title" idx="8"/>
          </p:nvPr>
        </p:nvSpPr>
        <p:spPr>
          <a:xfrm>
            <a:off x="8304887" y="5095025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1138783" y="5045137"/>
            <a:ext cx="2865600" cy="614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accent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278" name="Google Shape;278;p29"/>
          <p:cNvSpPr txBox="1">
            <a:spLocks noGrp="1"/>
          </p:cNvSpPr>
          <p:nvPr>
            <p:ph type="title" idx="9"/>
          </p:nvPr>
        </p:nvSpPr>
        <p:spPr>
          <a:xfrm>
            <a:off x="1256143" y="5095037"/>
            <a:ext cx="26308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221616A-7662-EE72-B6DE-0DD9CDF2335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5DC35BD-A221-7112-5D6A-BB00418266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9105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09_List3 Spli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/>
          <p:nvPr/>
        </p:nvSpPr>
        <p:spPr>
          <a:xfrm>
            <a:off x="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4" name="Google Shape;284;p30"/>
          <p:cNvSpPr txBox="1">
            <a:spLocks noGrp="1"/>
          </p:cNvSpPr>
          <p:nvPr>
            <p:ph type="body" idx="1"/>
          </p:nvPr>
        </p:nvSpPr>
        <p:spPr>
          <a:xfrm>
            <a:off x="438871" y="2686051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2"/>
          </p:nvPr>
        </p:nvSpPr>
        <p:spPr>
          <a:xfrm>
            <a:off x="438871" y="1661988"/>
            <a:ext cx="41620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7751617" y="98821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7" name="Google Shape;287;p30"/>
          <p:cNvSpPr txBox="1">
            <a:spLocks noGrp="1"/>
          </p:cNvSpPr>
          <p:nvPr>
            <p:ph type="subTitle" idx="4"/>
          </p:nvPr>
        </p:nvSpPr>
        <p:spPr>
          <a:xfrm>
            <a:off x="7751617" y="1372600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8" name="Google Shape;288;p30"/>
          <p:cNvSpPr txBox="1">
            <a:spLocks noGrp="1"/>
          </p:cNvSpPr>
          <p:nvPr>
            <p:ph type="subTitle" idx="5"/>
          </p:nvPr>
        </p:nvSpPr>
        <p:spPr>
          <a:xfrm>
            <a:off x="7751617" y="2765388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6"/>
          </p:nvPr>
        </p:nvSpPr>
        <p:spPr>
          <a:xfrm>
            <a:off x="7751617" y="3149775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7"/>
          </p:nvPr>
        </p:nvSpPr>
        <p:spPr>
          <a:xfrm>
            <a:off x="7751617" y="4542563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7751617" y="4926951"/>
            <a:ext cx="36736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53A2F63-3861-856B-4CB7-B72FBD9520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A84EAE-2866-153B-4B19-D4299B5AA8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8326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 Top" preserve="1">
  <p:cSld name="09_List3 Split Top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/>
          <p:nvPr/>
        </p:nvSpPr>
        <p:spPr>
          <a:xfrm>
            <a:off x="-3475" y="0"/>
            <a:ext cx="12192000" cy="26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96" name="Google Shape;296;p31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55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7" name="Google Shape;297;p31"/>
          <p:cNvSpPr txBox="1">
            <a:spLocks noGrp="1"/>
          </p:cNvSpPr>
          <p:nvPr>
            <p:ph type="subTitle" idx="1"/>
          </p:nvPr>
        </p:nvSpPr>
        <p:spPr>
          <a:xfrm>
            <a:off x="438871" y="1661988"/>
            <a:ext cx="7788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98" name="Google Shape;298;p31"/>
          <p:cNvSpPr txBox="1">
            <a:spLocks noGrp="1"/>
          </p:cNvSpPr>
          <p:nvPr>
            <p:ph type="subTitle" idx="2"/>
          </p:nvPr>
        </p:nvSpPr>
        <p:spPr>
          <a:xfrm>
            <a:off x="438871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299" name="Google Shape;299;p31"/>
          <p:cNvSpPr txBox="1">
            <a:spLocks noGrp="1"/>
          </p:cNvSpPr>
          <p:nvPr>
            <p:ph type="subTitle" idx="3"/>
          </p:nvPr>
        </p:nvSpPr>
        <p:spPr>
          <a:xfrm>
            <a:off x="438871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4"/>
          </p:nvPr>
        </p:nvSpPr>
        <p:spPr>
          <a:xfrm>
            <a:off x="4256317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1" name="Google Shape;301;p31"/>
          <p:cNvSpPr txBox="1">
            <a:spLocks noGrp="1"/>
          </p:cNvSpPr>
          <p:nvPr>
            <p:ph type="subTitle" idx="5"/>
          </p:nvPr>
        </p:nvSpPr>
        <p:spPr>
          <a:xfrm>
            <a:off x="4256317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02" name="Google Shape;302;p31"/>
          <p:cNvSpPr txBox="1">
            <a:spLocks noGrp="1"/>
          </p:cNvSpPr>
          <p:nvPr>
            <p:ph type="subTitle" idx="6"/>
          </p:nvPr>
        </p:nvSpPr>
        <p:spPr>
          <a:xfrm>
            <a:off x="8073765" y="4247912"/>
            <a:ext cx="287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None/>
              <a:defRPr sz="18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03" name="Google Shape;303;p31"/>
          <p:cNvSpPr txBox="1">
            <a:spLocks noGrp="1"/>
          </p:cNvSpPr>
          <p:nvPr>
            <p:ph type="subTitle" idx="7"/>
          </p:nvPr>
        </p:nvSpPr>
        <p:spPr>
          <a:xfrm>
            <a:off x="8073765" y="4583588"/>
            <a:ext cx="287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0630B8-10B8-F782-8E4B-019E5063F5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A969CF-658B-F4CE-EC3A-9E95133596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93227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+ Box" preserve="1">
  <p:cSld name="09_List3 + Box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"/>
          <p:cNvSpPr/>
          <p:nvPr/>
        </p:nvSpPr>
        <p:spPr>
          <a:xfrm>
            <a:off x="1065200" y="2308367"/>
            <a:ext cx="30536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4598000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8130825" y="2308371"/>
            <a:ext cx="2996000" cy="33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10" name="Google Shape;310;p32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1"/>
          </p:nvPr>
        </p:nvSpPr>
        <p:spPr>
          <a:xfrm>
            <a:off x="1331633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2"/>
          </p:nvPr>
        </p:nvSpPr>
        <p:spPr>
          <a:xfrm>
            <a:off x="1331633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3"/>
          </p:nvPr>
        </p:nvSpPr>
        <p:spPr>
          <a:xfrm>
            <a:off x="4856811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4"/>
          </p:nvPr>
        </p:nvSpPr>
        <p:spPr>
          <a:xfrm>
            <a:off x="4856811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5" name="Google Shape;315;p32"/>
          <p:cNvSpPr txBox="1">
            <a:spLocks noGrp="1"/>
          </p:cNvSpPr>
          <p:nvPr>
            <p:ph type="subTitle" idx="5"/>
          </p:nvPr>
        </p:nvSpPr>
        <p:spPr>
          <a:xfrm>
            <a:off x="8381996" y="330227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16" name="Google Shape;316;p32"/>
          <p:cNvSpPr txBox="1">
            <a:spLocks noGrp="1"/>
          </p:cNvSpPr>
          <p:nvPr>
            <p:ph type="subTitle" idx="6"/>
          </p:nvPr>
        </p:nvSpPr>
        <p:spPr>
          <a:xfrm>
            <a:off x="8381996" y="3946837"/>
            <a:ext cx="2536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D0DF87F-21F4-5C11-7E9A-22621D4112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F770EB-E5DA-0386-E45F-A179D72110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294611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" preserve="1">
  <p:cSld name="09_List4 + box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5333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21" name="Google Shape;321;p33"/>
          <p:cNvSpPr/>
          <p:nvPr/>
        </p:nvSpPr>
        <p:spPr>
          <a:xfrm>
            <a:off x="71298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2" name="Google Shape;322;p33"/>
          <p:cNvSpPr/>
          <p:nvPr/>
        </p:nvSpPr>
        <p:spPr>
          <a:xfrm>
            <a:off x="347086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622874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8986625" y="2891400"/>
            <a:ext cx="2492400" cy="261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5" name="Google Shape;325;p33"/>
          <p:cNvSpPr/>
          <p:nvPr/>
        </p:nvSpPr>
        <p:spPr>
          <a:xfrm rot="10800000" flipH="1">
            <a:off x="71298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6" name="Google Shape;326;p33"/>
          <p:cNvSpPr/>
          <p:nvPr/>
        </p:nvSpPr>
        <p:spPr>
          <a:xfrm rot="10800000" flipH="1">
            <a:off x="347086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7" name="Google Shape;327;p33"/>
          <p:cNvSpPr/>
          <p:nvPr/>
        </p:nvSpPr>
        <p:spPr>
          <a:xfrm rot="10800000" flipH="1">
            <a:off x="622874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8" name="Google Shape;328;p33"/>
          <p:cNvSpPr/>
          <p:nvPr/>
        </p:nvSpPr>
        <p:spPr>
          <a:xfrm rot="10800000" flipH="1">
            <a:off x="8986625" y="2160600"/>
            <a:ext cx="2492400" cy="730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67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29" name="Google Shape;329;p33"/>
          <p:cNvSpPr txBox="1">
            <a:spLocks noGrp="1"/>
          </p:cNvSpPr>
          <p:nvPr>
            <p:ph type="title" idx="2"/>
          </p:nvPr>
        </p:nvSpPr>
        <p:spPr>
          <a:xfrm>
            <a:off x="712985" y="2276475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1"/>
          </p:nvPr>
        </p:nvSpPr>
        <p:spPr>
          <a:xfrm>
            <a:off x="90466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31" name="Google Shape;331;p33"/>
          <p:cNvSpPr txBox="1">
            <a:spLocks noGrp="1"/>
          </p:cNvSpPr>
          <p:nvPr>
            <p:ph type="title" idx="3"/>
          </p:nvPr>
        </p:nvSpPr>
        <p:spPr>
          <a:xfrm>
            <a:off x="347086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title" idx="4"/>
          </p:nvPr>
        </p:nvSpPr>
        <p:spPr>
          <a:xfrm>
            <a:off x="622874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 idx="5"/>
          </p:nvPr>
        </p:nvSpPr>
        <p:spPr>
          <a:xfrm>
            <a:off x="8986625" y="2285763"/>
            <a:ext cx="2492400" cy="5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lvl="0" algn="ctr" rtl="0">
              <a:lnSpc>
                <a:spcPts val="26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400" b="1" spc="-150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Inter"/>
              <a:buNone/>
              <a:defRPr sz="2933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6"/>
          </p:nvPr>
        </p:nvSpPr>
        <p:spPr>
          <a:xfrm>
            <a:off x="3662541" y="32218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7"/>
          </p:nvPr>
        </p:nvSpPr>
        <p:spPr>
          <a:xfrm>
            <a:off x="642042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subTitle" idx="8"/>
          </p:nvPr>
        </p:nvSpPr>
        <p:spPr>
          <a:xfrm>
            <a:off x="9178301" y="3171451"/>
            <a:ext cx="2109200" cy="20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20D7F8-7542-7153-5A5E-6B39F4F15E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69CAD3-D292-6F3C-89DD-6310BFE687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2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+ Box + Icon" preserve="1">
  <p:cSld name="09_List4 + Box + Icon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41" name="Google Shape;341;p34"/>
          <p:cNvSpPr/>
          <p:nvPr/>
        </p:nvSpPr>
        <p:spPr>
          <a:xfrm>
            <a:off x="71298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2" name="Google Shape;342;p34"/>
          <p:cNvSpPr/>
          <p:nvPr/>
        </p:nvSpPr>
        <p:spPr>
          <a:xfrm>
            <a:off x="347086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622874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34"/>
          <p:cNvSpPr/>
          <p:nvPr/>
        </p:nvSpPr>
        <p:spPr>
          <a:xfrm>
            <a:off x="8986625" y="3163800"/>
            <a:ext cx="2492400" cy="2236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34"/>
          <p:cNvSpPr/>
          <p:nvPr/>
        </p:nvSpPr>
        <p:spPr>
          <a:xfrm rot="10800000" flipH="1">
            <a:off x="71298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347086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7" name="Google Shape;347;p34"/>
          <p:cNvSpPr/>
          <p:nvPr/>
        </p:nvSpPr>
        <p:spPr>
          <a:xfrm rot="10800000" flipH="1">
            <a:off x="622874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34"/>
          <p:cNvSpPr/>
          <p:nvPr/>
        </p:nvSpPr>
        <p:spPr>
          <a:xfrm rot="10800000" flipH="1">
            <a:off x="8986625" y="2069000"/>
            <a:ext cx="2492400" cy="10948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34"/>
          <p:cNvSpPr txBox="1">
            <a:spLocks noGrp="1"/>
          </p:cNvSpPr>
          <p:nvPr>
            <p:ph type="subTitle" idx="1"/>
          </p:nvPr>
        </p:nvSpPr>
        <p:spPr>
          <a:xfrm>
            <a:off x="91493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91493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51" name="Google Shape;351;p34"/>
          <p:cNvSpPr txBox="1">
            <a:spLocks noGrp="1"/>
          </p:cNvSpPr>
          <p:nvPr>
            <p:ph type="subTitle" idx="3"/>
          </p:nvPr>
        </p:nvSpPr>
        <p:spPr>
          <a:xfrm>
            <a:off x="367281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subTitle" idx="4"/>
          </p:nvPr>
        </p:nvSpPr>
        <p:spPr>
          <a:xfrm>
            <a:off x="367281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5"/>
          </p:nvPr>
        </p:nvSpPr>
        <p:spPr>
          <a:xfrm>
            <a:off x="643069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4" name="Google Shape;354;p34"/>
          <p:cNvSpPr txBox="1">
            <a:spLocks noGrp="1"/>
          </p:cNvSpPr>
          <p:nvPr>
            <p:ph type="subTitle" idx="6"/>
          </p:nvPr>
        </p:nvSpPr>
        <p:spPr>
          <a:xfrm>
            <a:off x="643069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5" name="Google Shape;355;p34"/>
          <p:cNvSpPr txBox="1">
            <a:spLocks noGrp="1"/>
          </p:cNvSpPr>
          <p:nvPr>
            <p:ph type="subTitle" idx="7"/>
          </p:nvPr>
        </p:nvSpPr>
        <p:spPr>
          <a:xfrm>
            <a:off x="9188576" y="3499063"/>
            <a:ext cx="20884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56" name="Google Shape;356;p34"/>
          <p:cNvSpPr txBox="1">
            <a:spLocks noGrp="1"/>
          </p:cNvSpPr>
          <p:nvPr>
            <p:ph type="subTitle" idx="8"/>
          </p:nvPr>
        </p:nvSpPr>
        <p:spPr>
          <a:xfrm>
            <a:off x="9188576" y="3872837"/>
            <a:ext cx="20884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2BE7A4B-26E0-26F2-2323-7D626208E8B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906F2C-735F-0B76-B204-0B9DF9258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9485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09_List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279096-11BB-53AB-CEFE-950A21309C70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7C89A0-FA15-77D8-2F0A-158D70457D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8719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2" preserve="1">
  <p:cSld name="10_List2">
    <p:bg>
      <p:bgPr>
        <a:solidFill>
          <a:schemeClr val="tx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2143407" y="763525"/>
            <a:ext cx="7886800" cy="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1" name="Google Shape;361;p35"/>
          <p:cNvSpPr txBox="1">
            <a:spLocks noGrp="1"/>
          </p:cNvSpPr>
          <p:nvPr>
            <p:ph type="subTitle" idx="1"/>
          </p:nvPr>
        </p:nvSpPr>
        <p:spPr>
          <a:xfrm>
            <a:off x="1331633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2" name="Google Shape;362;p35"/>
          <p:cNvSpPr txBox="1">
            <a:spLocks noGrp="1"/>
          </p:cNvSpPr>
          <p:nvPr>
            <p:ph type="subTitle" idx="2"/>
          </p:nvPr>
        </p:nvSpPr>
        <p:spPr>
          <a:xfrm>
            <a:off x="1331633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63" name="Google Shape;363;p35"/>
          <p:cNvSpPr txBox="1">
            <a:spLocks noGrp="1"/>
          </p:cNvSpPr>
          <p:nvPr>
            <p:ph type="subTitle" idx="3"/>
          </p:nvPr>
        </p:nvSpPr>
        <p:spPr>
          <a:xfrm>
            <a:off x="7119835" y="3041925"/>
            <a:ext cx="24180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64" name="Google Shape;364;p35"/>
          <p:cNvSpPr txBox="1">
            <a:spLocks noGrp="1"/>
          </p:cNvSpPr>
          <p:nvPr>
            <p:ph type="subTitle" idx="4"/>
          </p:nvPr>
        </p:nvSpPr>
        <p:spPr>
          <a:xfrm>
            <a:off x="7119835" y="3686488"/>
            <a:ext cx="3869200" cy="18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None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7206F51-A649-7186-838A-A3EBEE86944A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312E949-C64A-7DE8-A8C9-A9504040E8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0584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3 Split" preserve="1">
  <p:cSld name="10_List3 Split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"/>
          <p:cNvSpPr/>
          <p:nvPr/>
        </p:nvSpPr>
        <p:spPr>
          <a:xfrm>
            <a:off x="6098300" y="0"/>
            <a:ext cx="6093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36"/>
          <p:cNvSpPr txBox="1">
            <a:spLocks noGrp="1"/>
          </p:cNvSpPr>
          <p:nvPr>
            <p:ph type="body" idx="1"/>
          </p:nvPr>
        </p:nvSpPr>
        <p:spPr>
          <a:xfrm>
            <a:off x="438871" y="1943100"/>
            <a:ext cx="4571600" cy="3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0" name="Google Shape;370;p36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45716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1" name="Google Shape;371;p36"/>
          <p:cNvSpPr txBox="1">
            <a:spLocks noGrp="1"/>
          </p:cNvSpPr>
          <p:nvPr>
            <p:ph type="subTitle" idx="2"/>
          </p:nvPr>
        </p:nvSpPr>
        <p:spPr>
          <a:xfrm>
            <a:off x="7466080" y="1450312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2" name="Google Shape;372;p36"/>
          <p:cNvSpPr txBox="1">
            <a:spLocks noGrp="1"/>
          </p:cNvSpPr>
          <p:nvPr>
            <p:ph type="subTitle" idx="3"/>
          </p:nvPr>
        </p:nvSpPr>
        <p:spPr>
          <a:xfrm>
            <a:off x="7459643" y="876725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73" name="Google Shape;373;p36"/>
          <p:cNvSpPr txBox="1">
            <a:spLocks noGrp="1"/>
          </p:cNvSpPr>
          <p:nvPr>
            <p:ph type="subTitle" idx="4"/>
          </p:nvPr>
        </p:nvSpPr>
        <p:spPr>
          <a:xfrm>
            <a:off x="7466080" y="3440619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4" name="Google Shape;374;p36"/>
          <p:cNvSpPr txBox="1">
            <a:spLocks noGrp="1"/>
          </p:cNvSpPr>
          <p:nvPr>
            <p:ph type="subTitle" idx="5"/>
          </p:nvPr>
        </p:nvSpPr>
        <p:spPr>
          <a:xfrm>
            <a:off x="7459643" y="2867031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5" name="Google Shape;375;p36"/>
          <p:cNvSpPr txBox="1">
            <a:spLocks noGrp="1"/>
          </p:cNvSpPr>
          <p:nvPr>
            <p:ph type="subTitle" idx="6"/>
          </p:nvPr>
        </p:nvSpPr>
        <p:spPr>
          <a:xfrm>
            <a:off x="7466080" y="5430931"/>
            <a:ext cx="3869200" cy="7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subTitle" idx="7"/>
          </p:nvPr>
        </p:nvSpPr>
        <p:spPr>
          <a:xfrm>
            <a:off x="7459643" y="4857344"/>
            <a:ext cx="38692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spc="-150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A7042B-CE2D-3D64-F2A2-07CF5F574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B93419-3C4D-38F0-0002-CCE80BC91D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32622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09_List4 Split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440AF62-D211-A905-5DB8-FE1C87B372D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5101EC-B79A-1178-9DDF-E80233C893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4851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List4 Split" preserve="1">
  <p:cSld name="10_List4 Split">
    <p:bg>
      <p:bgPr>
        <a:solidFill>
          <a:schemeClr val="tx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-3467" y="0"/>
            <a:ext cx="12192000" cy="210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37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8014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2" name="Google Shape;382;p37"/>
          <p:cNvSpPr txBox="1">
            <a:spLocks noGrp="1"/>
          </p:cNvSpPr>
          <p:nvPr>
            <p:ph type="subTitle" idx="1"/>
          </p:nvPr>
        </p:nvSpPr>
        <p:spPr>
          <a:xfrm>
            <a:off x="438871" y="1259425"/>
            <a:ext cx="7296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3" name="Google Shape;383;p37"/>
          <p:cNvSpPr txBox="1">
            <a:spLocks noGrp="1"/>
          </p:cNvSpPr>
          <p:nvPr>
            <p:ph type="subTitle" idx="2"/>
          </p:nvPr>
        </p:nvSpPr>
        <p:spPr>
          <a:xfrm>
            <a:off x="65384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3"/>
          </p:nvPr>
        </p:nvSpPr>
        <p:spPr>
          <a:xfrm>
            <a:off x="65384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subTitle" idx="4"/>
          </p:nvPr>
        </p:nvSpPr>
        <p:spPr>
          <a:xfrm>
            <a:off x="3510305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5"/>
          </p:nvPr>
        </p:nvSpPr>
        <p:spPr>
          <a:xfrm>
            <a:off x="3510305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7" name="Google Shape;387;p37"/>
          <p:cNvSpPr txBox="1">
            <a:spLocks noGrp="1"/>
          </p:cNvSpPr>
          <p:nvPr>
            <p:ph type="subTitle" idx="6"/>
          </p:nvPr>
        </p:nvSpPr>
        <p:spPr>
          <a:xfrm>
            <a:off x="6352787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7"/>
          </p:nvPr>
        </p:nvSpPr>
        <p:spPr>
          <a:xfrm>
            <a:off x="6352787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89" name="Google Shape;389;p37"/>
          <p:cNvSpPr txBox="1">
            <a:spLocks noGrp="1"/>
          </p:cNvSpPr>
          <p:nvPr>
            <p:ph type="subTitle" idx="8"/>
          </p:nvPr>
        </p:nvSpPr>
        <p:spPr>
          <a:xfrm>
            <a:off x="9219453" y="4291233"/>
            <a:ext cx="2314800" cy="16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None/>
              <a:defRPr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0" name="Google Shape;390;p37"/>
          <p:cNvSpPr txBox="1">
            <a:spLocks noGrp="1"/>
          </p:cNvSpPr>
          <p:nvPr>
            <p:ph type="subTitle" idx="9"/>
          </p:nvPr>
        </p:nvSpPr>
        <p:spPr>
          <a:xfrm>
            <a:off x="9219453" y="3717645"/>
            <a:ext cx="23148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845A1-D82A-7BAD-A3CF-CC6BCF8B5E4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746D0-4AF2-2F8A-87B5-0DF291E30B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53023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Heavy" preserve="1">
  <p:cSld name="02_AgendaHeavy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/>
          <p:nvPr/>
        </p:nvSpPr>
        <p:spPr>
          <a:xfrm>
            <a:off x="6098300" y="-9525"/>
            <a:ext cx="6111200" cy="686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Inter"/>
            </a:endParaRPr>
          </a:p>
        </p:txBody>
      </p:sp>
      <p:sp>
        <p:nvSpPr>
          <p:cNvPr id="395" name="Google Shape;395;p38"/>
          <p:cNvSpPr txBox="1">
            <a:spLocks noGrp="1"/>
          </p:cNvSpPr>
          <p:nvPr>
            <p:ph type="title"/>
          </p:nvPr>
        </p:nvSpPr>
        <p:spPr>
          <a:xfrm>
            <a:off x="458143" y="457200"/>
            <a:ext cx="46484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body" idx="1"/>
          </p:nvPr>
        </p:nvSpPr>
        <p:spPr>
          <a:xfrm>
            <a:off x="438871" y="1971675"/>
            <a:ext cx="3494800" cy="3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2"/>
          </p:nvPr>
        </p:nvSpPr>
        <p:spPr>
          <a:xfrm>
            <a:off x="6915848" y="457200"/>
            <a:ext cx="4476000" cy="51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609585" lvl="0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○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■"/>
              <a:defRPr sz="24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D43114-F454-F56F-87B9-0999A54B6DF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C0F658-1115-EA83-099E-915A2C1FE0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3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F0095"/>
          </p15:clr>
        </p15:guide>
        <p15:guide id="2" orient="horz" pos="959">
          <p15:clr>
            <a:srgbClr val="FF0095"/>
          </p15:clr>
        </p15:guide>
        <p15:guide id="3" orient="horz" pos="1199">
          <p15:clr>
            <a:srgbClr val="FF0095"/>
          </p15:clr>
        </p15:guide>
        <p15:guide id="4" orient="horz" pos="1440">
          <p15:clr>
            <a:srgbClr val="FF0095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ack" preserve="1">
  <p:cSld name="00_Blank_Black">
    <p:bg>
      <p:bgPr>
        <a:gradFill>
          <a:gsLst>
            <a:gs pos="0">
              <a:schemeClr val="tx1"/>
            </a:gs>
            <a:gs pos="100000">
              <a:schemeClr val="bg2"/>
            </a:gs>
          </a:gsLst>
          <a:lin ang="18900000" scaled="1"/>
        </a:gra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501E2A9-EB33-2793-D600-F8046B43012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BD30E9-A67E-D479-E6B1-7C6F60E0D8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2322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_Blank_Blue" preserve="1">
  <p:cSld name="00_Blank_Blue">
    <p:bg>
      <p:bgPr>
        <a:solidFill>
          <a:schemeClr val="accent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4EBE87F-F323-2381-21AA-EFE874098B1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5E29DB8-4179-2CEA-3BE2-A690BB5B9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09857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" preserve="1">
  <p:cSld name="03_Text-heavy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8534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8" name="Google Shape;408;p41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8534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09" name="Google Shape;409;p41"/>
          <p:cNvSpPr txBox="1">
            <a:spLocks noGrp="1"/>
          </p:cNvSpPr>
          <p:nvPr>
            <p:ph type="body" idx="2"/>
          </p:nvPr>
        </p:nvSpPr>
        <p:spPr>
          <a:xfrm>
            <a:off x="440357" y="1873251"/>
            <a:ext cx="73152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ED10B7E-4268-71DD-047E-93AF7B76D53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B4C079-61AE-5182-32B7-9D56FB2F30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642961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2" preserve="1">
  <p:cSld name="07_Timeline2">
    <p:bg>
      <p:bgPr>
        <a:solidFill>
          <a:srgbClr val="00001E">
            <a:alpha val="0"/>
          </a:srgbClr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0" y="0"/>
            <a:ext cx="12192000" cy="6217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4" name="Google Shape;414;p42"/>
          <p:cNvSpPr/>
          <p:nvPr/>
        </p:nvSpPr>
        <p:spPr>
          <a:xfrm>
            <a:off x="620333" y="2245633"/>
            <a:ext cx="11736400" cy="48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15" name="Google Shape;415;p42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42412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16" name="Google Shape;416;p42"/>
          <p:cNvSpPr txBox="1">
            <a:spLocks noGrp="1"/>
          </p:cNvSpPr>
          <p:nvPr>
            <p:ph type="body" idx="1"/>
          </p:nvPr>
        </p:nvSpPr>
        <p:spPr>
          <a:xfrm>
            <a:off x="659549" y="2582529"/>
            <a:ext cx="2827200" cy="29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38500D3-BD8E-273E-B023-676F9180A3B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3E1C01D-33B3-F819-ED15-1F8CB2FB66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9824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07_Timeline1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3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0DCED3D-5B9E-8E54-7DEE-15105E30DD0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397FFA8-7745-E0B2-F758-8C40B94ECC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1198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1" preserve="1">
  <p:cSld name="8_Timeline1"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3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1" name="Google Shape;421;p43"/>
          <p:cNvSpPr txBox="1">
            <a:spLocks noGrp="1"/>
          </p:cNvSpPr>
          <p:nvPr>
            <p:ph type="body" idx="1"/>
          </p:nvPr>
        </p:nvSpPr>
        <p:spPr>
          <a:xfrm>
            <a:off x="439583" y="4049963"/>
            <a:ext cx="2827200" cy="2054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22" name="Google Shape;422;p43"/>
          <p:cNvSpPr/>
          <p:nvPr/>
        </p:nvSpPr>
        <p:spPr>
          <a:xfrm>
            <a:off x="440357" y="3476563"/>
            <a:ext cx="11751600" cy="17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10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4B74730-4B78-DB3A-97CD-E104EC3559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6248A50-C64D-223E-48D8-A5107C42AA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20665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Timeline3" preserve="1">
  <p:cSld name="07_Timeline3">
    <p:bg>
      <p:bgPr>
        <a:solidFill>
          <a:schemeClr val="bg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4"/>
          <p:cNvSpPr txBox="1">
            <a:spLocks noGrp="1"/>
          </p:cNvSpPr>
          <p:nvPr>
            <p:ph type="title"/>
          </p:nvPr>
        </p:nvSpPr>
        <p:spPr>
          <a:xfrm>
            <a:off x="3290367" y="2989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 dirty="0"/>
          </a:p>
        </p:txBody>
      </p:sp>
      <p:sp>
        <p:nvSpPr>
          <p:cNvPr id="427" name="Google Shape;427;p44"/>
          <p:cNvSpPr txBox="1">
            <a:spLocks noGrp="1"/>
          </p:cNvSpPr>
          <p:nvPr>
            <p:ph type="title" idx="2"/>
          </p:nvPr>
        </p:nvSpPr>
        <p:spPr>
          <a:xfrm>
            <a:off x="3290367" y="7359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8" name="Google Shape;428;p44"/>
          <p:cNvSpPr txBox="1">
            <a:spLocks noGrp="1"/>
          </p:cNvSpPr>
          <p:nvPr>
            <p:ph type="title" idx="3"/>
          </p:nvPr>
        </p:nvSpPr>
        <p:spPr>
          <a:xfrm>
            <a:off x="3290367" y="11729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29" name="Google Shape;429;p44"/>
          <p:cNvSpPr txBox="1">
            <a:spLocks noGrp="1"/>
          </p:cNvSpPr>
          <p:nvPr>
            <p:ph type="title" idx="4"/>
          </p:nvPr>
        </p:nvSpPr>
        <p:spPr>
          <a:xfrm>
            <a:off x="3290367" y="16100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0" name="Google Shape;430;p44"/>
          <p:cNvSpPr txBox="1">
            <a:spLocks noGrp="1"/>
          </p:cNvSpPr>
          <p:nvPr>
            <p:ph type="title" idx="5"/>
          </p:nvPr>
        </p:nvSpPr>
        <p:spPr>
          <a:xfrm>
            <a:off x="3290367" y="2047033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1" name="Google Shape;431;p44"/>
          <p:cNvSpPr txBox="1">
            <a:spLocks noGrp="1"/>
          </p:cNvSpPr>
          <p:nvPr>
            <p:ph type="title" idx="6"/>
          </p:nvPr>
        </p:nvSpPr>
        <p:spPr>
          <a:xfrm>
            <a:off x="3290367" y="24840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2" name="Google Shape;432;p44"/>
          <p:cNvSpPr txBox="1">
            <a:spLocks noGrp="1"/>
          </p:cNvSpPr>
          <p:nvPr>
            <p:ph type="title" idx="7"/>
          </p:nvPr>
        </p:nvSpPr>
        <p:spPr>
          <a:xfrm>
            <a:off x="3290367" y="292106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3" name="Google Shape;433;p44"/>
          <p:cNvSpPr txBox="1">
            <a:spLocks noGrp="1"/>
          </p:cNvSpPr>
          <p:nvPr>
            <p:ph type="title" idx="8"/>
          </p:nvPr>
        </p:nvSpPr>
        <p:spPr>
          <a:xfrm>
            <a:off x="3290367" y="33581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4" name="Google Shape;434;p44"/>
          <p:cNvSpPr txBox="1">
            <a:spLocks noGrp="1"/>
          </p:cNvSpPr>
          <p:nvPr>
            <p:ph type="title" idx="9"/>
          </p:nvPr>
        </p:nvSpPr>
        <p:spPr>
          <a:xfrm>
            <a:off x="3290367" y="3795117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5" name="Google Shape;435;p44"/>
          <p:cNvSpPr txBox="1">
            <a:spLocks noGrp="1"/>
          </p:cNvSpPr>
          <p:nvPr>
            <p:ph type="title" idx="13"/>
          </p:nvPr>
        </p:nvSpPr>
        <p:spPr>
          <a:xfrm>
            <a:off x="3290367" y="4243351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title" idx="14"/>
          </p:nvPr>
        </p:nvSpPr>
        <p:spPr>
          <a:xfrm>
            <a:off x="3290367" y="4680384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7" name="Google Shape;437;p44"/>
          <p:cNvSpPr txBox="1">
            <a:spLocks noGrp="1"/>
          </p:cNvSpPr>
          <p:nvPr>
            <p:ph type="title" idx="15"/>
          </p:nvPr>
        </p:nvSpPr>
        <p:spPr>
          <a:xfrm>
            <a:off x="3290367" y="5117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title" idx="16"/>
          </p:nvPr>
        </p:nvSpPr>
        <p:spPr>
          <a:xfrm>
            <a:off x="3290367" y="5554400"/>
            <a:ext cx="3758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JetBrains Mono SemiBold"/>
              <a:buNone/>
              <a:defRPr sz="1467">
                <a:solidFill>
                  <a:schemeClr val="accent2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defRPr>
            </a:lvl9pPr>
          </a:lstStyle>
          <a:p>
            <a:endParaRPr/>
          </a:p>
        </p:txBody>
      </p:sp>
      <p:cxnSp>
        <p:nvCxnSpPr>
          <p:cNvPr id="439" name="Google Shape;439;p44"/>
          <p:cNvCxnSpPr/>
          <p:nvPr/>
        </p:nvCxnSpPr>
        <p:spPr>
          <a:xfrm>
            <a:off x="7187800" y="350992"/>
            <a:ext cx="0" cy="65268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440" name="Google Shape;440;p44"/>
          <p:cNvSpPr txBox="1">
            <a:spLocks noGrp="1"/>
          </p:cNvSpPr>
          <p:nvPr>
            <p:ph type="title" idx="17"/>
          </p:nvPr>
        </p:nvSpPr>
        <p:spPr>
          <a:xfrm>
            <a:off x="7326433" y="2989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441" name="Google Shape;441;p44"/>
          <p:cNvSpPr txBox="1">
            <a:spLocks noGrp="1"/>
          </p:cNvSpPr>
          <p:nvPr>
            <p:ph type="title" idx="18"/>
          </p:nvPr>
        </p:nvSpPr>
        <p:spPr>
          <a:xfrm>
            <a:off x="7326433" y="7359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2" name="Google Shape;442;p44"/>
          <p:cNvSpPr txBox="1">
            <a:spLocks noGrp="1"/>
          </p:cNvSpPr>
          <p:nvPr>
            <p:ph type="title" idx="19"/>
          </p:nvPr>
        </p:nvSpPr>
        <p:spPr>
          <a:xfrm>
            <a:off x="7326433" y="11729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3" name="Google Shape;443;p44"/>
          <p:cNvSpPr txBox="1">
            <a:spLocks noGrp="1"/>
          </p:cNvSpPr>
          <p:nvPr>
            <p:ph type="title" idx="20"/>
          </p:nvPr>
        </p:nvSpPr>
        <p:spPr>
          <a:xfrm>
            <a:off x="7326433" y="16100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4" name="Google Shape;444;p44"/>
          <p:cNvSpPr txBox="1">
            <a:spLocks noGrp="1"/>
          </p:cNvSpPr>
          <p:nvPr>
            <p:ph type="title" idx="21"/>
          </p:nvPr>
        </p:nvSpPr>
        <p:spPr>
          <a:xfrm>
            <a:off x="7326433" y="2047033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5" name="Google Shape;445;p44"/>
          <p:cNvSpPr txBox="1">
            <a:spLocks noGrp="1"/>
          </p:cNvSpPr>
          <p:nvPr>
            <p:ph type="title" idx="22"/>
          </p:nvPr>
        </p:nvSpPr>
        <p:spPr>
          <a:xfrm>
            <a:off x="7326433" y="24840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6" name="Google Shape;446;p44"/>
          <p:cNvSpPr txBox="1">
            <a:spLocks noGrp="1"/>
          </p:cNvSpPr>
          <p:nvPr>
            <p:ph type="title" idx="23"/>
          </p:nvPr>
        </p:nvSpPr>
        <p:spPr>
          <a:xfrm>
            <a:off x="7326433" y="292106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7" name="Google Shape;447;p44"/>
          <p:cNvSpPr txBox="1">
            <a:spLocks noGrp="1"/>
          </p:cNvSpPr>
          <p:nvPr>
            <p:ph type="title" idx="24"/>
          </p:nvPr>
        </p:nvSpPr>
        <p:spPr>
          <a:xfrm>
            <a:off x="7326433" y="33581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8" name="Google Shape;448;p44"/>
          <p:cNvSpPr txBox="1">
            <a:spLocks noGrp="1"/>
          </p:cNvSpPr>
          <p:nvPr>
            <p:ph type="title" idx="25"/>
          </p:nvPr>
        </p:nvSpPr>
        <p:spPr>
          <a:xfrm>
            <a:off x="7326433" y="3795117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49" name="Google Shape;449;p44"/>
          <p:cNvSpPr txBox="1">
            <a:spLocks noGrp="1"/>
          </p:cNvSpPr>
          <p:nvPr>
            <p:ph type="title" idx="26"/>
          </p:nvPr>
        </p:nvSpPr>
        <p:spPr>
          <a:xfrm>
            <a:off x="7326433" y="4243351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title" idx="27"/>
          </p:nvPr>
        </p:nvSpPr>
        <p:spPr>
          <a:xfrm>
            <a:off x="7326433" y="4680384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title" idx="28"/>
          </p:nvPr>
        </p:nvSpPr>
        <p:spPr>
          <a:xfrm>
            <a:off x="7326433" y="5117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452" name="Google Shape;452;p44"/>
          <p:cNvSpPr txBox="1">
            <a:spLocks noGrp="1"/>
          </p:cNvSpPr>
          <p:nvPr>
            <p:ph type="title" idx="29"/>
          </p:nvPr>
        </p:nvSpPr>
        <p:spPr>
          <a:xfrm>
            <a:off x="7326433" y="5554400"/>
            <a:ext cx="42932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333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E7626DD-CA14-F5F7-B8BD-86207D1CB73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43E09E-28E9-7501-3BD2-8280FE32FE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8904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03_Text-heavy 3 columns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E4C2EF-7426-892A-30B1-852FB52FE0A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80729B-5AEF-3682-7844-FA0AC6EF18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6291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3 columns" preserve="1">
  <p:cSld name="4_Text-heavy 3 columns">
    <p:bg>
      <p:bgPr>
        <a:solidFill>
          <a:schemeClr val="tx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5"/>
          <p:cNvSpPr/>
          <p:nvPr/>
        </p:nvSpPr>
        <p:spPr>
          <a:xfrm>
            <a:off x="440367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7" name="Google Shape;457;p45"/>
          <p:cNvSpPr/>
          <p:nvPr/>
        </p:nvSpPr>
        <p:spPr>
          <a:xfrm>
            <a:off x="4276333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58" name="Google Shape;458;p45"/>
          <p:cNvSpPr/>
          <p:nvPr/>
        </p:nvSpPr>
        <p:spPr>
          <a:xfrm>
            <a:off x="8112300" y="2127433"/>
            <a:ext cx="3394800" cy="3538400"/>
          </a:xfrm>
          <a:prstGeom prst="roundRect">
            <a:avLst>
              <a:gd name="adj" fmla="val 2644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59" name="Google Shape;459;p45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0" name="Google Shape;460;p45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61" name="Google Shape;461;p45"/>
          <p:cNvSpPr txBox="1">
            <a:spLocks noGrp="1"/>
          </p:cNvSpPr>
          <p:nvPr>
            <p:ph type="body" idx="2"/>
          </p:nvPr>
        </p:nvSpPr>
        <p:spPr>
          <a:xfrm>
            <a:off x="660767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2" name="Google Shape;462;p45"/>
          <p:cNvSpPr txBox="1">
            <a:spLocks noGrp="1"/>
          </p:cNvSpPr>
          <p:nvPr>
            <p:ph type="body" idx="3"/>
          </p:nvPr>
        </p:nvSpPr>
        <p:spPr>
          <a:xfrm>
            <a:off x="660767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3" name="Google Shape;463;p45"/>
          <p:cNvSpPr txBox="1">
            <a:spLocks noGrp="1"/>
          </p:cNvSpPr>
          <p:nvPr>
            <p:ph type="body" idx="4"/>
          </p:nvPr>
        </p:nvSpPr>
        <p:spPr>
          <a:xfrm>
            <a:off x="44967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4" name="Google Shape;464;p45"/>
          <p:cNvSpPr txBox="1">
            <a:spLocks noGrp="1"/>
          </p:cNvSpPr>
          <p:nvPr>
            <p:ph type="body" idx="5"/>
          </p:nvPr>
        </p:nvSpPr>
        <p:spPr>
          <a:xfrm>
            <a:off x="44967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5" name="Google Shape;465;p45"/>
          <p:cNvSpPr txBox="1">
            <a:spLocks noGrp="1"/>
          </p:cNvSpPr>
          <p:nvPr>
            <p:ph type="body" idx="6"/>
          </p:nvPr>
        </p:nvSpPr>
        <p:spPr>
          <a:xfrm>
            <a:off x="8333933" y="2698000"/>
            <a:ext cx="29540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66" name="Google Shape;466;p45"/>
          <p:cNvSpPr txBox="1">
            <a:spLocks noGrp="1"/>
          </p:cNvSpPr>
          <p:nvPr>
            <p:ph type="body" idx="7"/>
          </p:nvPr>
        </p:nvSpPr>
        <p:spPr>
          <a:xfrm>
            <a:off x="8333933" y="2328467"/>
            <a:ext cx="29540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181E9BA-4B9E-435D-CC52-F624DF9F19D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F62B0-2FE0-1997-42C2-6C20BF126C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8611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03_Text-heavy 4 columns 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tx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693655A-9FE5-1E6B-E892-DFF645BB6F9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639FBC1-36EA-7FFF-39C5-C3A345E92A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4281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" preserve="1">
  <p:cSld name="4_Text-heavy 4 columns "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6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71" name="Google Shape;471;p46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2" name="Google Shape;472;p46"/>
          <p:cNvSpPr/>
          <p:nvPr/>
        </p:nvSpPr>
        <p:spPr>
          <a:xfrm>
            <a:off x="44036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336542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6290477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9215533" y="2119467"/>
            <a:ext cx="2537600" cy="353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243833" rIns="243833" bIns="243833" anchor="t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</a:endParaRPr>
          </a:p>
        </p:txBody>
      </p:sp>
      <p:sp>
        <p:nvSpPr>
          <p:cNvPr id="476" name="Google Shape;476;p46"/>
          <p:cNvSpPr txBox="1">
            <a:spLocks noGrp="1"/>
          </p:cNvSpPr>
          <p:nvPr>
            <p:ph type="body" idx="2"/>
          </p:nvPr>
        </p:nvSpPr>
        <p:spPr>
          <a:xfrm>
            <a:off x="608933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7" name="Google Shape;477;p46"/>
          <p:cNvSpPr txBox="1">
            <a:spLocks noGrp="1"/>
          </p:cNvSpPr>
          <p:nvPr>
            <p:ph type="body" idx="3"/>
          </p:nvPr>
        </p:nvSpPr>
        <p:spPr>
          <a:xfrm>
            <a:off x="608933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8" name="Google Shape;478;p46"/>
          <p:cNvSpPr txBox="1">
            <a:spLocks noGrp="1"/>
          </p:cNvSpPr>
          <p:nvPr>
            <p:ph type="body" idx="4"/>
          </p:nvPr>
        </p:nvSpPr>
        <p:spPr>
          <a:xfrm>
            <a:off x="353101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79" name="Google Shape;479;p46"/>
          <p:cNvSpPr txBox="1">
            <a:spLocks noGrp="1"/>
          </p:cNvSpPr>
          <p:nvPr>
            <p:ph type="body" idx="5"/>
          </p:nvPr>
        </p:nvSpPr>
        <p:spPr>
          <a:xfrm>
            <a:off x="353101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0" name="Google Shape;480;p46"/>
          <p:cNvSpPr txBox="1">
            <a:spLocks noGrp="1"/>
          </p:cNvSpPr>
          <p:nvPr>
            <p:ph type="body" idx="6"/>
          </p:nvPr>
        </p:nvSpPr>
        <p:spPr>
          <a:xfrm>
            <a:off x="6456067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1" name="Google Shape;481;p46"/>
          <p:cNvSpPr txBox="1">
            <a:spLocks noGrp="1"/>
          </p:cNvSpPr>
          <p:nvPr>
            <p:ph type="body" idx="7"/>
          </p:nvPr>
        </p:nvSpPr>
        <p:spPr>
          <a:xfrm>
            <a:off x="6456067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2" name="Google Shape;482;p46"/>
          <p:cNvSpPr txBox="1">
            <a:spLocks noGrp="1"/>
          </p:cNvSpPr>
          <p:nvPr>
            <p:ph type="body" idx="8"/>
          </p:nvPr>
        </p:nvSpPr>
        <p:spPr>
          <a:xfrm>
            <a:off x="9381100" y="2698000"/>
            <a:ext cx="2206400" cy="26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3" name="Google Shape;483;p46"/>
          <p:cNvSpPr txBox="1">
            <a:spLocks noGrp="1"/>
          </p:cNvSpPr>
          <p:nvPr>
            <p:ph type="body" idx="9"/>
          </p:nvPr>
        </p:nvSpPr>
        <p:spPr>
          <a:xfrm>
            <a:off x="9381100" y="2328467"/>
            <a:ext cx="22064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bg1"/>
                </a:solidFill>
                <a:latin typeface="DM Sans 14pt" pitchFamily="2" charset="77"/>
                <a:ea typeface="Inter"/>
                <a:cs typeface="DM Sans 14pt" pitchFamily="2" charset="77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98D5008-59A9-F0B7-1141-F8EBFD3764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D0EAC44-1D05-4D28-4CC1-046AA90792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003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03_Text-heavy 4 columns 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235989-249A-188D-2C64-2D7A9E46E902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5D0B72-885D-7DF2-C77A-873C3244B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1528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4 columns  2" preserve="1">
  <p:cSld name="4_Text-heavy 4 columns  2">
    <p:bg>
      <p:bgPr>
        <a:solidFill>
          <a:schemeClr val="tx1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89" name="Google Shape;489;p47"/>
          <p:cNvSpPr/>
          <p:nvPr/>
        </p:nvSpPr>
        <p:spPr>
          <a:xfrm>
            <a:off x="488468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0" name="Google Shape;490;p47"/>
          <p:cNvSpPr/>
          <p:nvPr/>
        </p:nvSpPr>
        <p:spPr>
          <a:xfrm>
            <a:off x="6118979" y="2130733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380990" lvl="0" indent="-380990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1" name="Google Shape;491;p47"/>
          <p:cNvSpPr/>
          <p:nvPr/>
        </p:nvSpPr>
        <p:spPr>
          <a:xfrm>
            <a:off x="488468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6118979" y="4079467"/>
            <a:ext cx="5260000" cy="1578400"/>
          </a:xfrm>
          <a:prstGeom prst="roundRect">
            <a:avLst>
              <a:gd name="adj" fmla="val 500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3" name="Google Shape;493;p47"/>
          <p:cNvSpPr txBox="1">
            <a:spLocks noGrp="1"/>
          </p:cNvSpPr>
          <p:nvPr>
            <p:ph type="body" idx="2"/>
          </p:nvPr>
        </p:nvSpPr>
        <p:spPr>
          <a:xfrm>
            <a:off x="691667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4" name="Google Shape;494;p47"/>
          <p:cNvSpPr txBox="1">
            <a:spLocks noGrp="1"/>
          </p:cNvSpPr>
          <p:nvPr>
            <p:ph type="body" idx="3"/>
          </p:nvPr>
        </p:nvSpPr>
        <p:spPr>
          <a:xfrm>
            <a:off x="691667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5" name="Google Shape;495;p47"/>
          <p:cNvSpPr txBox="1">
            <a:spLocks noGrp="1"/>
          </p:cNvSpPr>
          <p:nvPr>
            <p:ph type="body" idx="4"/>
          </p:nvPr>
        </p:nvSpPr>
        <p:spPr>
          <a:xfrm>
            <a:off x="6290651" y="2681784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6" name="Google Shape;496;p47"/>
          <p:cNvSpPr txBox="1">
            <a:spLocks noGrp="1"/>
          </p:cNvSpPr>
          <p:nvPr>
            <p:ph type="body" idx="5"/>
          </p:nvPr>
        </p:nvSpPr>
        <p:spPr>
          <a:xfrm>
            <a:off x="6290651" y="2299667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7" name="Google Shape;497;p47"/>
          <p:cNvSpPr txBox="1">
            <a:spLocks noGrp="1"/>
          </p:cNvSpPr>
          <p:nvPr>
            <p:ph type="body" idx="6"/>
          </p:nvPr>
        </p:nvSpPr>
        <p:spPr>
          <a:xfrm>
            <a:off x="6290651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body" idx="7"/>
          </p:nvPr>
        </p:nvSpPr>
        <p:spPr>
          <a:xfrm>
            <a:off x="6290651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99" name="Google Shape;499;p47"/>
          <p:cNvSpPr txBox="1">
            <a:spLocks noGrp="1"/>
          </p:cNvSpPr>
          <p:nvPr>
            <p:ph type="body" idx="8"/>
          </p:nvPr>
        </p:nvSpPr>
        <p:spPr>
          <a:xfrm>
            <a:off x="691667" y="4626117"/>
            <a:ext cx="46488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0" name="Google Shape;500;p47"/>
          <p:cNvSpPr txBox="1">
            <a:spLocks noGrp="1"/>
          </p:cNvSpPr>
          <p:nvPr>
            <p:ph type="body" idx="9"/>
          </p:nvPr>
        </p:nvSpPr>
        <p:spPr>
          <a:xfrm>
            <a:off x="691667" y="4244000"/>
            <a:ext cx="4648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08F6ACA-1A3A-C30D-6F76-17DF4D088D8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D860E33-1B90-889A-6A23-4D220156F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8188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Custom Layout 7">
    <p:bg>
      <p:bgRef idx="1001">
        <a:schemeClr val="bg1"/>
      </p:bgRef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70" y="6348550"/>
            <a:ext cx="1190294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32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 preserve="1">
  <p:cSld name="1_Custom Layout 7">
    <p:bg>
      <p:bgPr>
        <a:solidFill>
          <a:schemeClr val="tx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1"/>
          <p:cNvSpPr txBox="1">
            <a:spLocks noGrp="1"/>
          </p:cNvSpPr>
          <p:nvPr>
            <p:ph type="title"/>
          </p:nvPr>
        </p:nvSpPr>
        <p:spPr>
          <a:xfrm>
            <a:off x="1468433" y="457200"/>
            <a:ext cx="9058800" cy="17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ter"/>
              <a:buNone/>
              <a:defRPr sz="2267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903D56E2-676C-13FA-92ED-B18D21E7C0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22714" r="5059" b="43998"/>
          <a:stretch>
            <a:fillRect/>
          </a:stretch>
        </p:blipFill>
        <p:spPr>
          <a:xfrm>
            <a:off x="-1" y="2252400"/>
            <a:ext cx="12192001" cy="3823099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BEECE37-6C5B-C110-2058-AE95F1C10F1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71AFF67-E9A5-BBE6-D006-E8D89E226C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0776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4_Text-heavy 2 columns"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CA9D55-B4AB-9A17-09DE-25AE503BE995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104D42-46EA-8201-57C5-D7B1099C8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32197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ext-heavy 2 columns" preserve="1">
  <p:cSld name="5_Text-heavy 2 columns">
    <p:bg>
      <p:bgPr>
        <a:solidFill>
          <a:schemeClr val="tx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>
            <a:spLocks noGrp="1"/>
          </p:cNvSpPr>
          <p:nvPr>
            <p:ph type="title"/>
          </p:nvPr>
        </p:nvSpPr>
        <p:spPr>
          <a:xfrm>
            <a:off x="440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267" b="0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subTitle" idx="1"/>
          </p:nvPr>
        </p:nvSpPr>
        <p:spPr>
          <a:xfrm>
            <a:off x="440357" y="1176112"/>
            <a:ext cx="6990400" cy="3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spc="-150">
                <a:solidFill>
                  <a:schemeClr val="bg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/>
          <p:nvPr/>
        </p:nvSpPr>
        <p:spPr>
          <a:xfrm>
            <a:off x="440367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Google Shape;507;p48"/>
          <p:cNvSpPr/>
          <p:nvPr/>
        </p:nvSpPr>
        <p:spPr>
          <a:xfrm>
            <a:off x="6254500" y="2691700"/>
            <a:ext cx="5340000" cy="1926000"/>
          </a:xfrm>
          <a:prstGeom prst="roundRect">
            <a:avLst>
              <a:gd name="adj" fmla="val 359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33" tIns="121900" rIns="121900" bIns="121900" anchor="ctr" anchorCtr="0">
            <a:noAutofit/>
          </a:bodyPr>
          <a:lstStyle/>
          <a:p>
            <a:pPr marL="228594" lvl="0" indent="-228594" algn="l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Char char="•"/>
            </a:pPr>
            <a:endParaRPr sz="1467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48"/>
          <p:cNvSpPr txBox="1">
            <a:spLocks noGrp="1"/>
          </p:cNvSpPr>
          <p:nvPr>
            <p:ph type="body" idx="2"/>
          </p:nvPr>
        </p:nvSpPr>
        <p:spPr>
          <a:xfrm>
            <a:off x="659533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09" name="Google Shape;509;p48"/>
          <p:cNvSpPr txBox="1">
            <a:spLocks noGrp="1"/>
          </p:cNvSpPr>
          <p:nvPr>
            <p:ph type="body" idx="3"/>
          </p:nvPr>
        </p:nvSpPr>
        <p:spPr>
          <a:xfrm>
            <a:off x="659533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0" name="Google Shape;510;p48"/>
          <p:cNvSpPr txBox="1">
            <a:spLocks noGrp="1"/>
          </p:cNvSpPr>
          <p:nvPr>
            <p:ph type="body" idx="4"/>
          </p:nvPr>
        </p:nvSpPr>
        <p:spPr>
          <a:xfrm>
            <a:off x="6454100" y="3304769"/>
            <a:ext cx="4940800" cy="10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467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11" name="Google Shape;511;p48"/>
          <p:cNvSpPr txBox="1">
            <a:spLocks noGrp="1"/>
          </p:cNvSpPr>
          <p:nvPr>
            <p:ph type="body" idx="5"/>
          </p:nvPr>
        </p:nvSpPr>
        <p:spPr>
          <a:xfrm>
            <a:off x="6454100" y="2922633"/>
            <a:ext cx="4940800" cy="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-7938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800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76609F7-1B32-0AEB-6868-A697C76983C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C3E98DB-9296-EA74-5FC7-7232223E28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07267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 preserve="1">
  <p:cSld name="Custom Layout 3">
    <p:bg>
      <p:bgPr>
        <a:solidFill>
          <a:schemeClr val="tx1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4FFFE654-7A6B-5454-D10B-A7A0930A6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29" name="Google Shape;529;p52"/>
          <p:cNvSpPr/>
          <p:nvPr/>
        </p:nvSpPr>
        <p:spPr>
          <a:xfrm>
            <a:off x="885600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0" name="Google Shape;530;p52"/>
          <p:cNvSpPr/>
          <p:nvPr/>
        </p:nvSpPr>
        <p:spPr>
          <a:xfrm>
            <a:off x="4493217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1" name="Google Shape;531;p52"/>
          <p:cNvSpPr/>
          <p:nvPr/>
        </p:nvSpPr>
        <p:spPr>
          <a:xfrm>
            <a:off x="8100851" y="16736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2" name="Google Shape;532;p52"/>
          <p:cNvSpPr/>
          <p:nvPr/>
        </p:nvSpPr>
        <p:spPr>
          <a:xfrm>
            <a:off x="26279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3" name="Google Shape;533;p52"/>
          <p:cNvSpPr/>
          <p:nvPr/>
        </p:nvSpPr>
        <p:spPr>
          <a:xfrm>
            <a:off x="6235584" y="3758000"/>
            <a:ext cx="3334400" cy="17556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4" name="Google Shape;534;p52"/>
          <p:cNvSpPr txBox="1">
            <a:spLocks noGrp="1"/>
          </p:cNvSpPr>
          <p:nvPr>
            <p:ph type="title"/>
          </p:nvPr>
        </p:nvSpPr>
        <p:spPr>
          <a:xfrm>
            <a:off x="2603357" y="457200"/>
            <a:ext cx="6990400" cy="7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48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5" name="Google Shape;535;p52"/>
          <p:cNvSpPr txBox="1">
            <a:spLocks noGrp="1"/>
          </p:cNvSpPr>
          <p:nvPr>
            <p:ph type="subTitle" idx="1"/>
          </p:nvPr>
        </p:nvSpPr>
        <p:spPr>
          <a:xfrm>
            <a:off x="10648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36" name="Google Shape;536;p52"/>
          <p:cNvSpPr txBox="1">
            <a:spLocks noGrp="1"/>
          </p:cNvSpPr>
          <p:nvPr>
            <p:ph type="title" idx="2"/>
          </p:nvPr>
        </p:nvSpPr>
        <p:spPr>
          <a:xfrm>
            <a:off x="10648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37" name="Google Shape;537;p52"/>
          <p:cNvSpPr txBox="1">
            <a:spLocks noGrp="1"/>
          </p:cNvSpPr>
          <p:nvPr>
            <p:ph type="subTitle" idx="3"/>
          </p:nvPr>
        </p:nvSpPr>
        <p:spPr>
          <a:xfrm>
            <a:off x="46764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title" idx="4"/>
          </p:nvPr>
        </p:nvSpPr>
        <p:spPr>
          <a:xfrm>
            <a:off x="46764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subTitle" idx="5"/>
          </p:nvPr>
        </p:nvSpPr>
        <p:spPr>
          <a:xfrm>
            <a:off x="8288033" y="26441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 txBox="1">
            <a:spLocks noGrp="1"/>
          </p:cNvSpPr>
          <p:nvPr>
            <p:ph type="title" idx="6"/>
          </p:nvPr>
        </p:nvSpPr>
        <p:spPr>
          <a:xfrm>
            <a:off x="8288033" y="19259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1" name="Google Shape;541;p52"/>
          <p:cNvSpPr txBox="1">
            <a:spLocks noGrp="1"/>
          </p:cNvSpPr>
          <p:nvPr>
            <p:ph type="subTitle" idx="7"/>
          </p:nvPr>
        </p:nvSpPr>
        <p:spPr>
          <a:xfrm>
            <a:off x="28112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2" name="Google Shape;542;p52"/>
          <p:cNvSpPr txBox="1">
            <a:spLocks noGrp="1"/>
          </p:cNvSpPr>
          <p:nvPr>
            <p:ph type="title" idx="8"/>
          </p:nvPr>
        </p:nvSpPr>
        <p:spPr>
          <a:xfrm>
            <a:off x="28112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43" name="Google Shape;543;p52"/>
          <p:cNvSpPr txBox="1">
            <a:spLocks noGrp="1"/>
          </p:cNvSpPr>
          <p:nvPr>
            <p:ph type="subTitle" idx="9"/>
          </p:nvPr>
        </p:nvSpPr>
        <p:spPr>
          <a:xfrm>
            <a:off x="6418800" y="4728500"/>
            <a:ext cx="2968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"/>
              <a:buNone/>
              <a:defRPr sz="1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44" name="Google Shape;544;p52"/>
          <p:cNvSpPr txBox="1">
            <a:spLocks noGrp="1"/>
          </p:cNvSpPr>
          <p:nvPr>
            <p:ph type="title" idx="13"/>
          </p:nvPr>
        </p:nvSpPr>
        <p:spPr>
          <a:xfrm>
            <a:off x="6418800" y="4010300"/>
            <a:ext cx="2968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"/>
              <a:buNone/>
              <a:defRPr sz="40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JetBrains Mono ExtraBold"/>
              <a:buNone/>
              <a:defRPr sz="4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34A92-5C8B-32FA-0F1A-3DE1D10319B8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71E8B7-8D77-A1DE-B7A7-4797B2308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3509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 preserve="1">
  <p:cSld name="Custom Layout 2">
    <p:bg>
      <p:bgPr>
        <a:solidFill>
          <a:schemeClr val="tx1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7D67323F-89B9-7DC8-02C1-27170B69C8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43998"/>
          <a:stretch>
            <a:fillRect/>
          </a:stretch>
        </p:blipFill>
        <p:spPr>
          <a:xfrm>
            <a:off x="-1" y="0"/>
            <a:ext cx="12192001" cy="6075499"/>
          </a:xfrm>
          <a:prstGeom prst="rect">
            <a:avLst/>
          </a:prstGeom>
        </p:spPr>
      </p:pic>
      <p:sp>
        <p:nvSpPr>
          <p:cNvPr id="549" name="Google Shape;549;p53"/>
          <p:cNvSpPr/>
          <p:nvPr/>
        </p:nvSpPr>
        <p:spPr>
          <a:xfrm>
            <a:off x="590767" y="529467"/>
            <a:ext cx="5842000" cy="49696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00001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0" name="Google Shape;550;p53"/>
          <p:cNvSpPr/>
          <p:nvPr/>
        </p:nvSpPr>
        <p:spPr>
          <a:xfrm>
            <a:off x="7008793" y="542733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1" name="Google Shape;551;p53"/>
          <p:cNvSpPr txBox="1">
            <a:spLocks noGrp="1"/>
          </p:cNvSpPr>
          <p:nvPr>
            <p:ph type="subTitle" idx="1"/>
          </p:nvPr>
        </p:nvSpPr>
        <p:spPr>
          <a:xfrm>
            <a:off x="7224067" y="1410300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2" name="Google Shape;552;p53"/>
          <p:cNvSpPr txBox="1">
            <a:spLocks noGrp="1"/>
          </p:cNvSpPr>
          <p:nvPr>
            <p:ph type="title"/>
          </p:nvPr>
        </p:nvSpPr>
        <p:spPr>
          <a:xfrm>
            <a:off x="7224067" y="692100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553" name="Google Shape;553;p53"/>
          <p:cNvSpPr/>
          <p:nvPr/>
        </p:nvSpPr>
        <p:spPr>
          <a:xfrm>
            <a:off x="7008793" y="22786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4" name="Google Shape;554;p53"/>
          <p:cNvSpPr txBox="1">
            <a:spLocks noGrp="1"/>
          </p:cNvSpPr>
          <p:nvPr>
            <p:ph type="subTitle" idx="2"/>
          </p:nvPr>
        </p:nvSpPr>
        <p:spPr>
          <a:xfrm>
            <a:off x="7224067" y="31462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55" name="Google Shape;555;p53"/>
          <p:cNvSpPr txBox="1">
            <a:spLocks noGrp="1"/>
          </p:cNvSpPr>
          <p:nvPr>
            <p:ph type="title" idx="3"/>
          </p:nvPr>
        </p:nvSpPr>
        <p:spPr>
          <a:xfrm>
            <a:off x="7224067" y="24280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6" name="Google Shape;556;p53"/>
          <p:cNvSpPr/>
          <p:nvPr/>
        </p:nvSpPr>
        <p:spPr>
          <a:xfrm>
            <a:off x="7008793" y="4027867"/>
            <a:ext cx="4440000" cy="14712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  <a:lumOff val="1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57" name="Google Shape;557;p53"/>
          <p:cNvSpPr txBox="1">
            <a:spLocks noGrp="1"/>
          </p:cNvSpPr>
          <p:nvPr>
            <p:ph type="subTitle" idx="4"/>
          </p:nvPr>
        </p:nvSpPr>
        <p:spPr>
          <a:xfrm>
            <a:off x="7224067" y="4895433"/>
            <a:ext cx="4016000" cy="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58" name="Google Shape;558;p53"/>
          <p:cNvSpPr txBox="1">
            <a:spLocks noGrp="1"/>
          </p:cNvSpPr>
          <p:nvPr>
            <p:ph type="title" idx="5"/>
          </p:nvPr>
        </p:nvSpPr>
        <p:spPr>
          <a:xfrm>
            <a:off x="7224067" y="4177233"/>
            <a:ext cx="4016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JetBrains Mono"/>
              <a:buNone/>
              <a:defRPr sz="3333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559" name="Google Shape;559;p53"/>
          <p:cNvSpPr txBox="1">
            <a:spLocks noGrp="1"/>
          </p:cNvSpPr>
          <p:nvPr>
            <p:ph type="title" idx="6"/>
          </p:nvPr>
        </p:nvSpPr>
        <p:spPr>
          <a:xfrm>
            <a:off x="1018233" y="988267"/>
            <a:ext cx="4881600" cy="41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15B911-327C-4DBC-06FD-8ACBBA7EE72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A43F0AA-8727-1E91-6836-7B08DF426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0472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 preserve="1">
  <p:cSld name="Custom Layout 5">
    <p:bg>
      <p:bgPr>
        <a:solidFill>
          <a:schemeClr val="tx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grid with blue and pink squares&#10;&#10;AI-generated content may be incorrect.">
            <a:extLst>
              <a:ext uri="{FF2B5EF4-FFF2-40B4-BE49-F238E27FC236}">
                <a16:creationId xmlns:a16="http://schemas.microsoft.com/office/drawing/2014/main" id="{1B526796-F870-845E-C806-9BF9F3C16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2000"/>
          </a:blip>
          <a:srcRect l="4472" t="3102" r="5059" b="3718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4" name="Google Shape;564;p54"/>
          <p:cNvSpPr/>
          <p:nvPr/>
        </p:nvSpPr>
        <p:spPr>
          <a:xfrm>
            <a:off x="1749064" y="947340"/>
            <a:ext cx="8708000" cy="4966400"/>
          </a:xfrm>
          <a:prstGeom prst="rect">
            <a:avLst/>
          </a:prstGeom>
          <a:solidFill>
            <a:srgbClr val="00001E">
              <a:alpha val="72000"/>
            </a:srgbClr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565" name="Google Shape;565;p54"/>
          <p:cNvSpPr txBox="1">
            <a:spLocks noGrp="1"/>
          </p:cNvSpPr>
          <p:nvPr>
            <p:ph type="title"/>
          </p:nvPr>
        </p:nvSpPr>
        <p:spPr>
          <a:xfrm>
            <a:off x="2036433" y="1200167"/>
            <a:ext cx="8195600" cy="44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480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Font typeface="Inter"/>
              <a:buNone/>
              <a:defRPr sz="3733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AD202-1D1B-F752-3B1A-B24650FF748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C0DF48-F2AF-8104-89AE-BC6F4DBAA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2336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" preserve="1">
  <p:cSld name="04_Quote_Black">
    <p:bg>
      <p:bgPr>
        <a:solidFill>
          <a:schemeClr val="tx1"/>
        </a:solidFill>
        <a:effectLst/>
      </p:bgPr>
    </p:bg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pink squares&#10;&#10;AI-generated content may be incorrect.">
            <a:extLst>
              <a:ext uri="{FF2B5EF4-FFF2-40B4-BE49-F238E27FC236}">
                <a16:creationId xmlns:a16="http://schemas.microsoft.com/office/drawing/2014/main" id="{102602C2-1AEA-AF12-A4A5-41A7731EE1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68" name="Google Shape;568;p55"/>
          <p:cNvSpPr txBox="1"/>
          <p:nvPr/>
        </p:nvSpPr>
        <p:spPr>
          <a:xfrm>
            <a:off x="5466267" y="379333"/>
            <a:ext cx="1218000" cy="1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3" b="1" dirty="0">
                <a:solidFill>
                  <a:schemeClr val="accent2"/>
                </a:solidFill>
              </a:rPr>
              <a:t>“</a:t>
            </a:r>
            <a:endParaRPr sz="13333" b="1" dirty="0">
              <a:solidFill>
                <a:schemeClr val="accent2"/>
              </a:solidFill>
            </a:endParaRPr>
          </a:p>
        </p:txBody>
      </p:sp>
      <p:sp>
        <p:nvSpPr>
          <p:cNvPr id="569" name="Google Shape;569;p55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gradFill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6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0" name="Google Shape;570;p55"/>
          <p:cNvSpPr txBox="1">
            <a:spLocks noGrp="1"/>
          </p:cNvSpPr>
          <p:nvPr>
            <p:ph type="subTitle" idx="1"/>
          </p:nvPr>
        </p:nvSpPr>
        <p:spPr>
          <a:xfrm>
            <a:off x="4246869" y="51403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 Medium"/>
              <a:buNone/>
              <a:defRPr sz="2400">
                <a:solidFill>
                  <a:schemeClr val="accent3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5768206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" preserve="1">
  <p:cSld name="04_Quote_Blue">
    <p:bg>
      <p:bgPr>
        <a:solidFill>
          <a:schemeClr val="lt1"/>
        </a:solidFill>
        <a:effectLst/>
      </p:bgPr>
    </p:bg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00DEF2D5-DA02-3DF3-AE4F-6D62FFF13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6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3" name="Google Shape;573;p56"/>
          <p:cNvSpPr txBox="1">
            <a:spLocks noGrp="1"/>
          </p:cNvSpPr>
          <p:nvPr>
            <p:ph type="title"/>
          </p:nvPr>
        </p:nvSpPr>
        <p:spPr>
          <a:xfrm>
            <a:off x="1984015" y="1425088"/>
            <a:ext cx="8228400" cy="3715200"/>
          </a:xfrm>
          <a:prstGeom prst="rect">
            <a:avLst/>
          </a:prstGeom>
          <a:solidFill>
            <a:schemeClr val="lt1">
              <a:alpha val="71923"/>
            </a:schemeClr>
          </a:soli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54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Inter"/>
              <a:buNone/>
              <a:defRPr sz="6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574" name="Google Shape;574;p56"/>
          <p:cNvSpPr txBox="1">
            <a:spLocks noGrp="1"/>
          </p:cNvSpPr>
          <p:nvPr>
            <p:ph type="subTitle" idx="1"/>
          </p:nvPr>
        </p:nvSpPr>
        <p:spPr>
          <a:xfrm>
            <a:off x="4267603" y="5220196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JetBrains Mono"/>
              <a:buNone/>
              <a:defRPr b="1">
                <a:solidFill>
                  <a:schemeClr val="accent2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JetBrains Mono"/>
              <a:buNone/>
              <a:defRPr sz="2400" b="1">
                <a:solidFill>
                  <a:schemeClr val="accent3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75" name="Google Shape;575;p56"/>
          <p:cNvSpPr txBox="1"/>
          <p:nvPr/>
        </p:nvSpPr>
        <p:spPr>
          <a:xfrm>
            <a:off x="5276600" y="581900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2"/>
                </a:solidFill>
              </a:rPr>
              <a:t>“</a:t>
            </a:r>
            <a:endParaRPr sz="10666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181773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LeftAlign + Photo" preserve="1">
  <p:cSld name="04_Quote_LeftAlign + Photo">
    <p:bg>
      <p:bgPr>
        <a:solidFill>
          <a:schemeClr val="bg1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pink squares&#10;&#10;AI-generated content may be incorrect.">
            <a:extLst>
              <a:ext uri="{FF2B5EF4-FFF2-40B4-BE49-F238E27FC236}">
                <a16:creationId xmlns:a16="http://schemas.microsoft.com/office/drawing/2014/main" id="{27CD4253-A65F-B07C-8691-CECFB63193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rcRect l="23741" t="17891" r="23635" b="22970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578" name="Google Shape;578;p57"/>
          <p:cNvSpPr txBox="1">
            <a:spLocks noGrp="1"/>
          </p:cNvSpPr>
          <p:nvPr>
            <p:ph type="title"/>
          </p:nvPr>
        </p:nvSpPr>
        <p:spPr>
          <a:xfrm>
            <a:off x="1879161" y="1653688"/>
            <a:ext cx="8228400" cy="2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nter SemiBold"/>
              <a:buNone/>
              <a:defRPr sz="2667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>
            <a:endParaRPr dirty="0"/>
          </a:p>
        </p:txBody>
      </p:sp>
      <p:sp>
        <p:nvSpPr>
          <p:cNvPr id="579" name="Google Shape;579;p57"/>
          <p:cNvSpPr txBox="1">
            <a:spLocks noGrp="1"/>
          </p:cNvSpPr>
          <p:nvPr>
            <p:ph type="subTitle" idx="1"/>
          </p:nvPr>
        </p:nvSpPr>
        <p:spPr>
          <a:xfrm>
            <a:off x="3333733" y="4896163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"/>
              <a:buNone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JetBrains Mono Medium"/>
              <a:buNone/>
              <a:defRPr sz="1733">
                <a:solidFill>
                  <a:schemeClr val="lt2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defRPr>
            </a:lvl9pPr>
          </a:lstStyle>
          <a:p>
            <a:endParaRPr/>
          </a:p>
        </p:txBody>
      </p:sp>
      <p:sp>
        <p:nvSpPr>
          <p:cNvPr id="580" name="Google Shape;580;p57"/>
          <p:cNvSpPr>
            <a:spLocks noGrp="1"/>
          </p:cNvSpPr>
          <p:nvPr>
            <p:ph type="pic" idx="2"/>
          </p:nvPr>
        </p:nvSpPr>
        <p:spPr>
          <a:xfrm>
            <a:off x="1879167" y="4681000"/>
            <a:ext cx="1255200" cy="125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1" name="Google Shape;581;p57"/>
          <p:cNvSpPr txBox="1"/>
          <p:nvPr/>
        </p:nvSpPr>
        <p:spPr>
          <a:xfrm>
            <a:off x="1303533" y="631767"/>
            <a:ext cx="1638800" cy="9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6" b="1" dirty="0">
                <a:solidFill>
                  <a:schemeClr val="accent1"/>
                </a:solidFill>
              </a:rPr>
              <a:t>“</a:t>
            </a:r>
            <a:endParaRPr sz="10666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32342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ue + Title" preserve="1">
  <p:cSld name="04_Quote_Blue + Title">
    <p:bg>
      <p:bgPr>
        <a:solidFill>
          <a:schemeClr val="accent1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9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987C9BC-66EE-334E-7F5B-0384CAFFAF9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E56DD56-6E33-9BD1-6937-08642FEB1E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3694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Quote_Black + Title" preserve="1">
  <p:cSld name="04_Quote_Black + Title">
    <p:bg>
      <p:bgPr>
        <a:solidFill>
          <a:schemeClr val="dk1"/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0"/>
          <p:cNvSpPr txBox="1">
            <a:spLocks noGrp="1"/>
          </p:cNvSpPr>
          <p:nvPr>
            <p:ph type="title"/>
          </p:nvPr>
        </p:nvSpPr>
        <p:spPr>
          <a:xfrm>
            <a:off x="1526872" y="971625"/>
            <a:ext cx="9142800" cy="4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sz="8000" b="0">
                <a:solidFill>
                  <a:schemeClr val="lt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5" name="Google Shape;595;p60"/>
          <p:cNvSpPr txBox="1">
            <a:spLocks noGrp="1"/>
          </p:cNvSpPr>
          <p:nvPr>
            <p:ph type="subTitle" idx="1"/>
          </p:nvPr>
        </p:nvSpPr>
        <p:spPr>
          <a:xfrm>
            <a:off x="4246869" y="763537"/>
            <a:ext cx="3656800" cy="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JetBrains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JetBrains Mono"/>
              <a:buNone/>
              <a:defRPr sz="2400">
                <a:solidFill>
                  <a:schemeClr val="lt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DA150E-E23A-15D7-927C-D6382543566C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13140EE-EBEE-8DEA-8B7F-CCD4BDE489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50"/>
            <a:ext cx="1190297" cy="35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7519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" preserve="1">
  <p:cSld name="10_Stats1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598" name="Google Shape;598;p61"/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4127E07-94AB-7E23-03B3-9709231F6B73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CD1FF2C-C383-043D-464B-7681930AE8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069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1 Dark" preserve="1" userDrawn="1">
  <p:cSld name="10_Stats1 Dark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2" name="Google Shape;597;p61">
            <a:extLst>
              <a:ext uri="{FF2B5EF4-FFF2-40B4-BE49-F238E27FC236}">
                <a16:creationId xmlns:a16="http://schemas.microsoft.com/office/drawing/2014/main" id="{7F7EC486-9F80-AAE5-D3A6-535D8BD667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56667" y="3421500"/>
            <a:ext cx="66786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Google Shape;598;p61">
            <a:extLst>
              <a:ext uri="{FF2B5EF4-FFF2-40B4-BE49-F238E27FC236}">
                <a16:creationId xmlns:a16="http://schemas.microsoft.com/office/drawing/2014/main" id="{19CD5053-5CF7-1541-C9DE-CCC3E639A1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79340" y="1200171"/>
            <a:ext cx="6633408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bg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25A2060-5326-8F72-3C29-BBD7FD2F44F1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23FD3F4-236F-442D-D3C9-45E8472F1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51303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2" preserve="1">
  <p:cSld name="10_Stats2"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3"/>
          <p:cNvSpPr txBox="1">
            <a:spLocks noGrp="1"/>
          </p:cNvSpPr>
          <p:nvPr>
            <p:ph type="subTitle" idx="1"/>
          </p:nvPr>
        </p:nvSpPr>
        <p:spPr>
          <a:xfrm>
            <a:off x="729767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09" name="Google Shape;609;p63"/>
          <p:cNvSpPr txBox="1">
            <a:spLocks noGrp="1"/>
          </p:cNvSpPr>
          <p:nvPr>
            <p:ph type="title"/>
          </p:nvPr>
        </p:nvSpPr>
        <p:spPr>
          <a:xfrm>
            <a:off x="747244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 dirty="0"/>
          </a:p>
        </p:txBody>
      </p:sp>
      <p:sp>
        <p:nvSpPr>
          <p:cNvPr id="610" name="Google Shape;610;p63"/>
          <p:cNvSpPr txBox="1">
            <a:spLocks noGrp="1"/>
          </p:cNvSpPr>
          <p:nvPr>
            <p:ph type="subTitle" idx="2"/>
          </p:nvPr>
        </p:nvSpPr>
        <p:spPr>
          <a:xfrm>
            <a:off x="6319433" y="3590800"/>
            <a:ext cx="514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1" name="Google Shape;611;p63"/>
          <p:cNvSpPr txBox="1">
            <a:spLocks noGrp="1"/>
          </p:cNvSpPr>
          <p:nvPr>
            <p:ph type="title" idx="3"/>
          </p:nvPr>
        </p:nvSpPr>
        <p:spPr>
          <a:xfrm>
            <a:off x="6336911" y="1369471"/>
            <a:ext cx="5108000" cy="1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8800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400"/>
              <a:buFont typeface="JetBrains Mono"/>
              <a:buNone/>
              <a:defRPr sz="9866" b="1">
                <a:solidFill>
                  <a:schemeClr val="accent2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860ADC9-878A-96A9-090D-5B66A9EAD38B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8BC49DF-DAA4-9596-ECFC-1A6C5D229B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92274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" preserve="1">
  <p:cSld name="10_Stats3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4"/>
          <p:cNvSpPr txBox="1">
            <a:spLocks noGrp="1"/>
          </p:cNvSpPr>
          <p:nvPr>
            <p:ph type="subTitle" idx="1"/>
          </p:nvPr>
        </p:nvSpPr>
        <p:spPr>
          <a:xfrm>
            <a:off x="808833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16" name="Google Shape;616;p64"/>
          <p:cNvSpPr txBox="1">
            <a:spLocks noGrp="1"/>
          </p:cNvSpPr>
          <p:nvPr>
            <p:ph type="title"/>
          </p:nvPr>
        </p:nvSpPr>
        <p:spPr>
          <a:xfrm>
            <a:off x="913033" y="1883200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17" name="Google Shape;617;p64"/>
          <p:cNvSpPr txBox="1">
            <a:spLocks noGrp="1"/>
          </p:cNvSpPr>
          <p:nvPr>
            <p:ph type="subTitle" idx="2"/>
          </p:nvPr>
        </p:nvSpPr>
        <p:spPr>
          <a:xfrm>
            <a:off x="4399600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18" name="Google Shape;618;p64"/>
          <p:cNvSpPr txBox="1">
            <a:spLocks noGrp="1"/>
          </p:cNvSpPr>
          <p:nvPr>
            <p:ph type="title" idx="3"/>
          </p:nvPr>
        </p:nvSpPr>
        <p:spPr>
          <a:xfrm>
            <a:off x="4503800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19" name="Google Shape;619;p64"/>
          <p:cNvSpPr txBox="1">
            <a:spLocks noGrp="1"/>
          </p:cNvSpPr>
          <p:nvPr>
            <p:ph type="subTitle" idx="4"/>
          </p:nvPr>
        </p:nvSpPr>
        <p:spPr>
          <a:xfrm>
            <a:off x="7990367" y="3369100"/>
            <a:ext cx="3392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nter"/>
              <a:buNone/>
              <a:defRPr sz="24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0" name="Google Shape;620;p64"/>
          <p:cNvSpPr txBox="1">
            <a:spLocks noGrp="1"/>
          </p:cNvSpPr>
          <p:nvPr>
            <p:ph type="title" idx="5"/>
          </p:nvPr>
        </p:nvSpPr>
        <p:spPr>
          <a:xfrm>
            <a:off x="8094567" y="1883167"/>
            <a:ext cx="3184400" cy="1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58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500"/>
              <a:buFont typeface="JetBrains Mono ExtraBold"/>
              <a:buNone/>
              <a:defRPr sz="7333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3C62D13-5400-5FEF-ACED-7C77A17F0039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43632F0-6379-B484-5AFD-A3397B131D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6749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3 Dark" preserve="1">
  <p:cSld name="10_Stats3 Dark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5"/>
          <p:cNvSpPr/>
          <p:nvPr/>
        </p:nvSpPr>
        <p:spPr>
          <a:xfrm>
            <a:off x="-10700" y="-21400"/>
            <a:ext cx="12202800" cy="6210400"/>
          </a:xfrm>
          <a:prstGeom prst="rect">
            <a:avLst/>
          </a:prstGeom>
          <a:solidFill>
            <a:srgbClr val="00001E"/>
          </a:solidFill>
          <a:ln w="9525" cap="flat" cmpd="sng">
            <a:solidFill>
              <a:srgbClr val="F0F4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625" name="Google Shape;625;p65"/>
          <p:cNvSpPr txBox="1">
            <a:spLocks noGrp="1"/>
          </p:cNvSpPr>
          <p:nvPr>
            <p:ph type="subTitle" idx="1"/>
          </p:nvPr>
        </p:nvSpPr>
        <p:spPr>
          <a:xfrm>
            <a:off x="1365667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26" name="Google Shape;626;p65"/>
          <p:cNvSpPr txBox="1">
            <a:spLocks noGrp="1"/>
          </p:cNvSpPr>
          <p:nvPr>
            <p:ph type="title"/>
          </p:nvPr>
        </p:nvSpPr>
        <p:spPr>
          <a:xfrm>
            <a:off x="1129867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27" name="Google Shape;627;p65"/>
          <p:cNvSpPr txBox="1">
            <a:spLocks noGrp="1"/>
          </p:cNvSpPr>
          <p:nvPr>
            <p:ph type="subTitle" idx="2"/>
          </p:nvPr>
        </p:nvSpPr>
        <p:spPr>
          <a:xfrm>
            <a:off x="4855900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8" name="Google Shape;628;p65"/>
          <p:cNvSpPr txBox="1">
            <a:spLocks noGrp="1"/>
          </p:cNvSpPr>
          <p:nvPr>
            <p:ph type="title" idx="3"/>
          </p:nvPr>
        </p:nvSpPr>
        <p:spPr>
          <a:xfrm>
            <a:off x="4620100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29" name="Google Shape;629;p65"/>
          <p:cNvSpPr txBox="1">
            <a:spLocks noGrp="1"/>
          </p:cNvSpPr>
          <p:nvPr>
            <p:ph type="subTitle" idx="4"/>
          </p:nvPr>
        </p:nvSpPr>
        <p:spPr>
          <a:xfrm>
            <a:off x="8346133" y="3495167"/>
            <a:ext cx="2458800" cy="12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0" name="Google Shape;630;p65"/>
          <p:cNvSpPr txBox="1">
            <a:spLocks noGrp="1"/>
          </p:cNvSpPr>
          <p:nvPr>
            <p:ph type="title" idx="5"/>
          </p:nvPr>
        </p:nvSpPr>
        <p:spPr>
          <a:xfrm>
            <a:off x="8110333" y="2142433"/>
            <a:ext cx="2930400" cy="10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99FF"/>
              </a:buClr>
              <a:buSzPts val="4500"/>
              <a:buFont typeface="JetBrains Mono ExtraBold"/>
              <a:buNone/>
              <a:defRPr sz="6000">
                <a:solidFill>
                  <a:srgbClr val="0099FF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500"/>
              <a:buFont typeface="JetBrains Mono ExtraBold"/>
              <a:buNone/>
              <a:defRPr sz="60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3DADE86-FA0D-6C14-78CF-DF12F3CDAE24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D82803E-6BF4-7D69-A703-2CC83B69D6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3626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" preserve="1">
  <p:cSld name="10_Stats4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6"/>
          <p:cNvSpPr txBox="1">
            <a:spLocks noGrp="1"/>
          </p:cNvSpPr>
          <p:nvPr>
            <p:ph type="subTitle" idx="1"/>
          </p:nvPr>
        </p:nvSpPr>
        <p:spPr>
          <a:xfrm>
            <a:off x="5741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35" name="Google Shape;635;p66"/>
          <p:cNvSpPr txBox="1">
            <a:spLocks noGrp="1"/>
          </p:cNvSpPr>
          <p:nvPr>
            <p:ph type="title"/>
          </p:nvPr>
        </p:nvSpPr>
        <p:spPr>
          <a:xfrm>
            <a:off x="6747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36" name="Google Shape;636;p66"/>
          <p:cNvSpPr txBox="1">
            <a:spLocks noGrp="1"/>
          </p:cNvSpPr>
          <p:nvPr>
            <p:ph type="subTitle" idx="2"/>
          </p:nvPr>
        </p:nvSpPr>
        <p:spPr>
          <a:xfrm>
            <a:off x="3356384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7" name="Google Shape;637;p66"/>
          <p:cNvSpPr txBox="1">
            <a:spLocks noGrp="1"/>
          </p:cNvSpPr>
          <p:nvPr>
            <p:ph type="title" idx="3"/>
          </p:nvPr>
        </p:nvSpPr>
        <p:spPr>
          <a:xfrm>
            <a:off x="3456984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38" name="Google Shape;638;p66"/>
          <p:cNvSpPr txBox="1">
            <a:spLocks noGrp="1"/>
          </p:cNvSpPr>
          <p:nvPr>
            <p:ph type="subTitle" idx="4"/>
          </p:nvPr>
        </p:nvSpPr>
        <p:spPr>
          <a:xfrm>
            <a:off x="6239217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9" name="Google Shape;639;p66"/>
          <p:cNvSpPr txBox="1">
            <a:spLocks noGrp="1"/>
          </p:cNvSpPr>
          <p:nvPr>
            <p:ph type="title" idx="5"/>
          </p:nvPr>
        </p:nvSpPr>
        <p:spPr>
          <a:xfrm>
            <a:off x="6339817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0" name="Google Shape;640;p66"/>
          <p:cNvSpPr txBox="1">
            <a:spLocks noGrp="1"/>
          </p:cNvSpPr>
          <p:nvPr>
            <p:ph type="subTitle" idx="6"/>
          </p:nvPr>
        </p:nvSpPr>
        <p:spPr>
          <a:xfrm>
            <a:off x="9222651" y="3389633"/>
            <a:ext cx="2395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1" name="Google Shape;641;p66"/>
          <p:cNvSpPr txBox="1">
            <a:spLocks noGrp="1"/>
          </p:cNvSpPr>
          <p:nvPr>
            <p:ph type="title" idx="7"/>
          </p:nvPr>
        </p:nvSpPr>
        <p:spPr>
          <a:xfrm>
            <a:off x="9323251" y="2197367"/>
            <a:ext cx="219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4267" b="1">
                <a:solidFill>
                  <a:schemeClr val="accent2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JetBrains Mono ExtraBold"/>
              <a:buNone/>
              <a:defRPr sz="5867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4013E3-634D-6BAA-5209-4150751F42DD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ADC9AF-F4AE-15CF-0647-3BD3DEE408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7049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Stats4 1" preserve="1">
  <p:cSld name="10_Stats4 1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 txBox="1">
            <a:spLocks noGrp="1"/>
          </p:cNvSpPr>
          <p:nvPr>
            <p:ph type="subTitle" idx="1"/>
          </p:nvPr>
        </p:nvSpPr>
        <p:spPr>
          <a:xfrm>
            <a:off x="1263747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46" name="Google Shape;646;p67"/>
          <p:cNvSpPr txBox="1">
            <a:spLocks noGrp="1"/>
          </p:cNvSpPr>
          <p:nvPr>
            <p:ph type="title"/>
          </p:nvPr>
        </p:nvSpPr>
        <p:spPr>
          <a:xfrm>
            <a:off x="1263733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 dirty="0"/>
          </a:p>
        </p:txBody>
      </p:sp>
      <p:sp>
        <p:nvSpPr>
          <p:cNvPr id="647" name="Google Shape;647;p67"/>
          <p:cNvSpPr txBox="1">
            <a:spLocks noGrp="1"/>
          </p:cNvSpPr>
          <p:nvPr>
            <p:ph type="subTitle" idx="2"/>
          </p:nvPr>
        </p:nvSpPr>
        <p:spPr>
          <a:xfrm>
            <a:off x="6574480" y="1947300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8" name="Google Shape;648;p67"/>
          <p:cNvSpPr txBox="1">
            <a:spLocks noGrp="1"/>
          </p:cNvSpPr>
          <p:nvPr>
            <p:ph type="title" idx="3"/>
          </p:nvPr>
        </p:nvSpPr>
        <p:spPr>
          <a:xfrm>
            <a:off x="6574467" y="1128033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49" name="Google Shape;649;p67"/>
          <p:cNvSpPr txBox="1">
            <a:spLocks noGrp="1"/>
          </p:cNvSpPr>
          <p:nvPr>
            <p:ph type="subTitle" idx="4"/>
          </p:nvPr>
        </p:nvSpPr>
        <p:spPr>
          <a:xfrm>
            <a:off x="1263747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50" name="Google Shape;650;p67"/>
          <p:cNvSpPr txBox="1">
            <a:spLocks noGrp="1"/>
          </p:cNvSpPr>
          <p:nvPr>
            <p:ph type="title" idx="5"/>
          </p:nvPr>
        </p:nvSpPr>
        <p:spPr>
          <a:xfrm>
            <a:off x="1263733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651" name="Google Shape;651;p67"/>
          <p:cNvSpPr txBox="1">
            <a:spLocks noGrp="1"/>
          </p:cNvSpPr>
          <p:nvPr>
            <p:ph type="subTitle" idx="6"/>
          </p:nvPr>
        </p:nvSpPr>
        <p:spPr>
          <a:xfrm>
            <a:off x="6574480" y="4695933"/>
            <a:ext cx="4385200" cy="12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nter"/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2" name="Google Shape;652;p67"/>
          <p:cNvSpPr txBox="1">
            <a:spLocks noGrp="1"/>
          </p:cNvSpPr>
          <p:nvPr>
            <p:ph type="title" idx="7"/>
          </p:nvPr>
        </p:nvSpPr>
        <p:spPr>
          <a:xfrm>
            <a:off x="6574467" y="3876667"/>
            <a:ext cx="2194000" cy="6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267">
                <a:solidFill>
                  <a:schemeClr val="accent2"/>
                </a:solidFill>
                <a:latin typeface="Bebas Neue" panose="020B0606020202050201" pitchFamily="34" charset="77"/>
                <a:ea typeface="Open Sans" panose="020B0606030504020204" pitchFamily="34" charset="0"/>
                <a:cs typeface="Open Sans" panose="020B0606030504020204" pitchFamily="34" charset="0"/>
                <a:sym typeface="JetBrains Mon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JetBrains Mono ExtraBold"/>
              <a:buNone/>
              <a:defRPr sz="4800">
                <a:solidFill>
                  <a:schemeClr val="accent2"/>
                </a:solidFill>
                <a:latin typeface="JetBrains Mono ExtraBold"/>
                <a:ea typeface="JetBrains Mono ExtraBold"/>
                <a:cs typeface="JetBrains Mono ExtraBold"/>
                <a:sym typeface="JetBrains Mono ExtraBold"/>
              </a:defRPr>
            </a:lvl9pPr>
          </a:lstStyle>
          <a:p>
            <a:endParaRPr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1CDD13-A8FC-784D-EA6F-379A9033631E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7635EAD-2071-4221-D602-6FA8F7E504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4625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NewHiresSlide" preserve="1">
  <p:cSld name="05_NewHiresSlide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>
            <a:spLocks noGrp="1"/>
          </p:cNvSpPr>
          <p:nvPr>
            <p:ph type="pic" idx="2"/>
          </p:nvPr>
        </p:nvSpPr>
        <p:spPr>
          <a:xfrm>
            <a:off x="4388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57" name="Google Shape;657;p68"/>
          <p:cNvSpPr txBox="1">
            <a:spLocks noGrp="1"/>
          </p:cNvSpPr>
          <p:nvPr>
            <p:ph type="title"/>
          </p:nvPr>
        </p:nvSpPr>
        <p:spPr>
          <a:xfrm>
            <a:off x="438871" y="457200"/>
            <a:ext cx="6987600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"/>
              <a:buFont typeface="Inter"/>
              <a:buNone/>
              <a:defRPr sz="667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8" name="Google Shape;658;p68"/>
          <p:cNvSpPr txBox="1">
            <a:spLocks noGrp="1"/>
          </p:cNvSpPr>
          <p:nvPr>
            <p:ph type="subTitle" idx="1"/>
          </p:nvPr>
        </p:nvSpPr>
        <p:spPr>
          <a:xfrm>
            <a:off x="438871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9" name="Google Shape;659;p68"/>
          <p:cNvSpPr txBox="1">
            <a:spLocks noGrp="1"/>
          </p:cNvSpPr>
          <p:nvPr>
            <p:ph type="subTitle" idx="3"/>
          </p:nvPr>
        </p:nvSpPr>
        <p:spPr>
          <a:xfrm>
            <a:off x="2454577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0" name="Google Shape;660;p68"/>
          <p:cNvSpPr txBox="1">
            <a:spLocks noGrp="1"/>
          </p:cNvSpPr>
          <p:nvPr>
            <p:ph type="subTitle" idx="4"/>
          </p:nvPr>
        </p:nvSpPr>
        <p:spPr>
          <a:xfrm>
            <a:off x="4470284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1" name="Google Shape;661;p68"/>
          <p:cNvSpPr txBox="1">
            <a:spLocks noGrp="1"/>
          </p:cNvSpPr>
          <p:nvPr>
            <p:ph type="subTitle" idx="5"/>
          </p:nvPr>
        </p:nvSpPr>
        <p:spPr>
          <a:xfrm>
            <a:off x="6485992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2" name="Google Shape;662;p68"/>
          <p:cNvSpPr txBox="1">
            <a:spLocks noGrp="1"/>
          </p:cNvSpPr>
          <p:nvPr>
            <p:ph type="subTitle" idx="6"/>
          </p:nvPr>
        </p:nvSpPr>
        <p:spPr>
          <a:xfrm>
            <a:off x="8501699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3" name="Google Shape;663;p68"/>
          <p:cNvSpPr txBox="1">
            <a:spLocks noGrp="1"/>
          </p:cNvSpPr>
          <p:nvPr>
            <p:ph type="subTitle" idx="7"/>
          </p:nvPr>
        </p:nvSpPr>
        <p:spPr>
          <a:xfrm>
            <a:off x="10517405" y="29814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4" name="Google Shape;664;p68"/>
          <p:cNvSpPr>
            <a:spLocks noGrp="1"/>
          </p:cNvSpPr>
          <p:nvPr>
            <p:ph type="pic" idx="8"/>
          </p:nvPr>
        </p:nvSpPr>
        <p:spPr>
          <a:xfrm>
            <a:off x="24546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5" name="Google Shape;665;p68"/>
          <p:cNvSpPr>
            <a:spLocks noGrp="1"/>
          </p:cNvSpPr>
          <p:nvPr>
            <p:ph type="pic" idx="9"/>
          </p:nvPr>
        </p:nvSpPr>
        <p:spPr>
          <a:xfrm>
            <a:off x="44703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6" name="Google Shape;666;p68"/>
          <p:cNvSpPr>
            <a:spLocks noGrp="1"/>
          </p:cNvSpPr>
          <p:nvPr>
            <p:ph type="pic" idx="13"/>
          </p:nvPr>
        </p:nvSpPr>
        <p:spPr>
          <a:xfrm>
            <a:off x="6486067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7" name="Google Shape;667;p68"/>
          <p:cNvSpPr>
            <a:spLocks noGrp="1"/>
          </p:cNvSpPr>
          <p:nvPr>
            <p:ph type="pic" idx="14"/>
          </p:nvPr>
        </p:nvSpPr>
        <p:spPr>
          <a:xfrm>
            <a:off x="8501800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8" name="Google Shape;668;p68"/>
          <p:cNvSpPr>
            <a:spLocks noGrp="1"/>
          </p:cNvSpPr>
          <p:nvPr>
            <p:ph type="pic" idx="15"/>
          </p:nvPr>
        </p:nvSpPr>
        <p:spPr>
          <a:xfrm>
            <a:off x="10517533" y="16294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69" name="Google Shape;669;p68"/>
          <p:cNvSpPr>
            <a:spLocks noGrp="1"/>
          </p:cNvSpPr>
          <p:nvPr>
            <p:ph type="pic" idx="16"/>
          </p:nvPr>
        </p:nvSpPr>
        <p:spPr>
          <a:xfrm>
            <a:off x="4388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0" name="Google Shape;670;p68"/>
          <p:cNvSpPr txBox="1">
            <a:spLocks noGrp="1"/>
          </p:cNvSpPr>
          <p:nvPr>
            <p:ph type="subTitle" idx="17"/>
          </p:nvPr>
        </p:nvSpPr>
        <p:spPr>
          <a:xfrm>
            <a:off x="438871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1" name="Google Shape;671;p68"/>
          <p:cNvSpPr txBox="1">
            <a:spLocks noGrp="1"/>
          </p:cNvSpPr>
          <p:nvPr>
            <p:ph type="subTitle" idx="18"/>
          </p:nvPr>
        </p:nvSpPr>
        <p:spPr>
          <a:xfrm>
            <a:off x="2454577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2" name="Google Shape;672;p68"/>
          <p:cNvSpPr txBox="1">
            <a:spLocks noGrp="1"/>
          </p:cNvSpPr>
          <p:nvPr>
            <p:ph type="subTitle" idx="19"/>
          </p:nvPr>
        </p:nvSpPr>
        <p:spPr>
          <a:xfrm>
            <a:off x="4470284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3" name="Google Shape;673;p68"/>
          <p:cNvSpPr txBox="1">
            <a:spLocks noGrp="1"/>
          </p:cNvSpPr>
          <p:nvPr>
            <p:ph type="subTitle" idx="20"/>
          </p:nvPr>
        </p:nvSpPr>
        <p:spPr>
          <a:xfrm>
            <a:off x="6485992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4" name="Google Shape;674;p68"/>
          <p:cNvSpPr txBox="1">
            <a:spLocks noGrp="1"/>
          </p:cNvSpPr>
          <p:nvPr>
            <p:ph type="subTitle" idx="21"/>
          </p:nvPr>
        </p:nvSpPr>
        <p:spPr>
          <a:xfrm>
            <a:off x="8501699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5" name="Google Shape;675;p68"/>
          <p:cNvSpPr txBox="1">
            <a:spLocks noGrp="1"/>
          </p:cNvSpPr>
          <p:nvPr>
            <p:ph type="subTitle" idx="22"/>
          </p:nvPr>
        </p:nvSpPr>
        <p:spPr>
          <a:xfrm>
            <a:off x="10517405" y="5243788"/>
            <a:ext cx="1235600" cy="3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76" name="Google Shape;676;p68"/>
          <p:cNvSpPr>
            <a:spLocks noGrp="1"/>
          </p:cNvSpPr>
          <p:nvPr>
            <p:ph type="pic" idx="23"/>
          </p:nvPr>
        </p:nvSpPr>
        <p:spPr>
          <a:xfrm>
            <a:off x="24546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7" name="Google Shape;677;p68"/>
          <p:cNvSpPr>
            <a:spLocks noGrp="1"/>
          </p:cNvSpPr>
          <p:nvPr>
            <p:ph type="pic" idx="24"/>
          </p:nvPr>
        </p:nvSpPr>
        <p:spPr>
          <a:xfrm>
            <a:off x="44703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8" name="Google Shape;678;p68"/>
          <p:cNvSpPr>
            <a:spLocks noGrp="1"/>
          </p:cNvSpPr>
          <p:nvPr>
            <p:ph type="pic" idx="25"/>
          </p:nvPr>
        </p:nvSpPr>
        <p:spPr>
          <a:xfrm>
            <a:off x="6486067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79" name="Google Shape;679;p68"/>
          <p:cNvSpPr>
            <a:spLocks noGrp="1"/>
          </p:cNvSpPr>
          <p:nvPr>
            <p:ph type="pic" idx="26"/>
          </p:nvPr>
        </p:nvSpPr>
        <p:spPr>
          <a:xfrm>
            <a:off x="8501800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680" name="Google Shape;680;p68"/>
          <p:cNvSpPr>
            <a:spLocks noGrp="1"/>
          </p:cNvSpPr>
          <p:nvPr>
            <p:ph type="pic" idx="27"/>
          </p:nvPr>
        </p:nvSpPr>
        <p:spPr>
          <a:xfrm>
            <a:off x="10517533" y="3891733"/>
            <a:ext cx="1235600" cy="1235600"/>
          </a:xfrm>
          <a:prstGeom prst="roundRect">
            <a:avLst>
              <a:gd name="adj" fmla="val 6361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5065A95-2D95-99EF-0A4C-DC4EC73C898F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12AF775-A03C-1FBE-3909-4DA983CB0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5513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2" preserve="1">
  <p:cSld name="02_AgendaLight2">
    <p:bg>
      <p:bgPr>
        <a:solidFill>
          <a:schemeClr val="tx2"/>
        </a:solid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69"/>
          <p:cNvSpPr txBox="1">
            <a:spLocks noGrp="1"/>
          </p:cNvSpPr>
          <p:nvPr>
            <p:ph type="title"/>
          </p:nvPr>
        </p:nvSpPr>
        <p:spPr>
          <a:xfrm>
            <a:off x="438867" y="2414800"/>
            <a:ext cx="447240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Inter"/>
              <a:buNone/>
              <a:defRPr sz="6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85" name="Google Shape;685;p69"/>
          <p:cNvSpPr txBox="1">
            <a:spLocks noGrp="1"/>
          </p:cNvSpPr>
          <p:nvPr>
            <p:ph type="body" idx="1"/>
          </p:nvPr>
        </p:nvSpPr>
        <p:spPr>
          <a:xfrm>
            <a:off x="6561933" y="971800"/>
            <a:ext cx="4242800" cy="4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Inter"/>
              <a:buNone/>
              <a:tabLst/>
              <a:defRPr sz="1733" b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1219170" lvl="1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rabi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alpha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AutoNum type="romanLcPeriod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4F25EA0-A0CE-1ED3-B543-4400122B7176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7C1097D-40AE-8ED9-8E7F-8B1C91C935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00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AgendaLight1" preserve="1">
  <p:cSld name="02_AgendaLight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/>
          <p:nvPr/>
        </p:nvSpPr>
        <p:spPr>
          <a:xfrm>
            <a:off x="3973033" y="0"/>
            <a:ext cx="82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0" name="Google Shape;690;p70"/>
          <p:cNvSpPr txBox="1">
            <a:spLocks noGrp="1"/>
          </p:cNvSpPr>
          <p:nvPr>
            <p:ph type="title"/>
          </p:nvPr>
        </p:nvSpPr>
        <p:spPr>
          <a:xfrm>
            <a:off x="438867" y="457200"/>
            <a:ext cx="32248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4800" b="0">
                <a:solidFill>
                  <a:schemeClr val="tx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91" name="Google Shape;691;p70"/>
          <p:cNvSpPr txBox="1">
            <a:spLocks noGrp="1"/>
          </p:cNvSpPr>
          <p:nvPr>
            <p:ph type="body" idx="1"/>
          </p:nvPr>
        </p:nvSpPr>
        <p:spPr>
          <a:xfrm>
            <a:off x="438867" y="1943100"/>
            <a:ext cx="3144800" cy="38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7938" lvl="0" indent="0" rtl="0"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733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●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○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1485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Char char="■"/>
              <a:defRPr sz="1733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692" name="Google Shape;692;p70"/>
          <p:cNvSpPr txBox="1">
            <a:spLocks noGrp="1"/>
          </p:cNvSpPr>
          <p:nvPr>
            <p:ph type="body" idx="2"/>
          </p:nvPr>
        </p:nvSpPr>
        <p:spPr>
          <a:xfrm>
            <a:off x="5812837" y="765512"/>
            <a:ext cx="4539200" cy="5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+mj-lt"/>
              <a:buNone/>
              <a:tabLst/>
              <a:defRPr sz="2400">
                <a:solidFill>
                  <a:schemeClr val="tx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rabi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alpha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457189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AutoNum type="romanLcPeriod"/>
              <a:defRPr sz="24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24E1C3-8295-44A1-FBB4-018756753447}"/>
              </a:ext>
            </a:extLst>
          </p:cNvPr>
          <p:cNvSpPr txBox="1">
            <a:spLocks/>
          </p:cNvSpPr>
          <p:nvPr userDrawn="1"/>
        </p:nvSpPr>
        <p:spPr>
          <a:xfrm>
            <a:off x="9591164" y="6405790"/>
            <a:ext cx="233843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</a:t>
            </a:r>
            <a:r>
              <a:rPr lang="en-US" sz="933" b="0" i="0" dirty="0" err="1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Itential</a:t>
            </a:r>
            <a:r>
              <a:rPr lang="en-US" sz="933" b="0" i="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Confidential and Proprietary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5F84E7F-2CAB-8762-9BC7-57BE8CF513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8869" y="6348549"/>
            <a:ext cx="1190297" cy="35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chemeClr val="accent6"/>
          </p15:clr>
        </p15:guide>
        <p15:guide id="2" pos="4323">
          <p15:clr>
            <a:schemeClr val="accent6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erCaseStudy" preserve="1">
  <p:cSld name="13_CustomerCaseStudy"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1"/>
          <p:cNvSpPr/>
          <p:nvPr/>
        </p:nvSpPr>
        <p:spPr>
          <a:xfrm>
            <a:off x="3648300" y="2812100"/>
            <a:ext cx="42648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7" name="Google Shape;697;p71"/>
          <p:cNvSpPr/>
          <p:nvPr/>
        </p:nvSpPr>
        <p:spPr>
          <a:xfrm>
            <a:off x="7915300" y="2812100"/>
            <a:ext cx="4295200" cy="4046000"/>
          </a:xfrm>
          <a:prstGeom prst="rect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8" name="Google Shape;698;p71"/>
          <p:cNvSpPr/>
          <p:nvPr/>
        </p:nvSpPr>
        <p:spPr>
          <a:xfrm>
            <a:off x="7911636" y="5498188"/>
            <a:ext cx="4295200" cy="13600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99" name="Google Shape;699;p71"/>
          <p:cNvCxnSpPr/>
          <p:nvPr/>
        </p:nvCxnSpPr>
        <p:spPr>
          <a:xfrm>
            <a:off x="7911636" y="61050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71"/>
          <p:cNvCxnSpPr/>
          <p:nvPr/>
        </p:nvCxnSpPr>
        <p:spPr>
          <a:xfrm>
            <a:off x="10047668" y="6106737"/>
            <a:ext cx="0" cy="74840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71"/>
          <p:cNvCxnSpPr/>
          <p:nvPr/>
        </p:nvCxnSpPr>
        <p:spPr>
          <a:xfrm>
            <a:off x="7911636" y="5498188"/>
            <a:ext cx="42952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2" name="Google Shape;702;p71"/>
          <p:cNvSpPr/>
          <p:nvPr/>
        </p:nvSpPr>
        <p:spPr>
          <a:xfrm>
            <a:off x="3648300" y="67"/>
            <a:ext cx="4264800" cy="2812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67">
              <a:solidFill>
                <a:srgbClr val="0099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3" name="Google Shape;703;p71"/>
          <p:cNvSpPr/>
          <p:nvPr/>
        </p:nvSpPr>
        <p:spPr>
          <a:xfrm>
            <a:off x="7911633" y="67"/>
            <a:ext cx="4295200" cy="281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4" name="Google Shape;704;p71"/>
          <p:cNvSpPr txBox="1">
            <a:spLocks noGrp="1"/>
          </p:cNvSpPr>
          <p:nvPr>
            <p:ph type="title"/>
          </p:nvPr>
        </p:nvSpPr>
        <p:spPr>
          <a:xfrm>
            <a:off x="3914900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5" name="Google Shape;705;p71"/>
          <p:cNvSpPr txBox="1">
            <a:spLocks noGrp="1"/>
          </p:cNvSpPr>
          <p:nvPr>
            <p:ph type="body" idx="1"/>
          </p:nvPr>
        </p:nvSpPr>
        <p:spPr>
          <a:xfrm>
            <a:off x="3914900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-793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6" name="Google Shape;706;p71"/>
          <p:cNvSpPr txBox="1">
            <a:spLocks noGrp="1"/>
          </p:cNvSpPr>
          <p:nvPr>
            <p:ph type="title" idx="2"/>
          </p:nvPr>
        </p:nvSpPr>
        <p:spPr>
          <a:xfrm>
            <a:off x="8202449" y="255526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Inter"/>
              <a:buNone/>
              <a:defRPr sz="1800" b="1">
                <a:solidFill>
                  <a:schemeClr val="lt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Inter"/>
              <a:buNone/>
              <a:defRPr sz="3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07" name="Google Shape;707;p71"/>
          <p:cNvSpPr txBox="1">
            <a:spLocks noGrp="1"/>
          </p:cNvSpPr>
          <p:nvPr>
            <p:ph type="body" idx="3"/>
          </p:nvPr>
        </p:nvSpPr>
        <p:spPr>
          <a:xfrm>
            <a:off x="8202449" y="723837"/>
            <a:ext cx="3639200" cy="18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tabLst/>
              <a:defRPr sz="1333">
                <a:solidFill>
                  <a:schemeClr val="l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 Medium"/>
              </a:defRPr>
            </a:lvl1pPr>
            <a:lvl2pPr marL="1219170" lvl="1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L="1828754" lvl="2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L="2438339" lvl="3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L="3047924" lvl="4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L="3657509" lvl="5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L="4267093" lvl="6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rabi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L="4876678" lvl="7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alpha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L="5486263" lvl="8" indent="-38945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AutoNum type="romanLcPeriod"/>
              <a:defRPr sz="1333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 dirty="0"/>
          </a:p>
        </p:txBody>
      </p:sp>
      <p:sp>
        <p:nvSpPr>
          <p:cNvPr id="708" name="Google Shape;708;p71"/>
          <p:cNvSpPr txBox="1">
            <a:spLocks noGrp="1"/>
          </p:cNvSpPr>
          <p:nvPr>
            <p:ph type="body" idx="4"/>
          </p:nvPr>
        </p:nvSpPr>
        <p:spPr>
          <a:xfrm>
            <a:off x="3914900" y="3611263"/>
            <a:ext cx="3449600" cy="2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tabLst/>
              <a:defRPr sz="1467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rabi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9792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  <a:defRPr sz="146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09" name="Google Shape;709;p71"/>
          <p:cNvSpPr txBox="1">
            <a:spLocks noGrp="1"/>
          </p:cNvSpPr>
          <p:nvPr>
            <p:ph type="body" idx="5"/>
          </p:nvPr>
        </p:nvSpPr>
        <p:spPr>
          <a:xfrm>
            <a:off x="8202449" y="3563763"/>
            <a:ext cx="3639200" cy="15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7938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lvl="1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lvl="2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lvl="3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lvl="4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lvl="5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lvl="6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lvl="7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lvl="8" indent="-3809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 dirty="0"/>
          </a:p>
        </p:txBody>
      </p:sp>
      <p:sp>
        <p:nvSpPr>
          <p:cNvPr id="710" name="Google Shape;710;p71"/>
          <p:cNvSpPr txBox="1">
            <a:spLocks noGrp="1"/>
          </p:cNvSpPr>
          <p:nvPr>
            <p:ph type="title" idx="6"/>
          </p:nvPr>
        </p:nvSpPr>
        <p:spPr>
          <a:xfrm>
            <a:off x="3914900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1" name="Google Shape;711;p71"/>
          <p:cNvSpPr txBox="1">
            <a:spLocks noGrp="1"/>
          </p:cNvSpPr>
          <p:nvPr>
            <p:ph type="title" idx="7"/>
          </p:nvPr>
        </p:nvSpPr>
        <p:spPr>
          <a:xfrm>
            <a:off x="8202449" y="3086101"/>
            <a:ext cx="3332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Inter"/>
              <a:buNone/>
              <a:defRPr sz="1800" b="1">
                <a:solidFill>
                  <a:schemeClr val="tx1"/>
                </a:solidFill>
                <a:latin typeface="DM Sans 14pt" pitchFamily="2" charset="77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Inter"/>
              <a:buNone/>
              <a:defRPr sz="36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2" name="Google Shape;712;p71"/>
          <p:cNvSpPr txBox="1">
            <a:spLocks noGrp="1"/>
          </p:cNvSpPr>
          <p:nvPr>
            <p:ph type="title" idx="8"/>
          </p:nvPr>
        </p:nvSpPr>
        <p:spPr>
          <a:xfrm>
            <a:off x="8119285" y="5638063"/>
            <a:ext cx="38568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3" name="Google Shape;713;p71"/>
          <p:cNvSpPr txBox="1">
            <a:spLocks noGrp="1"/>
          </p:cNvSpPr>
          <p:nvPr>
            <p:ph type="title" idx="9"/>
          </p:nvPr>
        </p:nvSpPr>
        <p:spPr>
          <a:xfrm>
            <a:off x="8100949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4" name="Google Shape;714;p71"/>
          <p:cNvSpPr txBox="1">
            <a:spLocks noGrp="1"/>
          </p:cNvSpPr>
          <p:nvPr>
            <p:ph type="title" idx="13"/>
          </p:nvPr>
        </p:nvSpPr>
        <p:spPr>
          <a:xfrm>
            <a:off x="10207211" y="6317263"/>
            <a:ext cx="1787200" cy="3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Inter"/>
              <a:buNone/>
              <a:defRPr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15" name="Google Shape;715;p71"/>
          <p:cNvSpPr>
            <a:spLocks noGrp="1"/>
          </p:cNvSpPr>
          <p:nvPr>
            <p:ph type="pic" idx="14"/>
          </p:nvPr>
        </p:nvSpPr>
        <p:spPr>
          <a:xfrm>
            <a:off x="0" y="-9967"/>
            <a:ext cx="3639200" cy="6858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7072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theme" Target="../theme/theme1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107.xml"/><Relationship Id="rId42" Type="http://schemas.openxmlformats.org/officeDocument/2006/relationships/slideLayout" Target="../slideLayouts/slideLayout128.xml"/><Relationship Id="rId47" Type="http://schemas.openxmlformats.org/officeDocument/2006/relationships/slideLayout" Target="../slideLayouts/slideLayout133.xml"/><Relationship Id="rId63" Type="http://schemas.openxmlformats.org/officeDocument/2006/relationships/slideLayout" Target="../slideLayouts/slideLayout149.xml"/><Relationship Id="rId68" Type="http://schemas.openxmlformats.org/officeDocument/2006/relationships/slideLayout" Target="../slideLayouts/slideLayout154.xml"/><Relationship Id="rId84" Type="http://schemas.openxmlformats.org/officeDocument/2006/relationships/slideLayout" Target="../slideLayouts/slideLayout170.xml"/><Relationship Id="rId1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97.xml"/><Relationship Id="rId32" Type="http://schemas.openxmlformats.org/officeDocument/2006/relationships/slideLayout" Target="../slideLayouts/slideLayout118.xml"/><Relationship Id="rId37" Type="http://schemas.openxmlformats.org/officeDocument/2006/relationships/slideLayout" Target="../slideLayouts/slideLayout123.xml"/><Relationship Id="rId53" Type="http://schemas.openxmlformats.org/officeDocument/2006/relationships/slideLayout" Target="../slideLayouts/slideLayout139.xml"/><Relationship Id="rId58" Type="http://schemas.openxmlformats.org/officeDocument/2006/relationships/slideLayout" Target="../slideLayouts/slideLayout144.xml"/><Relationship Id="rId74" Type="http://schemas.openxmlformats.org/officeDocument/2006/relationships/slideLayout" Target="../slideLayouts/slideLayout160.xml"/><Relationship Id="rId79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108.xml"/><Relationship Id="rId27" Type="http://schemas.openxmlformats.org/officeDocument/2006/relationships/slideLayout" Target="../slideLayouts/slideLayout113.xml"/><Relationship Id="rId30" Type="http://schemas.openxmlformats.org/officeDocument/2006/relationships/slideLayout" Target="../slideLayouts/slideLayout116.xml"/><Relationship Id="rId35" Type="http://schemas.openxmlformats.org/officeDocument/2006/relationships/slideLayout" Target="../slideLayouts/slideLayout121.xml"/><Relationship Id="rId43" Type="http://schemas.openxmlformats.org/officeDocument/2006/relationships/slideLayout" Target="../slideLayouts/slideLayout129.xml"/><Relationship Id="rId48" Type="http://schemas.openxmlformats.org/officeDocument/2006/relationships/slideLayout" Target="../slideLayouts/slideLayout134.xml"/><Relationship Id="rId56" Type="http://schemas.openxmlformats.org/officeDocument/2006/relationships/slideLayout" Target="../slideLayouts/slideLayout142.xml"/><Relationship Id="rId64" Type="http://schemas.openxmlformats.org/officeDocument/2006/relationships/slideLayout" Target="../slideLayouts/slideLayout150.xml"/><Relationship Id="rId69" Type="http://schemas.openxmlformats.org/officeDocument/2006/relationships/slideLayout" Target="../slideLayouts/slideLayout155.xml"/><Relationship Id="rId77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94.xml"/><Relationship Id="rId51" Type="http://schemas.openxmlformats.org/officeDocument/2006/relationships/slideLayout" Target="../slideLayouts/slideLayout137.xml"/><Relationship Id="rId72" Type="http://schemas.openxmlformats.org/officeDocument/2006/relationships/slideLayout" Target="../slideLayouts/slideLayout158.xml"/><Relationship Id="rId80" Type="http://schemas.openxmlformats.org/officeDocument/2006/relationships/slideLayout" Target="../slideLayouts/slideLayout166.xml"/><Relationship Id="rId85" Type="http://schemas.openxmlformats.org/officeDocument/2006/relationships/slideLayout" Target="../slideLayouts/slideLayout171.xml"/><Relationship Id="rId3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8.xml"/><Relationship Id="rId17" Type="http://schemas.openxmlformats.org/officeDocument/2006/relationships/slideLayout" Target="../slideLayouts/slideLayout103.xml"/><Relationship Id="rId25" Type="http://schemas.openxmlformats.org/officeDocument/2006/relationships/slideLayout" Target="../slideLayouts/slideLayout111.xml"/><Relationship Id="rId33" Type="http://schemas.openxmlformats.org/officeDocument/2006/relationships/slideLayout" Target="../slideLayouts/slideLayout119.xml"/><Relationship Id="rId38" Type="http://schemas.openxmlformats.org/officeDocument/2006/relationships/slideLayout" Target="../slideLayouts/slideLayout124.xml"/><Relationship Id="rId46" Type="http://schemas.openxmlformats.org/officeDocument/2006/relationships/slideLayout" Target="../slideLayouts/slideLayout132.xml"/><Relationship Id="rId59" Type="http://schemas.openxmlformats.org/officeDocument/2006/relationships/slideLayout" Target="../slideLayouts/slideLayout145.xml"/><Relationship Id="rId67" Type="http://schemas.openxmlformats.org/officeDocument/2006/relationships/slideLayout" Target="../slideLayouts/slideLayout153.xml"/><Relationship Id="rId20" Type="http://schemas.openxmlformats.org/officeDocument/2006/relationships/slideLayout" Target="../slideLayouts/slideLayout106.xml"/><Relationship Id="rId41" Type="http://schemas.openxmlformats.org/officeDocument/2006/relationships/slideLayout" Target="../slideLayouts/slideLayout127.xml"/><Relationship Id="rId54" Type="http://schemas.openxmlformats.org/officeDocument/2006/relationships/slideLayout" Target="../slideLayouts/slideLayout140.xml"/><Relationship Id="rId62" Type="http://schemas.openxmlformats.org/officeDocument/2006/relationships/slideLayout" Target="../slideLayouts/slideLayout148.xml"/><Relationship Id="rId70" Type="http://schemas.openxmlformats.org/officeDocument/2006/relationships/slideLayout" Target="../slideLayouts/slideLayout156.xml"/><Relationship Id="rId75" Type="http://schemas.openxmlformats.org/officeDocument/2006/relationships/slideLayout" Target="../slideLayouts/slideLayout161.xml"/><Relationship Id="rId83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5" Type="http://schemas.openxmlformats.org/officeDocument/2006/relationships/slideLayout" Target="../slideLayouts/slideLayout101.xml"/><Relationship Id="rId23" Type="http://schemas.openxmlformats.org/officeDocument/2006/relationships/slideLayout" Target="../slideLayouts/slideLayout109.xml"/><Relationship Id="rId28" Type="http://schemas.openxmlformats.org/officeDocument/2006/relationships/slideLayout" Target="../slideLayouts/slideLayout114.xml"/><Relationship Id="rId36" Type="http://schemas.openxmlformats.org/officeDocument/2006/relationships/slideLayout" Target="../slideLayouts/slideLayout122.xml"/><Relationship Id="rId49" Type="http://schemas.openxmlformats.org/officeDocument/2006/relationships/slideLayout" Target="../slideLayouts/slideLayout135.xml"/><Relationship Id="rId57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96.xml"/><Relationship Id="rId31" Type="http://schemas.openxmlformats.org/officeDocument/2006/relationships/slideLayout" Target="../slideLayouts/slideLayout117.xml"/><Relationship Id="rId44" Type="http://schemas.openxmlformats.org/officeDocument/2006/relationships/slideLayout" Target="../slideLayouts/slideLayout130.xml"/><Relationship Id="rId52" Type="http://schemas.openxmlformats.org/officeDocument/2006/relationships/slideLayout" Target="../slideLayouts/slideLayout138.xml"/><Relationship Id="rId60" Type="http://schemas.openxmlformats.org/officeDocument/2006/relationships/slideLayout" Target="../slideLayouts/slideLayout146.xml"/><Relationship Id="rId65" Type="http://schemas.openxmlformats.org/officeDocument/2006/relationships/slideLayout" Target="../slideLayouts/slideLayout151.xml"/><Relationship Id="rId73" Type="http://schemas.openxmlformats.org/officeDocument/2006/relationships/slideLayout" Target="../slideLayouts/slideLayout159.xml"/><Relationship Id="rId78" Type="http://schemas.openxmlformats.org/officeDocument/2006/relationships/slideLayout" Target="../slideLayouts/slideLayout164.xml"/><Relationship Id="rId81" Type="http://schemas.openxmlformats.org/officeDocument/2006/relationships/slideLayout" Target="../slideLayouts/slideLayout167.xml"/><Relationship Id="rId86" Type="http://schemas.openxmlformats.org/officeDocument/2006/relationships/theme" Target="../theme/theme2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20.xml"/><Relationship Id="rId50" Type="http://schemas.openxmlformats.org/officeDocument/2006/relationships/slideLayout" Target="../slideLayouts/slideLayout136.xml"/><Relationship Id="rId55" Type="http://schemas.openxmlformats.org/officeDocument/2006/relationships/slideLayout" Target="../slideLayouts/slideLayout141.xml"/><Relationship Id="rId76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93.xml"/><Relationship Id="rId71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10.xml"/><Relationship Id="rId40" Type="http://schemas.openxmlformats.org/officeDocument/2006/relationships/slideLayout" Target="../slideLayouts/slideLayout126.xml"/><Relationship Id="rId45" Type="http://schemas.openxmlformats.org/officeDocument/2006/relationships/slideLayout" Target="../slideLayouts/slideLayout131.xml"/><Relationship Id="rId66" Type="http://schemas.openxmlformats.org/officeDocument/2006/relationships/slideLayout" Target="../slideLayouts/slideLayout152.xml"/><Relationship Id="rId61" Type="http://schemas.openxmlformats.org/officeDocument/2006/relationships/slideLayout" Target="../slideLayouts/slideLayout147.xml"/><Relationship Id="rId82" Type="http://schemas.openxmlformats.org/officeDocument/2006/relationships/slideLayout" Target="../slideLayouts/slideLayout1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318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825" r:id="rId13"/>
    <p:sldLayoutId id="2147483753" r:id="rId14"/>
    <p:sldLayoutId id="2147483754" r:id="rId15"/>
    <p:sldLayoutId id="2147483755" r:id="rId16"/>
    <p:sldLayoutId id="2147483756" r:id="rId17"/>
    <p:sldLayoutId id="2147483757" r:id="rId18"/>
    <p:sldLayoutId id="2147483758" r:id="rId19"/>
    <p:sldLayoutId id="2147483759" r:id="rId20"/>
    <p:sldLayoutId id="2147483760" r:id="rId21"/>
    <p:sldLayoutId id="2147483761" r:id="rId22"/>
    <p:sldLayoutId id="2147483762" r:id="rId23"/>
    <p:sldLayoutId id="2147483763" r:id="rId24"/>
    <p:sldLayoutId id="2147483764" r:id="rId25"/>
    <p:sldLayoutId id="2147483765" r:id="rId26"/>
    <p:sldLayoutId id="2147483823" r:id="rId27"/>
    <p:sldLayoutId id="2147483766" r:id="rId28"/>
    <p:sldLayoutId id="2147483767" r:id="rId29"/>
    <p:sldLayoutId id="2147483768" r:id="rId30"/>
    <p:sldLayoutId id="2147483769" r:id="rId31"/>
    <p:sldLayoutId id="2147483770" r:id="rId32"/>
    <p:sldLayoutId id="2147483771" r:id="rId33"/>
    <p:sldLayoutId id="2147483772" r:id="rId34"/>
    <p:sldLayoutId id="2147483773" r:id="rId35"/>
    <p:sldLayoutId id="2147483774" r:id="rId36"/>
    <p:sldLayoutId id="2147483775" r:id="rId37"/>
    <p:sldLayoutId id="2147483776" r:id="rId38"/>
    <p:sldLayoutId id="2147483777" r:id="rId39"/>
    <p:sldLayoutId id="2147483778" r:id="rId40"/>
    <p:sldLayoutId id="2147483779" r:id="rId41"/>
    <p:sldLayoutId id="2147483780" r:id="rId42"/>
    <p:sldLayoutId id="2147483781" r:id="rId43"/>
    <p:sldLayoutId id="2147483782" r:id="rId44"/>
    <p:sldLayoutId id="2147483783" r:id="rId45"/>
    <p:sldLayoutId id="2147483784" r:id="rId46"/>
    <p:sldLayoutId id="2147483785" r:id="rId47"/>
    <p:sldLayoutId id="2147483786" r:id="rId48"/>
    <p:sldLayoutId id="2147483787" r:id="rId49"/>
    <p:sldLayoutId id="2147483788" r:id="rId50"/>
    <p:sldLayoutId id="2147483789" r:id="rId51"/>
    <p:sldLayoutId id="2147483790" r:id="rId52"/>
    <p:sldLayoutId id="2147483791" r:id="rId53"/>
    <p:sldLayoutId id="2147483792" r:id="rId54"/>
    <p:sldLayoutId id="2147483793" r:id="rId55"/>
    <p:sldLayoutId id="2147483794" r:id="rId56"/>
    <p:sldLayoutId id="2147483795" r:id="rId57"/>
    <p:sldLayoutId id="2147483796" r:id="rId58"/>
    <p:sldLayoutId id="2147483797" r:id="rId59"/>
    <p:sldLayoutId id="2147483798" r:id="rId60"/>
    <p:sldLayoutId id="2147483799" r:id="rId61"/>
    <p:sldLayoutId id="2147483800" r:id="rId62"/>
    <p:sldLayoutId id="2147483827" r:id="rId63"/>
    <p:sldLayoutId id="2147483803" r:id="rId64"/>
    <p:sldLayoutId id="2147483801" r:id="rId65"/>
    <p:sldLayoutId id="2147483802" r:id="rId66"/>
    <p:sldLayoutId id="2147483804" r:id="rId67"/>
    <p:sldLayoutId id="2147483805" r:id="rId68"/>
    <p:sldLayoutId id="2147483806" r:id="rId69"/>
    <p:sldLayoutId id="2147483807" r:id="rId70"/>
    <p:sldLayoutId id="2147483808" r:id="rId71"/>
    <p:sldLayoutId id="2147483809" r:id="rId72"/>
    <p:sldLayoutId id="2147483810" r:id="rId73"/>
    <p:sldLayoutId id="2147483811" r:id="rId74"/>
    <p:sldLayoutId id="2147483812" r:id="rId75"/>
    <p:sldLayoutId id="2147483813" r:id="rId76"/>
    <p:sldLayoutId id="2147483814" r:id="rId77"/>
    <p:sldLayoutId id="2147483815" r:id="rId78"/>
    <p:sldLayoutId id="2147483816" r:id="rId79"/>
    <p:sldLayoutId id="2147483817" r:id="rId80"/>
    <p:sldLayoutId id="2147483818" r:id="rId81"/>
    <p:sldLayoutId id="2147483819" r:id="rId82"/>
    <p:sldLayoutId id="2147483820" r:id="rId83"/>
    <p:sldLayoutId id="2147483821" r:id="rId84"/>
    <p:sldLayoutId id="2147483822" r:id="rId85"/>
    <p:sldLayoutId id="2147483914" r:id="rId8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EA4335"/>
          </p15:clr>
        </p15:guide>
        <p15:guide id="2" orient="horz" pos="2160" userDrawn="1">
          <p15:clr>
            <a:srgbClr val="EA4335"/>
          </p15:clr>
        </p15:guide>
        <p15:guide id="3" orient="horz" pos="4032" userDrawn="1">
          <p15:clr>
            <a:srgbClr val="EA4335"/>
          </p15:clr>
        </p15:guide>
        <p15:guide id="4" orient="horz" pos="288" userDrawn="1">
          <p15:clr>
            <a:srgbClr val="EA4335"/>
          </p15:clr>
        </p15:guide>
        <p15:guide id="5" pos="276" userDrawn="1">
          <p15:clr>
            <a:srgbClr val="EA4335"/>
          </p15:clr>
        </p15:guide>
        <p15:guide id="6" pos="7404" userDrawn="1">
          <p15:clr>
            <a:srgbClr val="EA4335"/>
          </p15:clr>
        </p15:guide>
        <p15:guide id="7" pos="2059" userDrawn="1">
          <p15:clr>
            <a:srgbClr val="EA4335"/>
          </p15:clr>
        </p15:guide>
        <p15:guide id="8" pos="5621" userDrawn="1">
          <p15:clr>
            <a:srgbClr val="EA4335"/>
          </p15:clr>
        </p15:guide>
        <p15:guide id="9" orient="horz" pos="1224" userDrawn="1">
          <p15:clr>
            <a:srgbClr val="EA4335"/>
          </p15:clr>
        </p15:guide>
        <p15:guide id="10" orient="horz" pos="3096" userDrawn="1">
          <p15:clr>
            <a:srgbClr val="EA4335"/>
          </p15:clr>
        </p15:guide>
        <p15:guide id="11" pos="1168" userDrawn="1">
          <p15:clr>
            <a:srgbClr val="EA4335"/>
          </p15:clr>
        </p15:guide>
        <p15:guide id="12" pos="2949" userDrawn="1">
          <p15:clr>
            <a:srgbClr val="EA4335"/>
          </p15:clr>
        </p15:guide>
        <p15:guide id="13" pos="4731" userDrawn="1">
          <p15:clr>
            <a:srgbClr val="EA4335"/>
          </p15:clr>
        </p15:guide>
        <p15:guide id="14" pos="6512" userDrawn="1">
          <p15:clr>
            <a:srgbClr val="EA4335"/>
          </p15:clr>
        </p15:guide>
        <p15:guide id="15" orient="horz" pos="756" userDrawn="1">
          <p15:clr>
            <a:srgbClr val="EA4335"/>
          </p15:clr>
        </p15:guide>
        <p15:guide id="16" orient="horz" pos="1692" userDrawn="1">
          <p15:clr>
            <a:srgbClr val="EA4335"/>
          </p15:clr>
        </p15:guide>
        <p15:guide id="17" orient="horz" pos="2628" userDrawn="1">
          <p15:clr>
            <a:srgbClr val="EA4335"/>
          </p15:clr>
        </p15:guide>
        <p15:guide id="18" orient="horz" pos="3564" userDrawn="1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21757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854" r:id="rId26"/>
    <p:sldLayoutId id="2147483855" r:id="rId27"/>
    <p:sldLayoutId id="2147483856" r:id="rId28"/>
    <p:sldLayoutId id="2147483857" r:id="rId29"/>
    <p:sldLayoutId id="2147483858" r:id="rId30"/>
    <p:sldLayoutId id="2147483859" r:id="rId31"/>
    <p:sldLayoutId id="2147483860" r:id="rId32"/>
    <p:sldLayoutId id="2147483861" r:id="rId33"/>
    <p:sldLayoutId id="2147483862" r:id="rId34"/>
    <p:sldLayoutId id="2147483863" r:id="rId35"/>
    <p:sldLayoutId id="2147483864" r:id="rId36"/>
    <p:sldLayoutId id="2147483865" r:id="rId37"/>
    <p:sldLayoutId id="2147483866" r:id="rId38"/>
    <p:sldLayoutId id="2147483867" r:id="rId39"/>
    <p:sldLayoutId id="2147483868" r:id="rId40"/>
    <p:sldLayoutId id="2147483869" r:id="rId41"/>
    <p:sldLayoutId id="2147483870" r:id="rId42"/>
    <p:sldLayoutId id="2147483871" r:id="rId43"/>
    <p:sldLayoutId id="2147483872" r:id="rId44"/>
    <p:sldLayoutId id="2147483873" r:id="rId45"/>
    <p:sldLayoutId id="2147483874" r:id="rId46"/>
    <p:sldLayoutId id="2147483875" r:id="rId47"/>
    <p:sldLayoutId id="2147483876" r:id="rId48"/>
    <p:sldLayoutId id="2147483877" r:id="rId49"/>
    <p:sldLayoutId id="2147483878" r:id="rId50"/>
    <p:sldLayoutId id="2147483879" r:id="rId51"/>
    <p:sldLayoutId id="2147483880" r:id="rId52"/>
    <p:sldLayoutId id="2147483881" r:id="rId53"/>
    <p:sldLayoutId id="2147483882" r:id="rId54"/>
    <p:sldLayoutId id="2147483883" r:id="rId55"/>
    <p:sldLayoutId id="2147483884" r:id="rId56"/>
    <p:sldLayoutId id="2147483885" r:id="rId57"/>
    <p:sldLayoutId id="2147483886" r:id="rId58"/>
    <p:sldLayoutId id="2147483887" r:id="rId59"/>
    <p:sldLayoutId id="2147483888" r:id="rId60"/>
    <p:sldLayoutId id="2147483889" r:id="rId61"/>
    <p:sldLayoutId id="2147483890" r:id="rId62"/>
    <p:sldLayoutId id="2147483891" r:id="rId63"/>
    <p:sldLayoutId id="2147483892" r:id="rId64"/>
    <p:sldLayoutId id="2147483893" r:id="rId65"/>
    <p:sldLayoutId id="2147483894" r:id="rId66"/>
    <p:sldLayoutId id="2147483895" r:id="rId67"/>
    <p:sldLayoutId id="2147483896" r:id="rId68"/>
    <p:sldLayoutId id="2147483897" r:id="rId69"/>
    <p:sldLayoutId id="2147483898" r:id="rId70"/>
    <p:sldLayoutId id="2147483899" r:id="rId71"/>
    <p:sldLayoutId id="2147483900" r:id="rId72"/>
    <p:sldLayoutId id="2147483901" r:id="rId73"/>
    <p:sldLayoutId id="2147483902" r:id="rId74"/>
    <p:sldLayoutId id="2147483903" r:id="rId75"/>
    <p:sldLayoutId id="2147483904" r:id="rId76"/>
    <p:sldLayoutId id="2147483905" r:id="rId77"/>
    <p:sldLayoutId id="2147483906" r:id="rId78"/>
    <p:sldLayoutId id="2147483907" r:id="rId79"/>
    <p:sldLayoutId id="2147483908" r:id="rId80"/>
    <p:sldLayoutId id="2147483909" r:id="rId81"/>
    <p:sldLayoutId id="2147483910" r:id="rId82"/>
    <p:sldLayoutId id="2147483911" r:id="rId83"/>
    <p:sldLayoutId id="2147483912" r:id="rId84"/>
    <p:sldLayoutId id="2147483913" r:id="rId8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1E"/>
        </a:buClr>
        <a:buFont typeface="Arial"/>
        <a:defRPr sz="1867" b="0" i="0" u="none" strike="noStrike" cap="none">
          <a:solidFill>
            <a:srgbClr val="00001E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EA4335"/>
          </p15:clr>
        </p15:guide>
        <p15:guide id="2" orient="horz" pos="2160">
          <p15:clr>
            <a:srgbClr val="EA4335"/>
          </p15:clr>
        </p15:guide>
        <p15:guide id="3" orient="horz" pos="4032">
          <p15:clr>
            <a:srgbClr val="EA4335"/>
          </p15:clr>
        </p15:guide>
        <p15:guide id="4" orient="horz" pos="288">
          <p15:clr>
            <a:srgbClr val="EA4335"/>
          </p15:clr>
        </p15:guide>
        <p15:guide id="5" pos="276">
          <p15:clr>
            <a:srgbClr val="EA4335"/>
          </p15:clr>
        </p15:guide>
        <p15:guide id="6" pos="7404">
          <p15:clr>
            <a:srgbClr val="EA4335"/>
          </p15:clr>
        </p15:guide>
        <p15:guide id="7" pos="2059">
          <p15:clr>
            <a:srgbClr val="EA4335"/>
          </p15:clr>
        </p15:guide>
        <p15:guide id="8" pos="5621">
          <p15:clr>
            <a:srgbClr val="EA4335"/>
          </p15:clr>
        </p15:guide>
        <p15:guide id="9" orient="horz" pos="1224">
          <p15:clr>
            <a:srgbClr val="EA4335"/>
          </p15:clr>
        </p15:guide>
        <p15:guide id="10" orient="horz" pos="3096">
          <p15:clr>
            <a:srgbClr val="EA4335"/>
          </p15:clr>
        </p15:guide>
        <p15:guide id="11" pos="1168">
          <p15:clr>
            <a:srgbClr val="EA4335"/>
          </p15:clr>
        </p15:guide>
        <p15:guide id="12" pos="2949">
          <p15:clr>
            <a:srgbClr val="EA4335"/>
          </p15:clr>
        </p15:guide>
        <p15:guide id="13" pos="4731">
          <p15:clr>
            <a:srgbClr val="EA4335"/>
          </p15:clr>
        </p15:guide>
        <p15:guide id="14" pos="6512">
          <p15:clr>
            <a:srgbClr val="EA4335"/>
          </p15:clr>
        </p15:guide>
        <p15:guide id="15" orient="horz" pos="756">
          <p15:clr>
            <a:srgbClr val="EA4335"/>
          </p15:clr>
        </p15:guide>
        <p15:guide id="16" orient="horz" pos="1692">
          <p15:clr>
            <a:srgbClr val="EA4335"/>
          </p15:clr>
        </p15:guide>
        <p15:guide id="17" orient="horz" pos="2628">
          <p15:clr>
            <a:srgbClr val="EA4335"/>
          </p15:clr>
        </p15:guide>
        <p15:guide id="18" orient="horz" pos="356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9.sv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10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6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4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40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86.xml"/><Relationship Id="rId4" Type="http://schemas.openxmlformats.org/officeDocument/2006/relationships/image" Target="../media/image5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/>
          <p:cNvSpPr txBox="1">
            <a:spLocks noGrp="1"/>
          </p:cNvSpPr>
          <p:nvPr>
            <p:ph type="title"/>
          </p:nvPr>
        </p:nvSpPr>
        <p:spPr>
          <a:xfrm>
            <a:off x="602237" y="1785324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6600" dirty="0"/>
              <a:t>AI Doesn't Bite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0C9F83E9-1AAD-EB07-0AF2-5D209563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132" y="3443627"/>
            <a:ext cx="7142800" cy="454665"/>
          </a:xfrm>
        </p:spPr>
        <p:txBody>
          <a:bodyPr/>
          <a:lstStyle/>
          <a:p>
            <a:pPr marL="152396" indent="0">
              <a:buNone/>
            </a:pPr>
            <a:r>
              <a:rPr lang="en-US" dirty="0">
                <a:solidFill>
                  <a:schemeClr val="accent2"/>
                </a:solidFill>
              </a:rPr>
              <a:t>How To Get Over Your Initial Hurdles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A1BF0F-970C-3DC3-E3FC-3FB9A3B87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817049"/>
            <a:ext cx="1891956" cy="5652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8D1CC53-E467-0D52-D3B9-53DD5E93D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  <p:sp>
        <p:nvSpPr>
          <p:cNvPr id="5" name="Subtitle 11">
            <a:extLst>
              <a:ext uri="{FF2B5EF4-FFF2-40B4-BE49-F238E27FC236}">
                <a16:creationId xmlns:a16="http://schemas.microsoft.com/office/drawing/2014/main" id="{CEF71CAA-2F36-C1E5-950B-683229FC9BDA}"/>
              </a:ext>
            </a:extLst>
          </p:cNvPr>
          <p:cNvSpPr txBox="1">
            <a:spLocks/>
          </p:cNvSpPr>
          <p:nvPr/>
        </p:nvSpPr>
        <p:spPr>
          <a:xfrm>
            <a:off x="602237" y="4214259"/>
            <a:ext cx="3106163" cy="454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lnSpc>
                <a:spcPts val="2200"/>
              </a:lnSpc>
            </a:pPr>
            <a:r>
              <a:rPr lang="en-US" sz="16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 practical guide from zero to AI-powered workflows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8362A9-5F38-0972-488B-E1556700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first…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111B58-2D6C-8525-5309-66C357AD9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031717"/>
            <a:ext cx="7511333" cy="1094800"/>
          </a:xfrm>
        </p:spPr>
        <p:txBody>
          <a:bodyPr/>
          <a:lstStyle/>
          <a:p>
            <a:r>
              <a:rPr lang="en-US" sz="3200" b="1" dirty="0">
                <a:latin typeface="DM Sans 14pt SemiBold" pitchFamily="2" charset="77"/>
              </a:rPr>
              <a:t>Why Are People </a:t>
            </a:r>
            <a:r>
              <a:rPr lang="en-US" sz="32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 SemiBold" pitchFamily="2" charset="77"/>
              </a:rPr>
              <a:t>Still Avoiding AI?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5766F8-8053-57D2-BD43-7ABBBF363FF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8865" y="1862530"/>
            <a:ext cx="8010868" cy="389603"/>
          </a:xfrm>
        </p:spPr>
        <p:txBody>
          <a:bodyPr/>
          <a:lstStyle/>
          <a:p>
            <a:pPr marL="7938" indent="0">
              <a:buNone/>
            </a:pPr>
            <a:r>
              <a:rPr lang="en-US" dirty="0"/>
              <a:t>The data says adoption is stalling — and networking is further behind than most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878B5F-8CAC-2780-047C-38E4AF668ECE}"/>
              </a:ext>
            </a:extLst>
          </p:cNvPr>
          <p:cNvGrpSpPr/>
          <p:nvPr/>
        </p:nvGrpSpPr>
        <p:grpSpPr>
          <a:xfrm>
            <a:off x="597313" y="3969894"/>
            <a:ext cx="2966454" cy="508903"/>
            <a:chOff x="597313" y="3969894"/>
            <a:chExt cx="2966454" cy="508903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A8D8804A-AC37-A6B2-8300-5B4B08BEAF57}"/>
                </a:ext>
              </a:extLst>
            </p:cNvPr>
            <p:cNvSpPr txBox="1">
              <a:spLocks/>
            </p:cNvSpPr>
            <p:nvPr/>
          </p:nvSpPr>
          <p:spPr>
            <a:xfrm>
              <a:off x="1262235" y="4089194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Cost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Unclear ROI, high infrastructure spend, hard to justify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1368DE3-265A-E578-AEBE-78AF92EB54B1}"/>
                </a:ext>
              </a:extLst>
            </p:cNvPr>
            <p:cNvSpPr/>
            <p:nvPr/>
          </p:nvSpPr>
          <p:spPr>
            <a:xfrm>
              <a:off x="597313" y="39698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89F5EEC-805C-443F-D91B-6E12B38A11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7231" y="4069812"/>
              <a:ext cx="228600" cy="2286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8D8CF8-FE25-01A2-3DF5-F82798EF563B}"/>
              </a:ext>
            </a:extLst>
          </p:cNvPr>
          <p:cNvGrpSpPr/>
          <p:nvPr/>
        </p:nvGrpSpPr>
        <p:grpSpPr>
          <a:xfrm>
            <a:off x="4703646" y="3969894"/>
            <a:ext cx="2966453" cy="508902"/>
            <a:chOff x="4703646" y="3969894"/>
            <a:chExt cx="2966453" cy="508902"/>
          </a:xfrm>
        </p:grpSpPr>
        <p:sp>
          <p:nvSpPr>
            <p:cNvPr id="10" name="Text Placeholder 5">
              <a:extLst>
                <a:ext uri="{FF2B5EF4-FFF2-40B4-BE49-F238E27FC236}">
                  <a16:creationId xmlns:a16="http://schemas.microsoft.com/office/drawing/2014/main" id="{BB34F53F-A083-088B-085B-8B6F21250F10}"/>
                </a:ext>
              </a:extLst>
            </p:cNvPr>
            <p:cNvSpPr txBox="1">
              <a:spLocks/>
            </p:cNvSpPr>
            <p:nvPr/>
          </p:nvSpPr>
          <p:spPr>
            <a:xfrm>
              <a:off x="5368567" y="408919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Privacy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Confidential data leakage, compliance concerns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F9AF6C4-BB75-E719-013B-800E61E20362}"/>
                </a:ext>
              </a:extLst>
            </p:cNvPr>
            <p:cNvSpPr/>
            <p:nvPr/>
          </p:nvSpPr>
          <p:spPr>
            <a:xfrm>
              <a:off x="4703646" y="39698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99F466B-844E-C86E-BA35-64FB22375E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3564" y="4069812"/>
              <a:ext cx="228600" cy="228600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7035AD-6451-3377-06B8-6505C03A358F}"/>
              </a:ext>
            </a:extLst>
          </p:cNvPr>
          <p:cNvGrpSpPr/>
          <p:nvPr/>
        </p:nvGrpSpPr>
        <p:grpSpPr>
          <a:xfrm>
            <a:off x="4703646" y="2750694"/>
            <a:ext cx="2966453" cy="483572"/>
            <a:chOff x="4703646" y="2750694"/>
            <a:chExt cx="2966453" cy="483572"/>
          </a:xfrm>
        </p:grpSpPr>
        <p:sp>
          <p:nvSpPr>
            <p:cNvPr id="9" name="Text Placeholder 5">
              <a:extLst>
                <a:ext uri="{FF2B5EF4-FFF2-40B4-BE49-F238E27FC236}">
                  <a16:creationId xmlns:a16="http://schemas.microsoft.com/office/drawing/2014/main" id="{87398A72-4E52-D7EE-335A-2CE56C28CCC2}"/>
                </a:ext>
              </a:extLst>
            </p:cNvPr>
            <p:cNvSpPr txBox="1">
              <a:spLocks/>
            </p:cNvSpPr>
            <p:nvPr/>
          </p:nvSpPr>
          <p:spPr>
            <a:xfrm>
              <a:off x="5368567" y="284466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Security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Data exposure, model vulnerabilities, governance gaps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DCB635E-5328-407D-E0E0-1149BCC62B21}"/>
                </a:ext>
              </a:extLst>
            </p:cNvPr>
            <p:cNvSpPr/>
            <p:nvPr/>
          </p:nvSpPr>
          <p:spPr>
            <a:xfrm>
              <a:off x="4703646" y="27506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DEA5FC3F-070F-9A80-ED85-7380BD6597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20497" y="2850612"/>
              <a:ext cx="228600" cy="2286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4EA0812-1F5D-3396-CE3E-264ED536834A}"/>
              </a:ext>
            </a:extLst>
          </p:cNvPr>
          <p:cNvGrpSpPr/>
          <p:nvPr/>
        </p:nvGrpSpPr>
        <p:grpSpPr>
          <a:xfrm>
            <a:off x="597313" y="2750694"/>
            <a:ext cx="2966454" cy="483572"/>
            <a:chOff x="597313" y="2750694"/>
            <a:chExt cx="2966454" cy="483572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5EDB413C-CE64-CAA0-E856-8823EDE7AAF0}"/>
                </a:ext>
              </a:extLst>
            </p:cNvPr>
            <p:cNvSpPr txBox="1">
              <a:spLocks/>
            </p:cNvSpPr>
            <p:nvPr/>
          </p:nvSpPr>
          <p:spPr>
            <a:xfrm>
              <a:off x="1262235" y="284466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Negative Hype Cycle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Overpromise, underdeliver, disillusionment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C8F29053-2C79-C13E-60AA-EF051AE0B220}"/>
                </a:ext>
              </a:extLst>
            </p:cNvPr>
            <p:cNvSpPr/>
            <p:nvPr/>
          </p:nvSpPr>
          <p:spPr>
            <a:xfrm>
              <a:off x="597313" y="27506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CEFFCE82-48BC-C8DB-9979-01229B7687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7231" y="2854164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6461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90460E0-20AF-BCE8-AFC1-AA22C11DC9B8}"/>
              </a:ext>
            </a:extLst>
          </p:cNvPr>
          <p:cNvSpPr/>
          <p:nvPr/>
        </p:nvSpPr>
        <p:spPr>
          <a:xfrm>
            <a:off x="4137514" y="4717423"/>
            <a:ext cx="3916972" cy="1199084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F0F6F48-148C-D378-F17B-850227F1C70A}"/>
              </a:ext>
            </a:extLst>
          </p:cNvPr>
          <p:cNvSpPr/>
          <p:nvPr/>
        </p:nvSpPr>
        <p:spPr>
          <a:xfrm>
            <a:off x="4137514" y="3237349"/>
            <a:ext cx="3916972" cy="1199084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EE0E9B-61A7-8539-699C-EBDCD41B91E6}"/>
              </a:ext>
            </a:extLst>
          </p:cNvPr>
          <p:cNvSpPr/>
          <p:nvPr/>
        </p:nvSpPr>
        <p:spPr>
          <a:xfrm>
            <a:off x="4137514" y="1757275"/>
            <a:ext cx="3916972" cy="1199084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1F3DE07-A3F7-A5C7-A9D1-45B23F858574}"/>
              </a:ext>
            </a:extLst>
          </p:cNvPr>
          <p:cNvSpPr/>
          <p:nvPr/>
        </p:nvSpPr>
        <p:spPr>
          <a:xfrm>
            <a:off x="715339" y="3908821"/>
            <a:ext cx="3108666" cy="2007686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79834D-D94E-0E73-3EF2-D387FE8A84BA}"/>
              </a:ext>
            </a:extLst>
          </p:cNvPr>
          <p:cNvSpPr/>
          <p:nvPr/>
        </p:nvSpPr>
        <p:spPr>
          <a:xfrm>
            <a:off x="715339" y="1757275"/>
            <a:ext cx="3108666" cy="2007686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bg2">
                <a:lumMod val="90000"/>
                <a:lumOff val="10000"/>
                <a:alpha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55BDF-9E4B-5551-A22F-D49BFC8B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AI Hype Cycle Has Peaked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1927A-960B-67EB-C20A-4D3736ADE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6690066" cy="296471"/>
          </a:xfrm>
        </p:spPr>
        <p:txBody>
          <a:bodyPr/>
          <a:lstStyle/>
          <a:p>
            <a:r>
              <a:rPr lang="en-US" dirty="0"/>
              <a:t>Gartner 2025: Gen AI has entered the “Trough of Disillusionment”</a:t>
            </a:r>
          </a:p>
        </p:txBody>
      </p:sp>
      <p:sp>
        <p:nvSpPr>
          <p:cNvPr id="6" name="Stat1Txt">
            <a:extLst>
              <a:ext uri="{FF2B5EF4-FFF2-40B4-BE49-F238E27FC236}">
                <a16:creationId xmlns:a16="http://schemas.microsoft.com/office/drawing/2014/main" id="{8783A0D3-4932-DEBC-0F40-A6073F606CB6}"/>
              </a:ext>
            </a:extLst>
          </p:cNvPr>
          <p:cNvSpPr/>
          <p:nvPr/>
        </p:nvSpPr>
        <p:spPr>
          <a:xfrm>
            <a:off x="999819" y="2087069"/>
            <a:ext cx="24364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-150" dirty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95%</a:t>
            </a:r>
          </a:p>
          <a:p>
            <a:pPr marL="0" indent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enterprise Gen AI pilots deliver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zero return on investment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MIT, 2025 — 300 public deployments studied</a:t>
            </a:r>
          </a:p>
        </p:txBody>
      </p:sp>
      <p:sp>
        <p:nvSpPr>
          <p:cNvPr id="8" name="Stat2Txt">
            <a:extLst>
              <a:ext uri="{FF2B5EF4-FFF2-40B4-BE49-F238E27FC236}">
                <a16:creationId xmlns:a16="http://schemas.microsoft.com/office/drawing/2014/main" id="{8E3FC32B-35F5-57C5-A32A-4B8FCAECC581}"/>
              </a:ext>
            </a:extLst>
          </p:cNvPr>
          <p:cNvSpPr/>
          <p:nvPr/>
        </p:nvSpPr>
        <p:spPr>
          <a:xfrm>
            <a:off x="998126" y="4238615"/>
            <a:ext cx="24364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pc="-150" dirty="0">
                <a:solidFill>
                  <a:schemeClr val="accent2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42%</a:t>
            </a:r>
          </a:p>
          <a:p>
            <a:pPr marL="0" indent="0">
              <a:lnSpc>
                <a:spcPts val="15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businesses scrapped most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their AI initiatives in 2025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S&amp;P Global, up from 17% in 2024</a:t>
            </a:r>
          </a:p>
        </p:txBody>
      </p:sp>
      <p:sp>
        <p:nvSpPr>
          <p:cNvPr id="10" name="Stat3Txt">
            <a:extLst>
              <a:ext uri="{FF2B5EF4-FFF2-40B4-BE49-F238E27FC236}">
                <a16:creationId xmlns:a16="http://schemas.microsoft.com/office/drawing/2014/main" id="{0E43862D-D5B3-1A78-855D-B10AD05FCB87}"/>
              </a:ext>
            </a:extLst>
          </p:cNvPr>
          <p:cNvSpPr/>
          <p:nvPr/>
        </p:nvSpPr>
        <p:spPr>
          <a:xfrm>
            <a:off x="4320394" y="1855489"/>
            <a:ext cx="2978331" cy="99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spc="-150" dirty="0">
                <a:solidFill>
                  <a:schemeClr val="accent5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74%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struggle to achieve and scale AI value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BCG, 2024</a:t>
            </a:r>
          </a:p>
        </p:txBody>
      </p:sp>
      <p:sp>
        <p:nvSpPr>
          <p:cNvPr id="12" name="Stat4Txt">
            <a:extLst>
              <a:ext uri="{FF2B5EF4-FFF2-40B4-BE49-F238E27FC236}">
                <a16:creationId xmlns:a16="http://schemas.microsoft.com/office/drawing/2014/main" id="{E029A496-BBC7-6A03-5713-75A1E178FAC9}"/>
              </a:ext>
            </a:extLst>
          </p:cNvPr>
          <p:cNvSpPr/>
          <p:nvPr/>
        </p:nvSpPr>
        <p:spPr>
          <a:xfrm>
            <a:off x="4320394" y="3264241"/>
            <a:ext cx="3474720" cy="1134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spc="-150" dirty="0">
                <a:solidFill>
                  <a:schemeClr val="accent5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$1.9M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avg. spent per org on Gen AI, &lt;30% of CEOs satisfied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Gartner, 2025</a:t>
            </a:r>
          </a:p>
        </p:txBody>
      </p:sp>
      <p:sp>
        <p:nvSpPr>
          <p:cNvPr id="14" name="Stat5Txt">
            <a:extLst>
              <a:ext uri="{FF2B5EF4-FFF2-40B4-BE49-F238E27FC236}">
                <a16:creationId xmlns:a16="http://schemas.microsoft.com/office/drawing/2014/main" id="{AC3CB1AC-C099-E572-04D7-DA8244E1542B}"/>
              </a:ext>
            </a:extLst>
          </p:cNvPr>
          <p:cNvSpPr/>
          <p:nvPr/>
        </p:nvSpPr>
        <p:spPr>
          <a:xfrm>
            <a:off x="4320394" y="4813943"/>
            <a:ext cx="2978331" cy="995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spc="-150" dirty="0">
                <a:solidFill>
                  <a:schemeClr val="accent5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57%</a:t>
            </a:r>
          </a:p>
          <a:p>
            <a:pPr marL="0" indent="0">
              <a:lnSpc>
                <a:spcPts val="1500"/>
              </a:lnSpc>
              <a:spcBef>
                <a:spcPts val="200"/>
              </a:spcBef>
              <a:buNone/>
            </a:pPr>
            <a:r>
              <a:rPr lang="en-US" sz="1100" dirty="0">
                <a:solidFill>
                  <a:srgbClr val="E2E8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 organizations say their data is not AI-ready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4748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Gartner, 2025</a:t>
            </a:r>
          </a:p>
        </p:txBody>
      </p:sp>
    </p:spTree>
    <p:extLst>
      <p:ext uri="{BB962C8B-B14F-4D97-AF65-F5344CB8AC3E}">
        <p14:creationId xmlns:p14="http://schemas.microsoft.com/office/powerpoint/2010/main" val="3998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A317-60F5-61CB-61B2-0576E7DE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Top Barriers to AI Adoption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35AB1-B9D9-F4FA-E7DE-BD4653992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6664666" cy="288004"/>
          </a:xfrm>
        </p:spPr>
        <p:txBody>
          <a:bodyPr/>
          <a:lstStyle/>
          <a:p>
            <a:r>
              <a:rPr lang="en-US" dirty="0"/>
              <a:t>IBM Global AI Adoption Index, 2025 — survey of enterprise leaders</a:t>
            </a:r>
          </a:p>
        </p:txBody>
      </p:sp>
      <p:sp>
        <p:nvSpPr>
          <p:cNvPr id="15" name="Bar1Bg">
            <a:extLst>
              <a:ext uri="{FF2B5EF4-FFF2-40B4-BE49-F238E27FC236}">
                <a16:creationId xmlns:a16="http://schemas.microsoft.com/office/drawing/2014/main" id="{EA54B0A3-AC97-7324-AF72-6E9ACD7F6330}"/>
              </a:ext>
            </a:extLst>
          </p:cNvPr>
          <p:cNvSpPr/>
          <p:nvPr/>
        </p:nvSpPr>
        <p:spPr>
          <a:xfrm>
            <a:off x="4847868" y="1998133"/>
            <a:ext cx="5445467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483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Bar1Fill">
            <a:extLst>
              <a:ext uri="{FF2B5EF4-FFF2-40B4-BE49-F238E27FC236}">
                <a16:creationId xmlns:a16="http://schemas.microsoft.com/office/drawing/2014/main" id="{AEC2D235-0A77-FD4A-CC63-F2E509B28A1C}"/>
              </a:ext>
            </a:extLst>
          </p:cNvPr>
          <p:cNvSpPr/>
          <p:nvPr/>
        </p:nvSpPr>
        <p:spPr>
          <a:xfrm>
            <a:off x="4847868" y="1998133"/>
            <a:ext cx="2450460" cy="5486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18" name="Bar2Bg">
            <a:extLst>
              <a:ext uri="{FF2B5EF4-FFF2-40B4-BE49-F238E27FC236}">
                <a16:creationId xmlns:a16="http://schemas.microsoft.com/office/drawing/2014/main" id="{8286C15C-E9DD-0813-DFFF-AB80C10A984A}"/>
              </a:ext>
            </a:extLst>
          </p:cNvPr>
          <p:cNvSpPr/>
          <p:nvPr/>
        </p:nvSpPr>
        <p:spPr>
          <a:xfrm>
            <a:off x="4847868" y="2638213"/>
            <a:ext cx="5445467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483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Bar2Fill">
            <a:extLst>
              <a:ext uri="{FF2B5EF4-FFF2-40B4-BE49-F238E27FC236}">
                <a16:creationId xmlns:a16="http://schemas.microsoft.com/office/drawing/2014/main" id="{5A1B6864-4381-8174-0B8D-DD7251E28B3D}"/>
              </a:ext>
            </a:extLst>
          </p:cNvPr>
          <p:cNvSpPr/>
          <p:nvPr/>
        </p:nvSpPr>
        <p:spPr>
          <a:xfrm>
            <a:off x="4847868" y="2638213"/>
            <a:ext cx="2287096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1" name="Bar3Bg">
            <a:extLst>
              <a:ext uri="{FF2B5EF4-FFF2-40B4-BE49-F238E27FC236}">
                <a16:creationId xmlns:a16="http://schemas.microsoft.com/office/drawing/2014/main" id="{16DF1132-C8B5-58D8-7500-D03A084AAF42}"/>
              </a:ext>
            </a:extLst>
          </p:cNvPr>
          <p:cNvSpPr/>
          <p:nvPr/>
        </p:nvSpPr>
        <p:spPr>
          <a:xfrm>
            <a:off x="4847868" y="3278293"/>
            <a:ext cx="5445467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483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Bar3Fill">
            <a:extLst>
              <a:ext uri="{FF2B5EF4-FFF2-40B4-BE49-F238E27FC236}">
                <a16:creationId xmlns:a16="http://schemas.microsoft.com/office/drawing/2014/main" id="{55A7A58D-923F-8998-DACB-6554D060DA94}"/>
              </a:ext>
            </a:extLst>
          </p:cNvPr>
          <p:cNvSpPr/>
          <p:nvPr/>
        </p:nvSpPr>
        <p:spPr>
          <a:xfrm>
            <a:off x="4847868" y="3278293"/>
            <a:ext cx="2287096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4" name="Bar4Bg">
            <a:extLst>
              <a:ext uri="{FF2B5EF4-FFF2-40B4-BE49-F238E27FC236}">
                <a16:creationId xmlns:a16="http://schemas.microsoft.com/office/drawing/2014/main" id="{5244FED4-1321-0C60-0510-53DED08AA911}"/>
              </a:ext>
            </a:extLst>
          </p:cNvPr>
          <p:cNvSpPr/>
          <p:nvPr/>
        </p:nvSpPr>
        <p:spPr>
          <a:xfrm>
            <a:off x="4847868" y="3918373"/>
            <a:ext cx="5445467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483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Bar4Fill">
            <a:extLst>
              <a:ext uri="{FF2B5EF4-FFF2-40B4-BE49-F238E27FC236}">
                <a16:creationId xmlns:a16="http://schemas.microsoft.com/office/drawing/2014/main" id="{2E2D67D5-B27E-1651-87AA-4D650869141C}"/>
              </a:ext>
            </a:extLst>
          </p:cNvPr>
          <p:cNvSpPr/>
          <p:nvPr/>
        </p:nvSpPr>
        <p:spPr>
          <a:xfrm>
            <a:off x="4847868" y="3918373"/>
            <a:ext cx="2287096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27" name="Bar5Bg">
            <a:extLst>
              <a:ext uri="{FF2B5EF4-FFF2-40B4-BE49-F238E27FC236}">
                <a16:creationId xmlns:a16="http://schemas.microsoft.com/office/drawing/2014/main" id="{A7463657-552C-44F2-311A-E239504D58DC}"/>
              </a:ext>
            </a:extLst>
          </p:cNvPr>
          <p:cNvSpPr/>
          <p:nvPr/>
        </p:nvSpPr>
        <p:spPr>
          <a:xfrm>
            <a:off x="4847868" y="4558453"/>
            <a:ext cx="5445467" cy="548640"/>
          </a:xfrm>
          <a:prstGeom prst="roundRect">
            <a:avLst>
              <a:gd name="adj" fmla="val 16667"/>
            </a:avLst>
          </a:prstGeom>
          <a:solidFill>
            <a:schemeClr val="accent1">
              <a:alpha val="15483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Bar5Fill">
            <a:extLst>
              <a:ext uri="{FF2B5EF4-FFF2-40B4-BE49-F238E27FC236}">
                <a16:creationId xmlns:a16="http://schemas.microsoft.com/office/drawing/2014/main" id="{AA6E4B0C-9D1E-A8A9-83E9-1E8B96A1C446}"/>
              </a:ext>
            </a:extLst>
          </p:cNvPr>
          <p:cNvSpPr/>
          <p:nvPr/>
        </p:nvSpPr>
        <p:spPr>
          <a:xfrm>
            <a:off x="4847868" y="4558453"/>
            <a:ext cx="2178187" cy="548640"/>
          </a:xfrm>
          <a:prstGeom prst="roundRect">
            <a:avLst>
              <a:gd name="adj" fmla="val 16667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txBody>
          <a:bodyPr/>
          <a:lstStyle/>
          <a:p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" name="Bar1Txt">
            <a:extLst>
              <a:ext uri="{FF2B5EF4-FFF2-40B4-BE49-F238E27FC236}">
                <a16:creationId xmlns:a16="http://schemas.microsoft.com/office/drawing/2014/main" id="{7362CAD9-991D-5593-B71D-ACC5CF6EAA63}"/>
              </a:ext>
            </a:extLst>
          </p:cNvPr>
          <p:cNvSpPr/>
          <p:nvPr/>
        </p:nvSpPr>
        <p:spPr>
          <a:xfrm>
            <a:off x="353906" y="1998133"/>
            <a:ext cx="4267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2" charset="77"/>
              </a:rPr>
              <a:t>Concerns about data accuracy or bias</a:t>
            </a:r>
          </a:p>
        </p:txBody>
      </p:sp>
      <p:sp>
        <p:nvSpPr>
          <p:cNvPr id="31" name="Bar2Txt">
            <a:extLst>
              <a:ext uri="{FF2B5EF4-FFF2-40B4-BE49-F238E27FC236}">
                <a16:creationId xmlns:a16="http://schemas.microsoft.com/office/drawing/2014/main" id="{4628B540-63E3-5C2E-E82B-2A7639F010B3}"/>
              </a:ext>
            </a:extLst>
          </p:cNvPr>
          <p:cNvSpPr/>
          <p:nvPr/>
        </p:nvSpPr>
        <p:spPr>
          <a:xfrm>
            <a:off x="353906" y="2638213"/>
            <a:ext cx="4267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2" charset="77"/>
              </a:rPr>
              <a:t>Insufficient proprietary data to customize models</a:t>
            </a:r>
          </a:p>
        </p:txBody>
      </p:sp>
      <p:sp>
        <p:nvSpPr>
          <p:cNvPr id="32" name="Bar3Txt">
            <a:extLst>
              <a:ext uri="{FF2B5EF4-FFF2-40B4-BE49-F238E27FC236}">
                <a16:creationId xmlns:a16="http://schemas.microsoft.com/office/drawing/2014/main" id="{8F6504A8-57EC-D6E8-C04B-2F564A2B6657}"/>
              </a:ext>
            </a:extLst>
          </p:cNvPr>
          <p:cNvSpPr/>
          <p:nvPr/>
        </p:nvSpPr>
        <p:spPr>
          <a:xfrm>
            <a:off x="353906" y="3278293"/>
            <a:ext cx="4267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2" charset="77"/>
              </a:rPr>
              <a:t>Inadequate generative AI expertise</a:t>
            </a:r>
          </a:p>
        </p:txBody>
      </p:sp>
      <p:sp>
        <p:nvSpPr>
          <p:cNvPr id="33" name="Bar4Txt">
            <a:extLst>
              <a:ext uri="{FF2B5EF4-FFF2-40B4-BE49-F238E27FC236}">
                <a16:creationId xmlns:a16="http://schemas.microsoft.com/office/drawing/2014/main" id="{D8853B8F-6F4F-D47E-B1C1-BDD72F623F1D}"/>
              </a:ext>
            </a:extLst>
          </p:cNvPr>
          <p:cNvSpPr/>
          <p:nvPr/>
        </p:nvSpPr>
        <p:spPr>
          <a:xfrm>
            <a:off x="353906" y="3918373"/>
            <a:ext cx="4267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2" charset="77"/>
              </a:rPr>
              <a:t>Inadequate financial justification / business case</a:t>
            </a:r>
          </a:p>
        </p:txBody>
      </p:sp>
      <p:sp>
        <p:nvSpPr>
          <p:cNvPr id="34" name="Bar5Txt">
            <a:extLst>
              <a:ext uri="{FF2B5EF4-FFF2-40B4-BE49-F238E27FC236}">
                <a16:creationId xmlns:a16="http://schemas.microsoft.com/office/drawing/2014/main" id="{EE808632-93E4-6D89-6FFD-822A440EAAE5}"/>
              </a:ext>
            </a:extLst>
          </p:cNvPr>
          <p:cNvSpPr/>
          <p:nvPr/>
        </p:nvSpPr>
        <p:spPr>
          <a:xfrm>
            <a:off x="353906" y="4558453"/>
            <a:ext cx="42674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DM Sans 14pt" pitchFamily="2" charset="77"/>
              </a:rPr>
              <a:t>Concerns about privacy / confidentiality of data</a:t>
            </a:r>
          </a:p>
        </p:txBody>
      </p:sp>
      <p:sp>
        <p:nvSpPr>
          <p:cNvPr id="17" name="Bar1Txt">
            <a:extLst>
              <a:ext uri="{FF2B5EF4-FFF2-40B4-BE49-F238E27FC236}">
                <a16:creationId xmlns:a16="http://schemas.microsoft.com/office/drawing/2014/main" id="{5C13225E-4676-EB0C-8E1F-33F86D2993A9}"/>
              </a:ext>
            </a:extLst>
          </p:cNvPr>
          <p:cNvSpPr/>
          <p:nvPr/>
        </p:nvSpPr>
        <p:spPr>
          <a:xfrm>
            <a:off x="4936067" y="1998133"/>
            <a:ext cx="4828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2" charset="77"/>
              </a:rPr>
              <a:t>45%</a:t>
            </a:r>
          </a:p>
        </p:txBody>
      </p:sp>
      <p:sp>
        <p:nvSpPr>
          <p:cNvPr id="20" name="Bar2Txt">
            <a:extLst>
              <a:ext uri="{FF2B5EF4-FFF2-40B4-BE49-F238E27FC236}">
                <a16:creationId xmlns:a16="http://schemas.microsoft.com/office/drawing/2014/main" id="{70D6CE11-7C65-37D3-32E0-5FB184FE0EF5}"/>
              </a:ext>
            </a:extLst>
          </p:cNvPr>
          <p:cNvSpPr/>
          <p:nvPr/>
        </p:nvSpPr>
        <p:spPr>
          <a:xfrm>
            <a:off x="4936067" y="2638213"/>
            <a:ext cx="4828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2" charset="77"/>
              </a:rPr>
              <a:t>42%</a:t>
            </a:r>
          </a:p>
        </p:txBody>
      </p:sp>
      <p:sp>
        <p:nvSpPr>
          <p:cNvPr id="23" name="Bar3Txt">
            <a:extLst>
              <a:ext uri="{FF2B5EF4-FFF2-40B4-BE49-F238E27FC236}">
                <a16:creationId xmlns:a16="http://schemas.microsoft.com/office/drawing/2014/main" id="{0E0299A0-E646-7F50-EDB9-414580D4A2E5}"/>
              </a:ext>
            </a:extLst>
          </p:cNvPr>
          <p:cNvSpPr/>
          <p:nvPr/>
        </p:nvSpPr>
        <p:spPr>
          <a:xfrm>
            <a:off x="4936067" y="3278293"/>
            <a:ext cx="4828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2" charset="77"/>
              </a:rPr>
              <a:t>42%</a:t>
            </a:r>
          </a:p>
        </p:txBody>
      </p:sp>
      <p:sp>
        <p:nvSpPr>
          <p:cNvPr id="26" name="Bar4Txt">
            <a:extLst>
              <a:ext uri="{FF2B5EF4-FFF2-40B4-BE49-F238E27FC236}">
                <a16:creationId xmlns:a16="http://schemas.microsoft.com/office/drawing/2014/main" id="{B51F1C46-311D-09B1-69C7-97F74D8FB037}"/>
              </a:ext>
            </a:extLst>
          </p:cNvPr>
          <p:cNvSpPr/>
          <p:nvPr/>
        </p:nvSpPr>
        <p:spPr>
          <a:xfrm>
            <a:off x="4936067" y="3918373"/>
            <a:ext cx="4828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2" charset="77"/>
              </a:rPr>
              <a:t>42%</a:t>
            </a:r>
          </a:p>
        </p:txBody>
      </p:sp>
      <p:sp>
        <p:nvSpPr>
          <p:cNvPr id="29" name="Bar5Txt">
            <a:extLst>
              <a:ext uri="{FF2B5EF4-FFF2-40B4-BE49-F238E27FC236}">
                <a16:creationId xmlns:a16="http://schemas.microsoft.com/office/drawing/2014/main" id="{4AB5E9DB-CEEF-2118-B0A9-DA971A8FE1B2}"/>
              </a:ext>
            </a:extLst>
          </p:cNvPr>
          <p:cNvSpPr/>
          <p:nvPr/>
        </p:nvSpPr>
        <p:spPr>
          <a:xfrm>
            <a:off x="4936067" y="4558453"/>
            <a:ext cx="4828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DM Sans 14pt" pitchFamily="2" charset="77"/>
              </a:rPr>
              <a:t>40%</a:t>
            </a:r>
          </a:p>
        </p:txBody>
      </p:sp>
    </p:spTree>
    <p:extLst>
      <p:ext uri="{BB962C8B-B14F-4D97-AF65-F5344CB8AC3E}">
        <p14:creationId xmlns:p14="http://schemas.microsoft.com/office/powerpoint/2010/main" val="1547121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3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9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27" grpId="0" animBg="1"/>
      <p:bldP spid="28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7" grpId="0" animBg="1"/>
      <p:bldP spid="20" grpId="0" animBg="1"/>
      <p:bldP spid="23" grpId="0" animBg="1"/>
      <p:bldP spid="26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3864B6-90D9-28E6-5689-29B7911B4D64}"/>
              </a:ext>
            </a:extLst>
          </p:cNvPr>
          <p:cNvSpPr/>
          <p:nvPr/>
        </p:nvSpPr>
        <p:spPr>
          <a:xfrm>
            <a:off x="438385" y="2915783"/>
            <a:ext cx="3405482" cy="833331"/>
          </a:xfrm>
          <a:prstGeom prst="roundRect">
            <a:avLst>
              <a:gd name="adj" fmla="val 4242"/>
            </a:avLst>
          </a:prstGeom>
          <a:gradFill>
            <a:gsLst>
              <a:gs pos="14000">
                <a:schemeClr val="accent2">
                  <a:alpha val="18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1"/>
          </a:gradFill>
          <a:ln w="3175">
            <a:solidFill>
              <a:schemeClr val="accent2">
                <a:lumMod val="50000"/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43840" tIns="121920" rIns="243840" bIns="121920" rtlCol="0" anchor="t"/>
          <a:lstStyle/>
          <a:p>
            <a:pPr defTabSz="1219170">
              <a:lnSpc>
                <a:spcPts val="1867"/>
              </a:lnSpc>
              <a:spcAft>
                <a:spcPts val="400"/>
              </a:spcAft>
            </a:pPr>
            <a:endParaRPr lang="en-US" sz="1200" dirty="0">
              <a:solidFill>
                <a:srgbClr val="FFFFFF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CAFFB-68EC-AF6C-1FC5-728FDBBA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5657133" cy="499532"/>
          </a:xfrm>
        </p:spPr>
        <p:txBody>
          <a:bodyPr/>
          <a:lstStyle/>
          <a:p>
            <a:r>
              <a:rPr lang="en-US" dirty="0"/>
              <a:t>Networking Is Even Further Behind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DC3EF-6378-DD9E-F9F8-39E1A94B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1159796"/>
            <a:ext cx="5784133" cy="719804"/>
          </a:xfrm>
        </p:spPr>
        <p:txBody>
          <a:bodyPr/>
          <a:lstStyle/>
          <a:p>
            <a:pPr>
              <a:lnSpc>
                <a:spcPts val="2200"/>
              </a:lnSpc>
            </a:pPr>
            <a:r>
              <a:rPr lang="en-US" dirty="0"/>
              <a:t>Network automation lags behind every other area of IT — and AI adoption in NetOps is struggling</a:t>
            </a:r>
          </a:p>
        </p:txBody>
      </p:sp>
      <p:sp>
        <p:nvSpPr>
          <p:cNvPr id="6" name="LeftTxt">
            <a:extLst>
              <a:ext uri="{FF2B5EF4-FFF2-40B4-BE49-F238E27FC236}">
                <a16:creationId xmlns:a16="http://schemas.microsoft.com/office/drawing/2014/main" id="{4B26833F-7BA2-E801-6629-67F7FAC4578D}"/>
              </a:ext>
            </a:extLst>
          </p:cNvPr>
          <p:cNvSpPr/>
          <p:nvPr/>
        </p:nvSpPr>
        <p:spPr>
          <a:xfrm>
            <a:off x="438866" y="2082663"/>
            <a:ext cx="436851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Network Automation Forum Survey 2025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050" i="1" dirty="0">
                <a:solidFill>
                  <a:srgbClr val="64748B"/>
                </a:solidFill>
                <a:latin typeface="DM Sans 14pt" pitchFamily="2" charset="77"/>
              </a:rPr>
              <a:t>681 respondents, 58 countries, 34 industries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1" name="LeftTxt">
            <a:extLst>
              <a:ext uri="{FF2B5EF4-FFF2-40B4-BE49-F238E27FC236}">
                <a16:creationId xmlns:a16="http://schemas.microsoft.com/office/drawing/2014/main" id="{CAC4CA14-CBA3-BE78-84D7-D114EB965667}"/>
              </a:ext>
            </a:extLst>
          </p:cNvPr>
          <p:cNvSpPr/>
          <p:nvPr/>
        </p:nvSpPr>
        <p:spPr>
          <a:xfrm>
            <a:off x="438385" y="4089474"/>
            <a:ext cx="3565680" cy="1336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b="1" dirty="0">
                <a:solidFill>
                  <a:schemeClr val="bg1"/>
                </a:solidFill>
                <a:latin typeface="DM Sans 14pt" pitchFamily="2" charset="77"/>
              </a:rPr>
              <a:t>Top barriers to more automation:</a:t>
            </a:r>
          </a:p>
          <a:p>
            <a:pPr marL="228600" indent="-228600">
              <a:spcBef>
                <a:spcPts val="300"/>
              </a:spcBef>
              <a:buClrTx/>
              <a:buChar char="•"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</a:rPr>
              <a:t>Skills challenges</a:t>
            </a:r>
          </a:p>
          <a:p>
            <a:pPr marL="228600" indent="-228600">
              <a:spcBef>
                <a:spcPts val="200"/>
              </a:spcBef>
              <a:buClrTx/>
              <a:buChar char="•"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</a:rPr>
              <a:t>Organizational challenges</a:t>
            </a:r>
          </a:p>
          <a:p>
            <a:pPr marL="228600" indent="-228600">
              <a:spcBef>
                <a:spcPts val="200"/>
              </a:spcBef>
              <a:buClrTx/>
              <a:buChar char="•"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</a:rPr>
              <a:t>Technology challenges</a:t>
            </a:r>
          </a:p>
          <a:p>
            <a:pPr marL="228600" indent="-228600">
              <a:spcBef>
                <a:spcPts val="200"/>
              </a:spcBef>
              <a:buClrTx/>
              <a:buChar char="•"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</a:rPr>
              <a:t>Cultural resistance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</a:rPr>
              <a:t>81% want to automate more but can’t</a:t>
            </a:r>
          </a:p>
        </p:txBody>
      </p:sp>
      <p:sp>
        <p:nvSpPr>
          <p:cNvPr id="12" name="LeftTxt">
            <a:extLst>
              <a:ext uri="{FF2B5EF4-FFF2-40B4-BE49-F238E27FC236}">
                <a16:creationId xmlns:a16="http://schemas.microsoft.com/office/drawing/2014/main" id="{A6DB3600-1108-2A95-D97C-2A62DE9E7422}"/>
              </a:ext>
            </a:extLst>
          </p:cNvPr>
          <p:cNvSpPr/>
          <p:nvPr/>
        </p:nvSpPr>
        <p:spPr>
          <a:xfrm>
            <a:off x="804624" y="3088291"/>
            <a:ext cx="1193509" cy="472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1800"/>
              </a:spcBef>
              <a:buNone/>
            </a:pPr>
            <a:r>
              <a:rPr lang="en-US" sz="3600" b="1" dirty="0">
                <a:solidFill>
                  <a:schemeClr val="accent2"/>
                </a:solidFill>
                <a:latin typeface="DM Sans 14pt" pitchFamily="2" charset="77"/>
              </a:rPr>
              <a:t>55%</a:t>
            </a:r>
          </a:p>
        </p:txBody>
      </p:sp>
      <p:sp>
        <p:nvSpPr>
          <p:cNvPr id="13" name="LeftTxt">
            <a:extLst>
              <a:ext uri="{FF2B5EF4-FFF2-40B4-BE49-F238E27FC236}">
                <a16:creationId xmlns:a16="http://schemas.microsoft.com/office/drawing/2014/main" id="{7A4FB74C-6030-E43F-E763-29726D8F5D55}"/>
              </a:ext>
            </a:extLst>
          </p:cNvPr>
          <p:cNvSpPr/>
          <p:nvPr/>
        </p:nvSpPr>
        <p:spPr>
          <a:xfrm>
            <a:off x="5950666" y="2082663"/>
            <a:ext cx="436851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DM Sans 14pt" pitchFamily="2" charset="77"/>
              </a:rPr>
              <a:t>Industry Research</a:t>
            </a:r>
          </a:p>
        </p:txBody>
      </p:sp>
      <p:sp>
        <p:nvSpPr>
          <p:cNvPr id="18" name="LeftTxt">
            <a:extLst>
              <a:ext uri="{FF2B5EF4-FFF2-40B4-BE49-F238E27FC236}">
                <a16:creationId xmlns:a16="http://schemas.microsoft.com/office/drawing/2014/main" id="{DD0516F4-9968-0803-6E86-B9C89497DE65}"/>
              </a:ext>
            </a:extLst>
          </p:cNvPr>
          <p:cNvSpPr/>
          <p:nvPr/>
        </p:nvSpPr>
        <p:spPr>
          <a:xfrm>
            <a:off x="1930691" y="3163803"/>
            <a:ext cx="2150243" cy="39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chemeClr val="bg1"/>
                </a:solidFill>
                <a:latin typeface="DM Sans 14pt" pitchFamily="2" charset="77"/>
              </a:rPr>
              <a:t>of networks are 50% automated or less</a:t>
            </a:r>
            <a:endParaRPr lang="en-US" sz="1000" dirty="0">
              <a:solidFill>
                <a:schemeClr val="bg1"/>
              </a:solidFill>
              <a:latin typeface="DM Sans 14pt" pitchFamily="2" charset="77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2B371D-0082-9CE4-B08C-FE90AB5A7F74}"/>
              </a:ext>
            </a:extLst>
          </p:cNvPr>
          <p:cNvGrpSpPr/>
          <p:nvPr/>
        </p:nvGrpSpPr>
        <p:grpSpPr>
          <a:xfrm>
            <a:off x="5950666" y="2601245"/>
            <a:ext cx="4931418" cy="673102"/>
            <a:chOff x="5950666" y="2601245"/>
            <a:chExt cx="4931418" cy="673102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0AB8266-2954-BCCB-C204-2201EE94963D}"/>
                </a:ext>
              </a:extLst>
            </p:cNvPr>
            <p:cNvSpPr/>
            <p:nvPr/>
          </p:nvSpPr>
          <p:spPr>
            <a:xfrm>
              <a:off x="5950666" y="2601245"/>
              <a:ext cx="4931418" cy="67310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5">
                  <a:lumMod val="50000"/>
                  <a:alpha val="32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LeftTxt">
              <a:extLst>
                <a:ext uri="{FF2B5EF4-FFF2-40B4-BE49-F238E27FC236}">
                  <a16:creationId xmlns:a16="http://schemas.microsoft.com/office/drawing/2014/main" id="{1BA56E12-AEAD-169F-99B6-F8768AE942E2}"/>
                </a:ext>
              </a:extLst>
            </p:cNvPr>
            <p:cNvSpPr/>
            <p:nvPr/>
          </p:nvSpPr>
          <p:spPr>
            <a:xfrm>
              <a:off x="6284975" y="2678130"/>
              <a:ext cx="931043" cy="5128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1800"/>
                </a:spcBef>
                <a:buNone/>
              </a:pPr>
              <a:r>
                <a:rPr lang="en-US" sz="3600" b="1" dirty="0">
                  <a:solidFill>
                    <a:schemeClr val="accent5"/>
                  </a:solidFill>
                  <a:latin typeface="DM Sans 14pt" pitchFamily="2" charset="77"/>
                </a:rPr>
                <a:t>18%</a:t>
              </a:r>
            </a:p>
          </p:txBody>
        </p:sp>
        <p:sp>
          <p:nvSpPr>
            <p:cNvPr id="19" name="LeftTxt">
              <a:extLst>
                <a:ext uri="{FF2B5EF4-FFF2-40B4-BE49-F238E27FC236}">
                  <a16:creationId xmlns:a16="http://schemas.microsoft.com/office/drawing/2014/main" id="{EA0D2E78-4A52-90F8-EF9E-C1F88E7BA7FF}"/>
                </a:ext>
              </a:extLst>
            </p:cNvPr>
            <p:cNvSpPr/>
            <p:nvPr/>
          </p:nvSpPr>
          <p:spPr>
            <a:xfrm>
              <a:off x="7334842" y="2774675"/>
              <a:ext cx="3233976" cy="330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200"/>
                </a:spcBef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</a:rPr>
                <a:t>of network automation projects fully succeed</a:t>
              </a:r>
            </a:p>
            <a:p>
              <a:pPr marL="0" indent="0">
                <a:spcBef>
                  <a:spcPts val="100"/>
                </a:spcBef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DM Sans 14pt" pitchFamily="2" charset="77"/>
                </a:rPr>
                <a:t>EMA / </a:t>
              </a:r>
              <a:r>
                <a:rPr lang="en-US" sz="900" i="1" dirty="0" err="1">
                  <a:solidFill>
                    <a:srgbClr val="64748B"/>
                  </a:solidFill>
                  <a:latin typeface="DM Sans 14pt" pitchFamily="2" charset="77"/>
                </a:rPr>
                <a:t>Itential</a:t>
              </a:r>
              <a:r>
                <a:rPr lang="en-US" sz="900" i="1" dirty="0">
                  <a:solidFill>
                    <a:srgbClr val="64748B"/>
                  </a:solidFill>
                  <a:latin typeface="DM Sans 14pt" pitchFamily="2" charset="77"/>
                </a:rPr>
                <a:t>, 2024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52BD91-9548-FF10-9E44-BE1F1C51138B}"/>
              </a:ext>
            </a:extLst>
          </p:cNvPr>
          <p:cNvGrpSpPr/>
          <p:nvPr/>
        </p:nvGrpSpPr>
        <p:grpSpPr>
          <a:xfrm>
            <a:off x="5950666" y="3443050"/>
            <a:ext cx="4931418" cy="708131"/>
            <a:chOff x="5950666" y="3443050"/>
            <a:chExt cx="4931418" cy="708131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B2F889C-004C-F3BD-6C98-93C05E73E626}"/>
                </a:ext>
              </a:extLst>
            </p:cNvPr>
            <p:cNvSpPr/>
            <p:nvPr/>
          </p:nvSpPr>
          <p:spPr>
            <a:xfrm>
              <a:off x="5950666" y="3443050"/>
              <a:ext cx="4931418" cy="67310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5">
                  <a:lumMod val="50000"/>
                  <a:alpha val="32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1" name="LeftTxt">
              <a:extLst>
                <a:ext uri="{FF2B5EF4-FFF2-40B4-BE49-F238E27FC236}">
                  <a16:creationId xmlns:a16="http://schemas.microsoft.com/office/drawing/2014/main" id="{2710ABE5-1B52-3FBB-76C2-AA2C30394148}"/>
                </a:ext>
              </a:extLst>
            </p:cNvPr>
            <p:cNvSpPr/>
            <p:nvPr/>
          </p:nvSpPr>
          <p:spPr>
            <a:xfrm>
              <a:off x="6284975" y="3599869"/>
              <a:ext cx="1049867" cy="347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1800"/>
                </a:spcBef>
                <a:buNone/>
              </a:pPr>
              <a:r>
                <a:rPr lang="en-US" sz="2400" b="1" dirty="0">
                  <a:solidFill>
                    <a:schemeClr val="accent5"/>
                  </a:solidFill>
                  <a:latin typeface="DM Sans 14pt" pitchFamily="2" charset="77"/>
                </a:rPr>
                <a:t>67%</a:t>
              </a:r>
            </a:p>
          </p:txBody>
        </p:sp>
        <p:sp>
          <p:nvSpPr>
            <p:cNvPr id="22" name="LeftTxt">
              <a:extLst>
                <a:ext uri="{FF2B5EF4-FFF2-40B4-BE49-F238E27FC236}">
                  <a16:creationId xmlns:a16="http://schemas.microsoft.com/office/drawing/2014/main" id="{63BFFDA3-785E-6DA5-9E46-744759F340D3}"/>
                </a:ext>
              </a:extLst>
            </p:cNvPr>
            <p:cNvSpPr/>
            <p:nvPr/>
          </p:nvSpPr>
          <p:spPr>
            <a:xfrm>
              <a:off x="7046684" y="3638310"/>
              <a:ext cx="3522134" cy="5128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200"/>
                </a:spcBef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</a:rPr>
                <a:t>of enterprise network activity remains manual</a:t>
              </a:r>
            </a:p>
            <a:p>
              <a:pPr marL="0" indent="0">
                <a:spcBef>
                  <a:spcPts val="100"/>
                </a:spcBef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DM Sans 14pt" pitchFamily="2" charset="77"/>
                </a:rPr>
                <a:t>Gartner, 2025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B53F029-9B96-B017-BD14-FBD744BCF420}"/>
              </a:ext>
            </a:extLst>
          </p:cNvPr>
          <p:cNvGrpSpPr/>
          <p:nvPr/>
        </p:nvGrpSpPr>
        <p:grpSpPr>
          <a:xfrm>
            <a:off x="5950666" y="4309488"/>
            <a:ext cx="4931418" cy="711543"/>
            <a:chOff x="5950666" y="4309488"/>
            <a:chExt cx="4931418" cy="711543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4B1512B9-2619-CD3C-4C0C-255EBF9F5546}"/>
                </a:ext>
              </a:extLst>
            </p:cNvPr>
            <p:cNvSpPr/>
            <p:nvPr/>
          </p:nvSpPr>
          <p:spPr>
            <a:xfrm>
              <a:off x="5950666" y="4309488"/>
              <a:ext cx="4931418" cy="67310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5">
                  <a:lumMod val="50000"/>
                  <a:alpha val="32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" name="LeftTxt">
              <a:extLst>
                <a:ext uri="{FF2B5EF4-FFF2-40B4-BE49-F238E27FC236}">
                  <a16:creationId xmlns:a16="http://schemas.microsoft.com/office/drawing/2014/main" id="{098FA3B4-E858-E6C1-7155-7C9B93E2347F}"/>
                </a:ext>
              </a:extLst>
            </p:cNvPr>
            <p:cNvSpPr/>
            <p:nvPr/>
          </p:nvSpPr>
          <p:spPr>
            <a:xfrm>
              <a:off x="6284975" y="4469719"/>
              <a:ext cx="1049867" cy="347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1800"/>
                </a:spcBef>
                <a:buNone/>
              </a:pPr>
              <a:r>
                <a:rPr lang="en-US" sz="2400" b="1" dirty="0">
                  <a:solidFill>
                    <a:schemeClr val="accent5"/>
                  </a:solidFill>
                  <a:latin typeface="DM Sans 14pt" pitchFamily="2" charset="77"/>
                </a:rPr>
                <a:t>35%</a:t>
              </a:r>
            </a:p>
          </p:txBody>
        </p:sp>
        <p:sp>
          <p:nvSpPr>
            <p:cNvPr id="25" name="LeftTxt">
              <a:extLst>
                <a:ext uri="{FF2B5EF4-FFF2-40B4-BE49-F238E27FC236}">
                  <a16:creationId xmlns:a16="http://schemas.microsoft.com/office/drawing/2014/main" id="{DC9BA062-4436-C48D-C090-E8042ECF3560}"/>
                </a:ext>
              </a:extLst>
            </p:cNvPr>
            <p:cNvSpPr/>
            <p:nvPr/>
          </p:nvSpPr>
          <p:spPr>
            <a:xfrm>
              <a:off x="7046684" y="4508160"/>
              <a:ext cx="3522134" cy="5128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200"/>
                </a:spcBef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</a:rPr>
                <a:t>report complete success with AI-driven NetOps</a:t>
              </a:r>
            </a:p>
            <a:p>
              <a:pPr marL="0" indent="0">
                <a:spcBef>
                  <a:spcPts val="100"/>
                </a:spcBef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DM Sans 14pt" pitchFamily="2" charset="77"/>
                </a:rPr>
                <a:t>EMA, Jan 2026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ED4CB17-858A-7A62-2E2E-475D06E8B17B}"/>
              </a:ext>
            </a:extLst>
          </p:cNvPr>
          <p:cNvGrpSpPr/>
          <p:nvPr/>
        </p:nvGrpSpPr>
        <p:grpSpPr>
          <a:xfrm>
            <a:off x="5950666" y="5173403"/>
            <a:ext cx="4931418" cy="682101"/>
            <a:chOff x="5950666" y="5173403"/>
            <a:chExt cx="4931418" cy="682101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8DC70E24-7468-278C-323D-41E5DEC713E8}"/>
                </a:ext>
              </a:extLst>
            </p:cNvPr>
            <p:cNvSpPr/>
            <p:nvPr/>
          </p:nvSpPr>
          <p:spPr>
            <a:xfrm>
              <a:off x="5950666" y="5173403"/>
              <a:ext cx="4931418" cy="673102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5">
                  <a:lumMod val="50000"/>
                  <a:alpha val="32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" name="LeftTxt">
              <a:extLst>
                <a:ext uri="{FF2B5EF4-FFF2-40B4-BE49-F238E27FC236}">
                  <a16:creationId xmlns:a16="http://schemas.microsoft.com/office/drawing/2014/main" id="{54A14CFF-1847-0C2F-4FDA-6F1778A1D6B8}"/>
                </a:ext>
              </a:extLst>
            </p:cNvPr>
            <p:cNvSpPr/>
            <p:nvPr/>
          </p:nvSpPr>
          <p:spPr>
            <a:xfrm>
              <a:off x="6284975" y="5304192"/>
              <a:ext cx="931043" cy="3475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1800"/>
                </a:spcBef>
                <a:buNone/>
              </a:pPr>
              <a:r>
                <a:rPr lang="en-US" sz="2400" b="1" dirty="0">
                  <a:solidFill>
                    <a:schemeClr val="accent5"/>
                  </a:solidFill>
                  <a:latin typeface="DM Sans 14pt" pitchFamily="2" charset="77"/>
                </a:rPr>
                <a:t>27%</a:t>
              </a:r>
            </a:p>
          </p:txBody>
        </p:sp>
        <p:sp>
          <p:nvSpPr>
            <p:cNvPr id="28" name="LeftTxt">
              <a:extLst>
                <a:ext uri="{FF2B5EF4-FFF2-40B4-BE49-F238E27FC236}">
                  <a16:creationId xmlns:a16="http://schemas.microsoft.com/office/drawing/2014/main" id="{42E60454-773A-B121-2C83-15218EF536C1}"/>
                </a:ext>
              </a:extLst>
            </p:cNvPr>
            <p:cNvSpPr/>
            <p:nvPr/>
          </p:nvSpPr>
          <p:spPr>
            <a:xfrm>
              <a:off x="7046684" y="5342633"/>
              <a:ext cx="3522134" cy="51287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Bef>
                  <a:spcPts val="200"/>
                </a:spcBef>
                <a:buNone/>
              </a:pPr>
              <a:r>
                <a:rPr lang="en-US" sz="1200" dirty="0">
                  <a:solidFill>
                    <a:schemeClr val="bg1"/>
                  </a:solidFill>
                  <a:latin typeface="DM Sans 14pt" pitchFamily="2" charset="77"/>
                </a:rPr>
                <a:t>of network teams report day-to-day </a:t>
              </a:r>
              <a:r>
                <a:rPr lang="en-US" sz="1200" dirty="0" err="1">
                  <a:solidFill>
                    <a:schemeClr val="bg1"/>
                  </a:solidFill>
                  <a:latin typeface="DM Sans 14pt" pitchFamily="2" charset="77"/>
                </a:rPr>
                <a:t>succes</a:t>
              </a:r>
              <a:endParaRPr lang="en-US" sz="1200" dirty="0">
                <a:solidFill>
                  <a:schemeClr val="bg1"/>
                </a:solidFill>
                <a:latin typeface="DM Sans 14pt" pitchFamily="2" charset="77"/>
              </a:endParaRPr>
            </a:p>
            <a:p>
              <a:pPr marL="0" indent="0">
                <a:spcBef>
                  <a:spcPts val="100"/>
                </a:spcBef>
                <a:buNone/>
              </a:pPr>
              <a:r>
                <a:rPr lang="en-US" sz="900" i="1" dirty="0">
                  <a:solidFill>
                    <a:srgbClr val="64748B"/>
                  </a:solidFill>
                  <a:latin typeface="DM Sans 14pt" pitchFamily="2" charset="77"/>
                </a:rPr>
                <a:t>EMA, down from ~50%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6637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11" grpId="0" animBg="1"/>
      <p:bldP spid="12" grpId="0" animBg="1"/>
      <p:bldP spid="13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24B1D-90E9-58AC-0ABA-5DF1EE866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The Good News?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0A820-87F0-11BB-A041-3141021E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7" y="1159796"/>
            <a:ext cx="5767200" cy="1094800"/>
          </a:xfrm>
        </p:spPr>
        <p:txBody>
          <a:bodyPr/>
          <a:lstStyle/>
          <a:p>
            <a:r>
              <a:rPr lang="en-US" dirty="0"/>
              <a:t>Every one of these barriers has a practical workaround — and most of them start with tools you already have.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421B53A-9C43-72B8-4342-9D342A2661CD}"/>
              </a:ext>
            </a:extLst>
          </p:cNvPr>
          <p:cNvGrpSpPr/>
          <p:nvPr/>
        </p:nvGrpSpPr>
        <p:grpSpPr>
          <a:xfrm>
            <a:off x="597313" y="3690494"/>
            <a:ext cx="2966454" cy="508903"/>
            <a:chOff x="597313" y="3690494"/>
            <a:chExt cx="2966454" cy="508903"/>
          </a:xfrm>
        </p:grpSpPr>
        <p:sp>
          <p:nvSpPr>
            <p:cNvPr id="6" name="Text Placeholder 5">
              <a:extLst>
                <a:ext uri="{FF2B5EF4-FFF2-40B4-BE49-F238E27FC236}">
                  <a16:creationId xmlns:a16="http://schemas.microsoft.com/office/drawing/2014/main" id="{803C8CA8-DCAE-23A7-8C7A-579F05FD8330}"/>
                </a:ext>
              </a:extLst>
            </p:cNvPr>
            <p:cNvSpPr txBox="1">
              <a:spLocks/>
            </p:cNvSpPr>
            <p:nvPr/>
          </p:nvSpPr>
          <p:spPr>
            <a:xfrm>
              <a:off x="1262235" y="3809794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Cost?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Run models locally for free — zero API cost to learn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EA004C4-D523-54FE-B702-38E7B61495DD}"/>
                </a:ext>
              </a:extLst>
            </p:cNvPr>
            <p:cNvSpPr/>
            <p:nvPr/>
          </p:nvSpPr>
          <p:spPr>
            <a:xfrm>
              <a:off x="597313" y="36904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C30A77E-5752-6520-B474-D03AC0BE69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7231" y="3790412"/>
              <a:ext cx="228600" cy="2286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08BAEA1-0E7A-1560-5F28-C0F08446B3E2}"/>
              </a:ext>
            </a:extLst>
          </p:cNvPr>
          <p:cNvGrpSpPr/>
          <p:nvPr/>
        </p:nvGrpSpPr>
        <p:grpSpPr>
          <a:xfrm>
            <a:off x="4703646" y="3690494"/>
            <a:ext cx="2966453" cy="508902"/>
            <a:chOff x="4703646" y="3690494"/>
            <a:chExt cx="2966453" cy="508902"/>
          </a:xfrm>
        </p:grpSpPr>
        <p:sp>
          <p:nvSpPr>
            <p:cNvPr id="8" name="Text Placeholder 5">
              <a:extLst>
                <a:ext uri="{FF2B5EF4-FFF2-40B4-BE49-F238E27FC236}">
                  <a16:creationId xmlns:a16="http://schemas.microsoft.com/office/drawing/2014/main" id="{A1B5FE1D-A6A9-EFA0-895C-A3ECD0B977DD}"/>
                </a:ext>
              </a:extLst>
            </p:cNvPr>
            <p:cNvSpPr txBox="1">
              <a:spLocks/>
            </p:cNvSpPr>
            <p:nvPr/>
          </p:nvSpPr>
          <p:spPr>
            <a:xfrm>
              <a:off x="5368567" y="380979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Privacy?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Offline, air-gapped AI is real — no cloud required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47C34B9-5018-5DAF-C3E8-2DB708DBCF49}"/>
                </a:ext>
              </a:extLst>
            </p:cNvPr>
            <p:cNvSpPr/>
            <p:nvPr/>
          </p:nvSpPr>
          <p:spPr>
            <a:xfrm>
              <a:off x="4703646" y="36904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0ADC7A3E-BB46-6484-C0DE-C3F2D3FA95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3564" y="3790412"/>
              <a:ext cx="228600" cy="2286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761F1F-64BA-6CFC-4028-7752161D8A32}"/>
              </a:ext>
            </a:extLst>
          </p:cNvPr>
          <p:cNvGrpSpPr/>
          <p:nvPr/>
        </p:nvGrpSpPr>
        <p:grpSpPr>
          <a:xfrm>
            <a:off x="4703646" y="2471294"/>
            <a:ext cx="2966453" cy="483572"/>
            <a:chOff x="4703646" y="2471294"/>
            <a:chExt cx="2966453" cy="483572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B6F788F0-0885-92D4-313C-5CA948100065}"/>
                </a:ext>
              </a:extLst>
            </p:cNvPr>
            <p:cNvSpPr txBox="1">
              <a:spLocks/>
            </p:cNvSpPr>
            <p:nvPr/>
          </p:nvSpPr>
          <p:spPr>
            <a:xfrm>
              <a:off x="5368567" y="256526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Security?</a:t>
              </a:r>
            </a:p>
            <a:p>
              <a:pPr marL="7938" indent="0">
                <a:buFont typeface="Arial" panose="020B0604020202020204" pitchFamily="34" charset="0"/>
                <a:buNone/>
              </a:pPr>
              <a:r>
                <a:rPr lang="en-US" sz="1200" dirty="0"/>
                <a:t>Local models never phone home — your data stays yours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D3F75B8-B691-C379-1CA0-AD0F5F6208A1}"/>
                </a:ext>
              </a:extLst>
            </p:cNvPr>
            <p:cNvSpPr/>
            <p:nvPr/>
          </p:nvSpPr>
          <p:spPr>
            <a:xfrm>
              <a:off x="4703646" y="24712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024DE8D-CD53-FFA6-C6C0-9588745F43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20497" y="2571212"/>
              <a:ext cx="228600" cy="2286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C07B97C-EDA6-F25D-F2AA-8EA3FCE1B2CC}"/>
              </a:ext>
            </a:extLst>
          </p:cNvPr>
          <p:cNvGrpSpPr/>
          <p:nvPr/>
        </p:nvGrpSpPr>
        <p:grpSpPr>
          <a:xfrm>
            <a:off x="597313" y="2471294"/>
            <a:ext cx="2966454" cy="483572"/>
            <a:chOff x="597313" y="2471294"/>
            <a:chExt cx="2966454" cy="483572"/>
          </a:xfrm>
        </p:grpSpPr>
        <p:sp>
          <p:nvSpPr>
            <p:cNvPr id="5" name="Text Placeholder 5">
              <a:extLst>
                <a:ext uri="{FF2B5EF4-FFF2-40B4-BE49-F238E27FC236}">
                  <a16:creationId xmlns:a16="http://schemas.microsoft.com/office/drawing/2014/main" id="{D2D2BAB5-6137-78FF-1C83-219078C5B5D6}"/>
                </a:ext>
              </a:extLst>
            </p:cNvPr>
            <p:cNvSpPr txBox="1">
              <a:spLocks/>
            </p:cNvSpPr>
            <p:nvPr/>
          </p:nvSpPr>
          <p:spPr>
            <a:xfrm>
              <a:off x="1262235" y="2565263"/>
              <a:ext cx="230153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Hype?</a:t>
              </a:r>
            </a:p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Start with real, small use cases — not the hype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323D5D5-AC58-0A15-7203-978C7C93B4BA}"/>
                </a:ext>
              </a:extLst>
            </p:cNvPr>
            <p:cNvSpPr/>
            <p:nvPr/>
          </p:nvSpPr>
          <p:spPr>
            <a:xfrm>
              <a:off x="597313" y="24712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10518F4-EC52-A14C-6EEE-AEDCC8D2C7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7231" y="2574764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0476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A311-67D4-6207-5FF0-99B966B4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What We'll Cover Today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A0DFDA1-B35B-BF3B-21BA-E943037B0DF4}"/>
              </a:ext>
            </a:extLst>
          </p:cNvPr>
          <p:cNvGrpSpPr/>
          <p:nvPr/>
        </p:nvGrpSpPr>
        <p:grpSpPr>
          <a:xfrm>
            <a:off x="767745" y="5305721"/>
            <a:ext cx="7448647" cy="438912"/>
            <a:chOff x="767745" y="5305721"/>
            <a:chExt cx="7448647" cy="43891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0C81D16-8BA5-E790-3C77-7FB03E909E6F}"/>
                </a:ext>
              </a:extLst>
            </p:cNvPr>
            <p:cNvGrpSpPr/>
            <p:nvPr/>
          </p:nvGrpSpPr>
          <p:grpSpPr>
            <a:xfrm>
              <a:off x="767745" y="5360912"/>
              <a:ext cx="1612877" cy="383721"/>
              <a:chOff x="1216479" y="1951264"/>
              <a:chExt cx="1612877" cy="383721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3C36FE0-19D7-2DD5-0014-BE727BD03634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07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8BB9C80-BA7F-49F5-E9D2-976C1A9449C7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109036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AI Agents</a:t>
                </a:r>
              </a:p>
            </p:txBody>
          </p:sp>
        </p:grp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7E7DBF16-5004-4DBA-2865-BE8730E0FC0A}"/>
                </a:ext>
              </a:extLst>
            </p:cNvPr>
            <p:cNvSpPr/>
            <p:nvPr/>
          </p:nvSpPr>
          <p:spPr>
            <a:xfrm>
              <a:off x="4375912" y="5305721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Autonomous AI workflows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8B94AA9-B8CF-274D-BEFB-BF63D626F29F}"/>
              </a:ext>
            </a:extLst>
          </p:cNvPr>
          <p:cNvGrpSpPr/>
          <p:nvPr/>
        </p:nvGrpSpPr>
        <p:grpSpPr>
          <a:xfrm>
            <a:off x="611023" y="1409397"/>
            <a:ext cx="7605369" cy="519444"/>
            <a:chOff x="611023" y="1409397"/>
            <a:chExt cx="7605369" cy="5194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9780C7C-FFB6-0D1D-44B1-69CA2D5C1049}"/>
                </a:ext>
              </a:extLst>
            </p:cNvPr>
            <p:cNvGrpSpPr/>
            <p:nvPr/>
          </p:nvGrpSpPr>
          <p:grpSpPr>
            <a:xfrm>
              <a:off x="767745" y="1409397"/>
              <a:ext cx="3424270" cy="383721"/>
              <a:chOff x="1216479" y="1951264"/>
              <a:chExt cx="3424270" cy="383721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AB5543-5A26-AB86-B09F-DA8DA6622CE8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01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FF68E4-36F3-8F4A-2047-E16DF6B6F277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29017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Getting Started Free &amp; Local</a:t>
                </a:r>
              </a:p>
            </p:txBody>
          </p:sp>
        </p:grp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B143E388-7FE9-B5B8-0DE4-B56974A5FDF7}"/>
                </a:ext>
              </a:extLst>
            </p:cNvPr>
            <p:cNvSpPr/>
            <p:nvPr/>
          </p:nvSpPr>
          <p:spPr>
            <a:xfrm>
              <a:off x="4375912" y="1409397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Ollama, LM Studio, Foundry Local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3F59417-89FC-E316-16D2-F18C4B21B07C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1928841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CDA2C90-6E33-00A7-79D7-D990EA60E6A8}"/>
              </a:ext>
            </a:extLst>
          </p:cNvPr>
          <p:cNvGrpSpPr/>
          <p:nvPr/>
        </p:nvGrpSpPr>
        <p:grpSpPr>
          <a:xfrm>
            <a:off x="611023" y="2058784"/>
            <a:ext cx="7605369" cy="521991"/>
            <a:chOff x="611023" y="2058784"/>
            <a:chExt cx="7605369" cy="52199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8855A4-6074-3B60-AC8D-917AEBF520AB}"/>
                </a:ext>
              </a:extLst>
            </p:cNvPr>
            <p:cNvGrpSpPr/>
            <p:nvPr/>
          </p:nvGrpSpPr>
          <p:grpSpPr>
            <a:xfrm>
              <a:off x="767745" y="2067983"/>
              <a:ext cx="2726964" cy="383721"/>
              <a:chOff x="1216479" y="1951264"/>
              <a:chExt cx="2726964" cy="38372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38CE17-2F55-3FD9-591A-A07AD2F2A754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02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3DD640-303D-C958-E1BA-1334B751DFE9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220445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Pick a Cloud Provider</a:t>
                </a:r>
              </a:p>
            </p:txBody>
          </p:sp>
        </p:grp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ECB5223D-946E-105D-4637-5037081BA42E}"/>
                </a:ext>
              </a:extLst>
            </p:cNvPr>
            <p:cNvSpPr/>
            <p:nvPr/>
          </p:nvSpPr>
          <p:spPr>
            <a:xfrm>
              <a:off x="4375912" y="2058784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OpenAI, Google, Anthropic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9A515F1-3FD5-1280-64E2-D03914FD1DE1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2580775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0177E20-03DF-C873-322C-6FEF44E88153}"/>
              </a:ext>
            </a:extLst>
          </p:cNvPr>
          <p:cNvGrpSpPr/>
          <p:nvPr/>
        </p:nvGrpSpPr>
        <p:grpSpPr>
          <a:xfrm>
            <a:off x="611023" y="2708171"/>
            <a:ext cx="7605369" cy="524538"/>
            <a:chOff x="611023" y="2708171"/>
            <a:chExt cx="7605369" cy="5245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98AC117-A841-A3BB-2EF0-004D9034CEFF}"/>
                </a:ext>
              </a:extLst>
            </p:cNvPr>
            <p:cNvGrpSpPr/>
            <p:nvPr/>
          </p:nvGrpSpPr>
          <p:grpSpPr>
            <a:xfrm>
              <a:off x="767745" y="2726569"/>
              <a:ext cx="2106602" cy="383721"/>
              <a:chOff x="1216479" y="1951264"/>
              <a:chExt cx="2106602" cy="38372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DE3506C-4B08-CBC5-4F68-6DB7E5930A4D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03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B7130E-FE31-D841-CF83-090CB9A45C7E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15840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Get an API Key</a:t>
                </a:r>
              </a:p>
            </p:txBody>
          </p:sp>
        </p:grpSp>
        <p:sp>
          <p:nvSpPr>
            <p:cNvPr id="28" name="Text 12">
              <a:extLst>
                <a:ext uri="{FF2B5EF4-FFF2-40B4-BE49-F238E27FC236}">
                  <a16:creationId xmlns:a16="http://schemas.microsoft.com/office/drawing/2014/main" id="{5F326D7D-060D-DA9F-6FBB-5C9AAA870FEB}"/>
                </a:ext>
              </a:extLst>
            </p:cNvPr>
            <p:cNvSpPr/>
            <p:nvPr/>
          </p:nvSpPr>
          <p:spPr>
            <a:xfrm>
              <a:off x="4375912" y="2708171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Access AI programmatically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6B56C09-D7C8-C492-5F62-1D2476322A21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3232709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2C687B6-7476-F83A-8A1C-D50C691183E7}"/>
              </a:ext>
            </a:extLst>
          </p:cNvPr>
          <p:cNvGrpSpPr/>
          <p:nvPr/>
        </p:nvGrpSpPr>
        <p:grpSpPr>
          <a:xfrm>
            <a:off x="611023" y="3357558"/>
            <a:ext cx="7605369" cy="527084"/>
            <a:chOff x="611023" y="3357558"/>
            <a:chExt cx="7605369" cy="52708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6D6EB12-B223-6364-E7E9-2A4D0DB15A92}"/>
                </a:ext>
              </a:extLst>
            </p:cNvPr>
            <p:cNvGrpSpPr/>
            <p:nvPr/>
          </p:nvGrpSpPr>
          <p:grpSpPr>
            <a:xfrm>
              <a:off x="767745" y="3385155"/>
              <a:ext cx="3207865" cy="383721"/>
              <a:chOff x="1216479" y="1951264"/>
              <a:chExt cx="3207865" cy="38372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7EEDB17-CCA1-F044-8358-501E24B2D2C5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04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FB03B4-7FBC-0A10-AA97-E80FA6F97156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268535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Incorporate AI Into Scripts</a:t>
                </a:r>
              </a:p>
            </p:txBody>
          </p:sp>
        </p:grpSp>
        <p:sp>
          <p:nvSpPr>
            <p:cNvPr id="29" name="Text 16">
              <a:extLst>
                <a:ext uri="{FF2B5EF4-FFF2-40B4-BE49-F238E27FC236}">
                  <a16:creationId xmlns:a16="http://schemas.microsoft.com/office/drawing/2014/main" id="{D1581DE0-72C9-C987-F2A8-661CF168430D}"/>
                </a:ext>
              </a:extLst>
            </p:cNvPr>
            <p:cNvSpPr/>
            <p:nvPr/>
          </p:nvSpPr>
          <p:spPr>
            <a:xfrm>
              <a:off x="4375912" y="3357558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Practical integration patterns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3790C8-6D01-192A-2515-63F5897FAEBE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3884642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BDFFA72-7029-B50A-13D7-52CDB7204F52}"/>
              </a:ext>
            </a:extLst>
          </p:cNvPr>
          <p:cNvGrpSpPr/>
          <p:nvPr/>
        </p:nvGrpSpPr>
        <p:grpSpPr>
          <a:xfrm>
            <a:off x="611023" y="4006945"/>
            <a:ext cx="7605369" cy="546564"/>
            <a:chOff x="611023" y="4006945"/>
            <a:chExt cx="7605369" cy="54656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51C8E81-A2A5-7E37-F4A2-084F8E4E19B3}"/>
                </a:ext>
              </a:extLst>
            </p:cNvPr>
            <p:cNvGrpSpPr/>
            <p:nvPr/>
          </p:nvGrpSpPr>
          <p:grpSpPr>
            <a:xfrm>
              <a:off x="767745" y="4043741"/>
              <a:ext cx="1120755" cy="383721"/>
              <a:chOff x="1216479" y="1951264"/>
              <a:chExt cx="1120755" cy="383721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FD235BE-3F4D-C237-83DA-15BC4A0DD5DF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05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996E84E-C909-2F54-D948-BF1F9940BF31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5982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RAG</a:t>
                </a:r>
              </a:p>
            </p:txBody>
          </p:sp>
        </p:grp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135D439A-ADA3-4B6C-88F6-5B6FB9CCFF78}"/>
                </a:ext>
              </a:extLst>
            </p:cNvPr>
            <p:cNvSpPr/>
            <p:nvPr/>
          </p:nvSpPr>
          <p:spPr>
            <a:xfrm>
              <a:off x="4375912" y="4006945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Retrieval-Augmented Generation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8418E10-08BA-4E9C-388B-DA598E826390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4553509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A7D79F-D9C8-B58C-45D9-27AA37F57699}"/>
              </a:ext>
            </a:extLst>
          </p:cNvPr>
          <p:cNvGrpSpPr/>
          <p:nvPr/>
        </p:nvGrpSpPr>
        <p:grpSpPr>
          <a:xfrm>
            <a:off x="611023" y="4656332"/>
            <a:ext cx="7605369" cy="549110"/>
            <a:chOff x="611023" y="4656332"/>
            <a:chExt cx="7605369" cy="54911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C2754DD-4D91-A53C-F505-1A9533C3633B}"/>
                </a:ext>
              </a:extLst>
            </p:cNvPr>
            <p:cNvGrpSpPr/>
            <p:nvPr/>
          </p:nvGrpSpPr>
          <p:grpSpPr>
            <a:xfrm>
              <a:off x="767745" y="4702327"/>
              <a:ext cx="1146403" cy="383721"/>
              <a:chOff x="1216479" y="1951264"/>
              <a:chExt cx="1146403" cy="383721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FB49738-1FEB-54AC-7B49-CF4D7CE3B0C7}"/>
                  </a:ext>
                </a:extLst>
              </p:cNvPr>
              <p:cNvSpPr/>
              <p:nvPr/>
            </p:nvSpPr>
            <p:spPr>
              <a:xfrm>
                <a:off x="1216479" y="1951264"/>
                <a:ext cx="383721" cy="38372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latin typeface="Bebas Neue" panose="020B0606020202050201" pitchFamily="34" charset="77"/>
                  </a:rPr>
                  <a:t>06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A233E28-7515-DD1F-664A-42111D95B0A9}"/>
                  </a:ext>
                </a:extLst>
              </p:cNvPr>
              <p:cNvSpPr txBox="1"/>
              <p:nvPr/>
            </p:nvSpPr>
            <p:spPr>
              <a:xfrm>
                <a:off x="1738993" y="1973847"/>
                <a:ext cx="6238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FF"/>
                    </a:solidFill>
                    <a:latin typeface="DM Sans 14pt" pitchFamily="2" charset="77"/>
                    <a:ea typeface="Calibri" pitchFamily="34" charset="-122"/>
                    <a:cs typeface="Calibri" pitchFamily="34" charset="-120"/>
                  </a:rPr>
                  <a:t>MCP</a:t>
                </a:r>
              </a:p>
            </p:txBody>
          </p:sp>
        </p:grp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074B4989-E176-5CC7-8DDE-A36FC4A726BA}"/>
                </a:ext>
              </a:extLst>
            </p:cNvPr>
            <p:cNvSpPr/>
            <p:nvPr/>
          </p:nvSpPr>
          <p:spPr>
            <a:xfrm>
              <a:off x="4375912" y="4656332"/>
              <a:ext cx="38404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Model Context Protocol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5D3292C-4CE8-64D2-3C77-296F5D9E3009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3" y="5205442"/>
              <a:ext cx="6390910" cy="0"/>
            </a:xfrm>
            <a:prstGeom prst="line">
              <a:avLst/>
            </a:prstGeom>
            <a:ln w="3175">
              <a:solidFill>
                <a:schemeClr val="bg1"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0746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931251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Getting Started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Free, Local, Private, Offline</a:t>
            </a:r>
          </a:p>
        </p:txBody>
      </p:sp>
    </p:spTree>
    <p:extLst>
      <p:ext uri="{BB962C8B-B14F-4D97-AF65-F5344CB8AC3E}">
        <p14:creationId xmlns:p14="http://schemas.microsoft.com/office/powerpoint/2010/main" val="423649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EEBA94-EA6A-9882-5A74-641638A2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491" y="457201"/>
            <a:ext cx="10763015" cy="574453"/>
          </a:xfrm>
        </p:spPr>
        <p:txBody>
          <a:bodyPr/>
          <a:lstStyle/>
          <a:p>
            <a:pPr algn="ctr"/>
            <a:r>
              <a:rPr lang="en-US" dirty="0"/>
              <a:t>Why Start Local?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863D18-D1E5-E3E6-54D2-EDF444A76637}"/>
              </a:ext>
            </a:extLst>
          </p:cNvPr>
          <p:cNvGrpSpPr/>
          <p:nvPr/>
        </p:nvGrpSpPr>
        <p:grpSpPr>
          <a:xfrm>
            <a:off x="714492" y="1679649"/>
            <a:ext cx="2490863" cy="3349551"/>
            <a:chOff x="714492" y="1679649"/>
            <a:chExt cx="2490863" cy="334955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7A8B944-D4F0-E7E3-B874-4FE950698AEF}"/>
                </a:ext>
              </a:extLst>
            </p:cNvPr>
            <p:cNvSpPr/>
            <p:nvPr/>
          </p:nvSpPr>
          <p:spPr>
            <a:xfrm>
              <a:off x="714492" y="1679649"/>
              <a:ext cx="2490863" cy="3349551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A5E6A3D-56C0-17DF-56EA-8A0ED62999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24973" y="2019300"/>
              <a:ext cx="469900" cy="469900"/>
            </a:xfrm>
            <a:prstGeom prst="rect">
              <a:avLst/>
            </a:prstGeom>
          </p:spPr>
        </p:pic>
        <p:sp>
          <p:nvSpPr>
            <p:cNvPr id="20" name="Text Placeholder 5">
              <a:extLst>
                <a:ext uri="{FF2B5EF4-FFF2-40B4-BE49-F238E27FC236}">
                  <a16:creationId xmlns:a16="http://schemas.microsoft.com/office/drawing/2014/main" id="{E453066A-845E-04E4-8D43-1169BEC4F1AF}"/>
                </a:ext>
              </a:extLst>
            </p:cNvPr>
            <p:cNvSpPr txBox="1">
              <a:spLocks/>
            </p:cNvSpPr>
            <p:nvPr/>
          </p:nvSpPr>
          <p:spPr>
            <a:xfrm>
              <a:off x="714492" y="2747592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Free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Zero cost to experiment.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No API bills. No subscriptions.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Just download and go.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C33CD78-C217-1C28-047F-6CBF3253A623}"/>
              </a:ext>
            </a:extLst>
          </p:cNvPr>
          <p:cNvGrpSpPr/>
          <p:nvPr/>
        </p:nvGrpSpPr>
        <p:grpSpPr>
          <a:xfrm>
            <a:off x="3466159" y="1679649"/>
            <a:ext cx="2496580" cy="3349551"/>
            <a:chOff x="3466159" y="1679649"/>
            <a:chExt cx="2496580" cy="334955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8485F59-2ECF-E17F-EC73-6E72E7927C8A}"/>
                </a:ext>
              </a:extLst>
            </p:cNvPr>
            <p:cNvSpPr/>
            <p:nvPr/>
          </p:nvSpPr>
          <p:spPr>
            <a:xfrm>
              <a:off x="3471876" y="1679649"/>
              <a:ext cx="2490863" cy="3349551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C1ADAE62-0A84-7F75-36F9-818160D68F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90823" y="2027766"/>
              <a:ext cx="452967" cy="452967"/>
            </a:xfrm>
            <a:prstGeom prst="rect">
              <a:avLst/>
            </a:prstGeom>
          </p:spPr>
        </p:pic>
        <p:sp>
          <p:nvSpPr>
            <p:cNvPr id="22" name="Text Placeholder 5">
              <a:extLst>
                <a:ext uri="{FF2B5EF4-FFF2-40B4-BE49-F238E27FC236}">
                  <a16:creationId xmlns:a16="http://schemas.microsoft.com/office/drawing/2014/main" id="{D5492102-8FB5-8A60-CC02-FF4CC418BD74}"/>
                </a:ext>
              </a:extLst>
            </p:cNvPr>
            <p:cNvSpPr txBox="1">
              <a:spLocks/>
            </p:cNvSpPr>
            <p:nvPr/>
          </p:nvSpPr>
          <p:spPr>
            <a:xfrm>
              <a:off x="3466159" y="2747592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Private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Your data stays on YOUR</a:t>
              </a:r>
              <a:br>
                <a:rPr lang="en-US" sz="1200" dirty="0"/>
              </a:br>
              <a:r>
                <a:rPr lang="en-US" sz="1200" dirty="0"/>
                <a:t>machine. Nothing leaves.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Perfect for sensitive work.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364F979-C6ED-AE31-6946-717D3E969ED6}"/>
              </a:ext>
            </a:extLst>
          </p:cNvPr>
          <p:cNvGrpSpPr/>
          <p:nvPr/>
        </p:nvGrpSpPr>
        <p:grpSpPr>
          <a:xfrm>
            <a:off x="6229260" y="1679649"/>
            <a:ext cx="2496361" cy="3349551"/>
            <a:chOff x="6229260" y="1679649"/>
            <a:chExt cx="2496361" cy="3349551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995AC71-B3B6-0FDB-EBD7-1D6F0CC45DB0}"/>
                </a:ext>
              </a:extLst>
            </p:cNvPr>
            <p:cNvSpPr/>
            <p:nvPr/>
          </p:nvSpPr>
          <p:spPr>
            <a:xfrm>
              <a:off x="6229260" y="1679649"/>
              <a:ext cx="2490863" cy="3349551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84480B21-F5EF-5771-0272-053FC56C52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27638" y="2019300"/>
              <a:ext cx="498937" cy="498937"/>
            </a:xfrm>
            <a:prstGeom prst="rect">
              <a:avLst/>
            </a:prstGeom>
          </p:spPr>
        </p:pic>
        <p:sp>
          <p:nvSpPr>
            <p:cNvPr id="23" name="Text Placeholder 5">
              <a:extLst>
                <a:ext uri="{FF2B5EF4-FFF2-40B4-BE49-F238E27FC236}">
                  <a16:creationId xmlns:a16="http://schemas.microsoft.com/office/drawing/2014/main" id="{0FF99144-D6CB-DAF1-E327-C26C87B2E591}"/>
                </a:ext>
              </a:extLst>
            </p:cNvPr>
            <p:cNvSpPr txBox="1">
              <a:spLocks/>
            </p:cNvSpPr>
            <p:nvPr/>
          </p:nvSpPr>
          <p:spPr>
            <a:xfrm>
              <a:off x="6234759" y="2747592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Offline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Works without internet.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Airplane mode? No problem.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Full AI on the go.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B3A2796-0EEF-11EA-A777-0F937E83EDB5}"/>
              </a:ext>
            </a:extLst>
          </p:cNvPr>
          <p:cNvGrpSpPr/>
          <p:nvPr/>
        </p:nvGrpSpPr>
        <p:grpSpPr>
          <a:xfrm>
            <a:off x="8986644" y="1679649"/>
            <a:ext cx="2499110" cy="3349551"/>
            <a:chOff x="8986644" y="1679649"/>
            <a:chExt cx="2499110" cy="3349551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1538927E-4265-A852-23AA-5AEAA01FC235}"/>
                </a:ext>
              </a:extLst>
            </p:cNvPr>
            <p:cNvSpPr/>
            <p:nvPr/>
          </p:nvSpPr>
          <p:spPr>
            <a:xfrm>
              <a:off x="8986644" y="1679649"/>
              <a:ext cx="2490863" cy="3349551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C768DD8-475D-8C3F-C3EB-903D88DDD8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022525" y="2061633"/>
              <a:ext cx="419100" cy="419100"/>
            </a:xfrm>
            <a:prstGeom prst="rect">
              <a:avLst/>
            </a:prstGeom>
          </p:spPr>
        </p:pic>
        <p:sp>
          <p:nvSpPr>
            <p:cNvPr id="24" name="Text Placeholder 5">
              <a:extLst>
                <a:ext uri="{FF2B5EF4-FFF2-40B4-BE49-F238E27FC236}">
                  <a16:creationId xmlns:a16="http://schemas.microsoft.com/office/drawing/2014/main" id="{FB1B3DC5-8D49-2EA8-EDCF-9793EE986469}"/>
                </a:ext>
              </a:extLst>
            </p:cNvPr>
            <p:cNvSpPr txBox="1">
              <a:spLocks/>
            </p:cNvSpPr>
            <p:nvPr/>
          </p:nvSpPr>
          <p:spPr>
            <a:xfrm>
              <a:off x="8994892" y="2747592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Fast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No network latency.</a:t>
              </a: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Instant responses from</a:t>
              </a:r>
              <a:br>
                <a:rPr lang="en-US" sz="1200" dirty="0"/>
              </a:br>
              <a:r>
                <a:rPr lang="en-US" sz="1200" dirty="0"/>
                <a:t>your local hardware.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312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A8E7-556C-0FF5-D36A-4D2BABF2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99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Local AI Toolkit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61C91A-01D1-A258-A280-2337E18F3C62}"/>
              </a:ext>
            </a:extLst>
          </p:cNvPr>
          <p:cNvGrpSpPr/>
          <p:nvPr/>
        </p:nvGrpSpPr>
        <p:grpSpPr>
          <a:xfrm>
            <a:off x="4452559" y="1688115"/>
            <a:ext cx="3286881" cy="3349551"/>
            <a:chOff x="4452559" y="1688115"/>
            <a:chExt cx="3286881" cy="3349551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2152EF1-09FC-C24C-B751-C1C785415C7E}"/>
                </a:ext>
              </a:extLst>
            </p:cNvPr>
            <p:cNvSpPr/>
            <p:nvPr/>
          </p:nvSpPr>
          <p:spPr>
            <a:xfrm>
              <a:off x="4452559" y="1688115"/>
              <a:ext cx="3286881" cy="3349551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CB1FE43F-EE09-B384-7833-D07130798DC2}"/>
                </a:ext>
              </a:extLst>
            </p:cNvPr>
            <p:cNvSpPr txBox="1">
              <a:spLocks/>
            </p:cNvSpPr>
            <p:nvPr/>
          </p:nvSpPr>
          <p:spPr>
            <a:xfrm>
              <a:off x="4794284" y="2759162"/>
              <a:ext cx="2744600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/>
                <a:t>Beautiful desktop GUI</a:t>
              </a:r>
            </a:p>
            <a:p>
              <a:endParaRPr lang="en-US" sz="1400" dirty="0"/>
            </a:p>
            <a:p>
              <a:r>
                <a:rPr lang="en-US" sz="1400" dirty="0"/>
                <a:t>Discover &amp; test models visually</a:t>
              </a:r>
            </a:p>
            <a:p>
              <a:endParaRPr lang="en-US" sz="1400" dirty="0"/>
            </a:p>
            <a:p>
              <a:r>
                <a:rPr lang="en-US" sz="1400" dirty="0"/>
                <a:t>Great for beginners</a:t>
              </a:r>
            </a:p>
            <a:p>
              <a:endParaRPr lang="en-US" sz="1400" dirty="0"/>
            </a:p>
            <a:p>
              <a:r>
                <a:rPr lang="en-US" sz="1400" dirty="0"/>
                <a:t>Side-by-side comparison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A32AAC1-8289-3929-40DD-119580E84799}"/>
                </a:ext>
              </a:extLst>
            </p:cNvPr>
            <p:cNvGrpSpPr/>
            <p:nvPr/>
          </p:nvGrpSpPr>
          <p:grpSpPr>
            <a:xfrm>
              <a:off x="4794284" y="1979174"/>
              <a:ext cx="1958879" cy="435253"/>
              <a:chOff x="1811167" y="4556346"/>
              <a:chExt cx="5715700" cy="127000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0810955-FEA2-2A5E-C98F-F45D4C44A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44333" y="4866493"/>
                <a:ext cx="4182534" cy="727397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F8F0BB7-454C-981D-427F-ADFAB3DE1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1167" y="4556346"/>
                <a:ext cx="1270000" cy="1270000"/>
              </a:xfrm>
              <a:prstGeom prst="rect">
                <a:avLst/>
              </a:prstGeom>
            </p:spPr>
          </p:pic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DF55587-0CE9-AAC8-A9E6-6A504D7BA527}"/>
              </a:ext>
            </a:extLst>
          </p:cNvPr>
          <p:cNvGrpSpPr/>
          <p:nvPr/>
        </p:nvGrpSpPr>
        <p:grpSpPr>
          <a:xfrm>
            <a:off x="7956633" y="1688115"/>
            <a:ext cx="3286881" cy="3349551"/>
            <a:chOff x="7956633" y="1688115"/>
            <a:chExt cx="3286881" cy="3349551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44CA31E2-D71C-8BC3-E3B1-B6B0E168F4CB}"/>
                </a:ext>
              </a:extLst>
            </p:cNvPr>
            <p:cNvSpPr/>
            <p:nvPr/>
          </p:nvSpPr>
          <p:spPr>
            <a:xfrm>
              <a:off x="7956633" y="1688115"/>
              <a:ext cx="3286881" cy="3349551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7935BE42-3A1F-C152-BFD6-DE129A8BE99E}"/>
                </a:ext>
              </a:extLst>
            </p:cNvPr>
            <p:cNvSpPr txBox="1">
              <a:spLocks/>
            </p:cNvSpPr>
            <p:nvPr/>
          </p:nvSpPr>
          <p:spPr>
            <a:xfrm>
              <a:off x="8259671" y="2759162"/>
              <a:ext cx="2744600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/>
                <a:t>Microsoft's local runtime</a:t>
              </a:r>
            </a:p>
            <a:p>
              <a:endParaRPr lang="en-US" sz="1400" dirty="0"/>
            </a:p>
            <a:p>
              <a:r>
                <a:rPr lang="en-US" sz="1400" dirty="0"/>
                <a:t>Integrates with Windows</a:t>
              </a:r>
            </a:p>
            <a:p>
              <a:endParaRPr lang="en-US" sz="1400" dirty="0"/>
            </a:p>
            <a:p>
              <a:r>
                <a:rPr lang="en-US" sz="1400" dirty="0"/>
                <a:t>Optimized for NPU chips</a:t>
              </a:r>
            </a:p>
            <a:p>
              <a:endParaRPr lang="en-US" sz="1400" dirty="0"/>
            </a:p>
            <a:p>
              <a:r>
                <a:rPr lang="en-US" sz="1400" dirty="0"/>
                <a:t>Familiar MS ecosystem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16DEC0E-D94F-948C-73D3-68E9B9EA892E}"/>
                </a:ext>
              </a:extLst>
            </p:cNvPr>
            <p:cNvGrpSpPr/>
            <p:nvPr/>
          </p:nvGrpSpPr>
          <p:grpSpPr>
            <a:xfrm>
              <a:off x="8177869" y="1916098"/>
              <a:ext cx="2372064" cy="536141"/>
              <a:chOff x="7776831" y="1746290"/>
              <a:chExt cx="2805634" cy="63413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0D965B8-F3E4-C20F-8ECE-DC735B8044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>
                            <a14:foregroundMark x1="58541" y1="33141" x2="58541" y2="33141"/>
                            <a14:foregroundMark x1="16507" y1="79251" x2="16507" y2="79251"/>
                            <a14:foregroundMark x1="16507" y1="78242" x2="16507" y2="78242"/>
                            <a14:foregroundMark x1="16699" y1="78963" x2="17370" y2="86744"/>
                            <a14:foregroundMark x1="44722" y1="82133" x2="44722" y2="82133"/>
                            <a14:foregroundMark x1="34741" y1="82277" x2="34741" y2="82277"/>
                            <a14:foregroundMark x1="32342" y1="82853" x2="32342" y2="82853"/>
                            <a14:foregroundMark x1="26296" y1="85014" x2="26296" y2="85014"/>
                            <a14:foregroundMark x1="46929" y1="82997" x2="46929" y2="82997"/>
                            <a14:foregroundMark x1="50864" y1="82277" x2="50864" y2="82277"/>
                            <a14:foregroundMark x1="59213" y1="84006" x2="59213" y2="84006"/>
                            <a14:foregroundMark x1="66219" y1="81556" x2="66219" y2="81556"/>
                            <a14:foregroundMark x1="71497" y1="82853" x2="71497" y2="82853"/>
                            <a14:foregroundMark x1="80326" y1="84006" x2="80326" y2="84006"/>
                            <a14:foregroundMark x1="83109" y1="83573" x2="83109" y2="83573"/>
                          </a14:backgroundRemoval>
                        </a14:imgEffect>
                      </a14:imgLayer>
                    </a14:imgProps>
                  </a:ext>
                </a:extLst>
              </a:blip>
              <a:srcRect l="14555" t="74234" r="14044" b="7541"/>
              <a:stretch>
                <a:fillRect/>
              </a:stretch>
            </p:blipFill>
            <p:spPr>
              <a:xfrm>
                <a:off x="8410968" y="1900468"/>
                <a:ext cx="2171497" cy="369161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E224A7E-382A-FE0C-3A78-9617BD457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76831" y="1746290"/>
                <a:ext cx="634137" cy="634137"/>
              </a:xfrm>
              <a:prstGeom prst="rect">
                <a:avLst/>
              </a:prstGeom>
            </p:spPr>
          </p:pic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83337E-FE6F-0F17-BC6D-D2F33F7840C2}"/>
              </a:ext>
            </a:extLst>
          </p:cNvPr>
          <p:cNvGrpSpPr/>
          <p:nvPr/>
        </p:nvGrpSpPr>
        <p:grpSpPr>
          <a:xfrm>
            <a:off x="948485" y="1688115"/>
            <a:ext cx="3286881" cy="3349551"/>
            <a:chOff x="948485" y="1688115"/>
            <a:chExt cx="3286881" cy="3349551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02AEDBD8-7837-6A00-8FEB-74774BFD62A4}"/>
                </a:ext>
              </a:extLst>
            </p:cNvPr>
            <p:cNvSpPr/>
            <p:nvPr/>
          </p:nvSpPr>
          <p:spPr>
            <a:xfrm>
              <a:off x="948485" y="1688115"/>
              <a:ext cx="3286881" cy="3349551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 Placeholder 2">
              <a:extLst>
                <a:ext uri="{FF2B5EF4-FFF2-40B4-BE49-F238E27FC236}">
                  <a16:creationId xmlns:a16="http://schemas.microsoft.com/office/drawing/2014/main" id="{CD84A58E-16C2-1A26-FBF2-048FFB2E4FC8}"/>
                </a:ext>
              </a:extLst>
            </p:cNvPr>
            <p:cNvSpPr txBox="1">
              <a:spLocks/>
            </p:cNvSpPr>
            <p:nvPr/>
          </p:nvSpPr>
          <p:spPr>
            <a:xfrm>
              <a:off x="1289363" y="2759162"/>
              <a:ext cx="2449832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/>
                <a:t>CLI-first, developer focused</a:t>
              </a:r>
            </a:p>
            <a:p>
              <a:endParaRPr lang="en-US" sz="1400"/>
            </a:p>
            <a:p>
              <a:r>
                <a:rPr lang="en-US" sz="1400"/>
                <a:t>162K+ GitHub stars</a:t>
              </a:r>
            </a:p>
            <a:p>
              <a:endParaRPr lang="en-US" sz="1400"/>
            </a:p>
            <a:p>
              <a:r>
                <a:rPr lang="en-US" sz="1400"/>
                <a:t>Docker-like simplicity:</a:t>
              </a:r>
            </a:p>
            <a:p>
              <a:r>
                <a:rPr lang="en-US" sz="1400"/>
                <a:t>ollama run llama3</a:t>
              </a:r>
            </a:p>
            <a:p>
              <a:endParaRPr lang="en-US" sz="140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C5DBDD8-9006-A617-7D14-E3BBC6DD1C6E}"/>
                </a:ext>
              </a:extLst>
            </p:cNvPr>
            <p:cNvGrpSpPr/>
            <p:nvPr/>
          </p:nvGrpSpPr>
          <p:grpSpPr>
            <a:xfrm>
              <a:off x="1208789" y="1963707"/>
              <a:ext cx="1615534" cy="488532"/>
              <a:chOff x="4529666" y="2480734"/>
              <a:chExt cx="4665134" cy="1410720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70B69270-A63B-89FF-7560-354B635DE9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29666" y="2480734"/>
                <a:ext cx="1346200" cy="13462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534CC31-2C23-EA89-BE7C-937FFC64C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52066" y="2996907"/>
                <a:ext cx="3242734" cy="89454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968208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90D1C-F483-3F45-BA74-00CC3465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What GPU Do You Need?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41C1A-FCA1-3BEC-36B5-6A5FCDC0B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Spoiler: </a:t>
            </a:r>
            <a:r>
              <a:rPr lang="en-US" dirty="0"/>
              <a:t>not much. I started on an old GTX 2060.</a:t>
            </a:r>
          </a:p>
          <a:p>
            <a:endParaRPr lang="en-US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872AC45-0304-C771-BDFA-0489A834AF73}"/>
              </a:ext>
            </a:extLst>
          </p:cNvPr>
          <p:cNvSpPr/>
          <p:nvPr/>
        </p:nvSpPr>
        <p:spPr>
          <a:xfrm>
            <a:off x="438867" y="1860205"/>
            <a:ext cx="164592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76CA550-1846-306B-1B24-93824AFC266D}"/>
              </a:ext>
            </a:extLst>
          </p:cNvPr>
          <p:cNvSpPr/>
          <p:nvPr/>
        </p:nvSpPr>
        <p:spPr>
          <a:xfrm>
            <a:off x="530307" y="1860205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Model Size</a:t>
            </a:r>
            <a:endParaRPr lang="en-US" sz="14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1D1A869-0D6D-B94A-61A2-35146634FCF6}"/>
              </a:ext>
            </a:extLst>
          </p:cNvPr>
          <p:cNvSpPr/>
          <p:nvPr/>
        </p:nvSpPr>
        <p:spPr>
          <a:xfrm>
            <a:off x="2125425" y="1860205"/>
            <a:ext cx="146304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F4E6BF9-C4A4-34C2-E828-E8F389B51500}"/>
              </a:ext>
            </a:extLst>
          </p:cNvPr>
          <p:cNvSpPr/>
          <p:nvPr/>
        </p:nvSpPr>
        <p:spPr>
          <a:xfrm>
            <a:off x="2216865" y="1860205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VRAM Needed</a:t>
            </a:r>
            <a:endParaRPr lang="en-US" sz="14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B9FB853-5258-2987-4DB1-A1E1EB7F90CE}"/>
              </a:ext>
            </a:extLst>
          </p:cNvPr>
          <p:cNvSpPr/>
          <p:nvPr/>
        </p:nvSpPr>
        <p:spPr>
          <a:xfrm>
            <a:off x="3629103" y="1860205"/>
            <a:ext cx="256032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3C91B15-3586-8C1F-8CB4-D1086AC69ACC}"/>
              </a:ext>
            </a:extLst>
          </p:cNvPr>
          <p:cNvSpPr/>
          <p:nvPr/>
        </p:nvSpPr>
        <p:spPr>
          <a:xfrm>
            <a:off x="3720543" y="186020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Example GPUs</a:t>
            </a:r>
            <a:endParaRPr lang="en-US" sz="14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020363F-63EF-A78C-C9D0-0D5CA1EB6049}"/>
              </a:ext>
            </a:extLst>
          </p:cNvPr>
          <p:cNvSpPr/>
          <p:nvPr/>
        </p:nvSpPr>
        <p:spPr>
          <a:xfrm>
            <a:off x="6230061" y="1860205"/>
            <a:ext cx="2560320" cy="54864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BB9EF32-5A1E-B266-95EF-213B0257F557}"/>
              </a:ext>
            </a:extLst>
          </p:cNvPr>
          <p:cNvSpPr/>
          <p:nvPr/>
        </p:nvSpPr>
        <p:spPr>
          <a:xfrm>
            <a:off x="6321501" y="186020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What You Can Run</a:t>
            </a:r>
            <a:endParaRPr lang="en-US" sz="1400" dirty="0">
              <a:latin typeface="DM Sans 14pt" pitchFamily="2" charset="77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6AB7471-EDFB-AF5B-92B3-3A18338A5239}"/>
              </a:ext>
            </a:extLst>
          </p:cNvPr>
          <p:cNvSpPr/>
          <p:nvPr/>
        </p:nvSpPr>
        <p:spPr>
          <a:xfrm>
            <a:off x="438867" y="2408845"/>
            <a:ext cx="16459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2DA6AEF-D73E-08CF-1054-DA6218BB2F53}"/>
              </a:ext>
            </a:extLst>
          </p:cNvPr>
          <p:cNvSpPr/>
          <p:nvPr/>
        </p:nvSpPr>
        <p:spPr>
          <a:xfrm>
            <a:off x="530307" y="2408845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7-8B params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93E26BA-788F-3A05-D745-93A04E6EAC85}"/>
              </a:ext>
            </a:extLst>
          </p:cNvPr>
          <p:cNvSpPr/>
          <p:nvPr/>
        </p:nvSpPr>
        <p:spPr>
          <a:xfrm>
            <a:off x="2125425" y="2408845"/>
            <a:ext cx="146304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B01522A-7506-447D-2D1B-FDE253330DAE}"/>
              </a:ext>
            </a:extLst>
          </p:cNvPr>
          <p:cNvSpPr/>
          <p:nvPr/>
        </p:nvSpPr>
        <p:spPr>
          <a:xfrm>
            <a:off x="2216865" y="2408845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4-6 GB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446D148-307B-B5C7-6D96-73402ECDCBEA}"/>
              </a:ext>
            </a:extLst>
          </p:cNvPr>
          <p:cNvSpPr/>
          <p:nvPr/>
        </p:nvSpPr>
        <p:spPr>
          <a:xfrm>
            <a:off x="3629103" y="2408845"/>
            <a:ext cx="25603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205A3AF-9659-972D-9C11-5FFD5D57C84F}"/>
              </a:ext>
            </a:extLst>
          </p:cNvPr>
          <p:cNvSpPr/>
          <p:nvPr/>
        </p:nvSpPr>
        <p:spPr>
          <a:xfrm>
            <a:off x="3720543" y="240884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GTX 1660, RTX 2060</a:t>
            </a: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AFF214B-2FC3-6DC9-D633-F2A2DAA8E59A}"/>
              </a:ext>
            </a:extLst>
          </p:cNvPr>
          <p:cNvSpPr/>
          <p:nvPr/>
        </p:nvSpPr>
        <p:spPr>
          <a:xfrm>
            <a:off x="6230061" y="2408845"/>
            <a:ext cx="25603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D709099-A231-51E3-77AF-40F47AA79D0D}"/>
              </a:ext>
            </a:extLst>
          </p:cNvPr>
          <p:cNvSpPr/>
          <p:nvPr/>
        </p:nvSpPr>
        <p:spPr>
          <a:xfrm>
            <a:off x="6321501" y="240884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 3 8B, Mistral 7B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BA43EAC-4A0D-2E28-39C3-D93811F63C63}"/>
              </a:ext>
            </a:extLst>
          </p:cNvPr>
          <p:cNvSpPr/>
          <p:nvPr/>
        </p:nvSpPr>
        <p:spPr>
          <a:xfrm>
            <a:off x="438867" y="2957485"/>
            <a:ext cx="16459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7878EFF-51E4-2194-A5F9-307B8B6D7DC1}"/>
              </a:ext>
            </a:extLst>
          </p:cNvPr>
          <p:cNvSpPr/>
          <p:nvPr/>
        </p:nvSpPr>
        <p:spPr>
          <a:xfrm>
            <a:off x="530307" y="2957485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13B params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6A266C6B-D8EE-E8EE-99B3-1FE5F0F900CE}"/>
              </a:ext>
            </a:extLst>
          </p:cNvPr>
          <p:cNvSpPr/>
          <p:nvPr/>
        </p:nvSpPr>
        <p:spPr>
          <a:xfrm>
            <a:off x="2125425" y="2957485"/>
            <a:ext cx="146304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69EC043-9459-02FC-A763-0965B268C701}"/>
              </a:ext>
            </a:extLst>
          </p:cNvPr>
          <p:cNvSpPr/>
          <p:nvPr/>
        </p:nvSpPr>
        <p:spPr>
          <a:xfrm>
            <a:off x="2216865" y="2957485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8-10 GB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4FB3399-10B9-7F08-233F-5EACC7E0D705}"/>
              </a:ext>
            </a:extLst>
          </p:cNvPr>
          <p:cNvSpPr/>
          <p:nvPr/>
        </p:nvSpPr>
        <p:spPr>
          <a:xfrm>
            <a:off x="3629103" y="2957485"/>
            <a:ext cx="25603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6D4DB14-4590-D1BF-6ABE-416BCF9755A1}"/>
              </a:ext>
            </a:extLst>
          </p:cNvPr>
          <p:cNvSpPr/>
          <p:nvPr/>
        </p:nvSpPr>
        <p:spPr>
          <a:xfrm>
            <a:off x="3720543" y="295748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RTX 3060 12GB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E4ABEE1-0653-2BBA-723E-91A5E0AEBBCE}"/>
              </a:ext>
            </a:extLst>
          </p:cNvPr>
          <p:cNvSpPr/>
          <p:nvPr/>
        </p:nvSpPr>
        <p:spPr>
          <a:xfrm>
            <a:off x="6230061" y="2957485"/>
            <a:ext cx="25603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B2A7162D-F08A-3BD7-E584-05AA32B639D1}"/>
              </a:ext>
            </a:extLst>
          </p:cNvPr>
          <p:cNvSpPr/>
          <p:nvPr/>
        </p:nvSpPr>
        <p:spPr>
          <a:xfrm>
            <a:off x="6321501" y="295748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CodeLlama 13B, Llama 2 13B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9A53A20B-9B82-C3A4-F361-97CDAFEB316B}"/>
              </a:ext>
            </a:extLst>
          </p:cNvPr>
          <p:cNvSpPr/>
          <p:nvPr/>
        </p:nvSpPr>
        <p:spPr>
          <a:xfrm>
            <a:off x="438867" y="3506125"/>
            <a:ext cx="16459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C170879-5C0B-7108-3184-AF9963445CDF}"/>
              </a:ext>
            </a:extLst>
          </p:cNvPr>
          <p:cNvSpPr/>
          <p:nvPr/>
        </p:nvSpPr>
        <p:spPr>
          <a:xfrm>
            <a:off x="530307" y="3506125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32-34B params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27A17B47-2AE4-9449-6950-F75D879621D1}"/>
              </a:ext>
            </a:extLst>
          </p:cNvPr>
          <p:cNvSpPr/>
          <p:nvPr/>
        </p:nvSpPr>
        <p:spPr>
          <a:xfrm>
            <a:off x="2125425" y="3506125"/>
            <a:ext cx="146304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0DEEF0E-C98E-3EC9-A052-36616F74D77F}"/>
              </a:ext>
            </a:extLst>
          </p:cNvPr>
          <p:cNvSpPr/>
          <p:nvPr/>
        </p:nvSpPr>
        <p:spPr>
          <a:xfrm>
            <a:off x="2216865" y="3506125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16-20 GB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5ECAFBF-8132-C6BE-8E16-526B9E601EF4}"/>
              </a:ext>
            </a:extLst>
          </p:cNvPr>
          <p:cNvSpPr/>
          <p:nvPr/>
        </p:nvSpPr>
        <p:spPr>
          <a:xfrm>
            <a:off x="3629103" y="3506125"/>
            <a:ext cx="25603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66F47AF3-1617-3665-4FF0-017E36118E29}"/>
              </a:ext>
            </a:extLst>
          </p:cNvPr>
          <p:cNvSpPr/>
          <p:nvPr/>
        </p:nvSpPr>
        <p:spPr>
          <a:xfrm>
            <a:off x="3720543" y="350612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RTX 4060 Ti 16GB</a:t>
            </a: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8174B13-8328-E891-A57F-A2F25E482FD6}"/>
              </a:ext>
            </a:extLst>
          </p:cNvPr>
          <p:cNvSpPr/>
          <p:nvPr/>
        </p:nvSpPr>
        <p:spPr>
          <a:xfrm>
            <a:off x="6230061" y="3506125"/>
            <a:ext cx="2560320" cy="54864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D880484B-C6D8-474B-2CE1-5B50F9F169B0}"/>
              </a:ext>
            </a:extLst>
          </p:cNvPr>
          <p:cNvSpPr/>
          <p:nvPr/>
        </p:nvSpPr>
        <p:spPr>
          <a:xfrm>
            <a:off x="6321501" y="350612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DeepSeek 33B, Mixtral</a:t>
            </a: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9635F9B-D2B9-1C81-C420-C3ED39006A7D}"/>
              </a:ext>
            </a:extLst>
          </p:cNvPr>
          <p:cNvSpPr/>
          <p:nvPr/>
        </p:nvSpPr>
        <p:spPr>
          <a:xfrm>
            <a:off x="438867" y="4054765"/>
            <a:ext cx="16459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0FC45BAA-1606-571A-B28B-550F1F8F5043}"/>
              </a:ext>
            </a:extLst>
          </p:cNvPr>
          <p:cNvSpPr/>
          <p:nvPr/>
        </p:nvSpPr>
        <p:spPr>
          <a:xfrm>
            <a:off x="530307" y="4054765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70B params</a:t>
            </a: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30AB1316-2148-9961-F96B-AE31BBEA17A3}"/>
              </a:ext>
            </a:extLst>
          </p:cNvPr>
          <p:cNvSpPr/>
          <p:nvPr/>
        </p:nvSpPr>
        <p:spPr>
          <a:xfrm>
            <a:off x="2125425" y="4054765"/>
            <a:ext cx="146304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4EE7A9E-6501-562C-E93F-5618F66D3766}"/>
              </a:ext>
            </a:extLst>
          </p:cNvPr>
          <p:cNvSpPr/>
          <p:nvPr/>
        </p:nvSpPr>
        <p:spPr>
          <a:xfrm>
            <a:off x="2216865" y="4054765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35-40 GB</a:t>
            </a:r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52509ADE-F008-51D3-590F-920FC494CF62}"/>
              </a:ext>
            </a:extLst>
          </p:cNvPr>
          <p:cNvSpPr/>
          <p:nvPr/>
        </p:nvSpPr>
        <p:spPr>
          <a:xfrm>
            <a:off x="3629103" y="4054765"/>
            <a:ext cx="25603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084CF75-4394-DADF-5758-75DF38977BE4}"/>
              </a:ext>
            </a:extLst>
          </p:cNvPr>
          <p:cNvSpPr/>
          <p:nvPr/>
        </p:nvSpPr>
        <p:spPr>
          <a:xfrm>
            <a:off x="3720543" y="405476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RTX 4090 24GB (quantized)</a:t>
            </a: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291D4DD9-89E8-5B3E-1B34-064BBB52BBA0}"/>
              </a:ext>
            </a:extLst>
          </p:cNvPr>
          <p:cNvSpPr/>
          <p:nvPr/>
        </p:nvSpPr>
        <p:spPr>
          <a:xfrm>
            <a:off x="6230061" y="4054765"/>
            <a:ext cx="2560320" cy="54864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B405F1B4-827C-36C5-78AC-4E55816F0113}"/>
              </a:ext>
            </a:extLst>
          </p:cNvPr>
          <p:cNvSpPr/>
          <p:nvPr/>
        </p:nvSpPr>
        <p:spPr>
          <a:xfrm>
            <a:off x="6321501" y="4054765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Llama 3 70B Q4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862B3E5B-BD18-2326-F72F-DA32F75C01CC}"/>
              </a:ext>
            </a:extLst>
          </p:cNvPr>
          <p:cNvSpPr txBox="1">
            <a:spLocks/>
          </p:cNvSpPr>
          <p:nvPr/>
        </p:nvSpPr>
        <p:spPr>
          <a:xfrm>
            <a:off x="438867" y="5029062"/>
            <a:ext cx="6072000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/>
              <a:t>Formula: VRAM (GB) ≈ Parameters (B) × 0.5 for Q4 quantization</a:t>
            </a:r>
          </a:p>
          <a:p>
            <a:endParaRPr lang="en-US" dirty="0"/>
          </a:p>
          <a:p>
            <a:r>
              <a:rPr lang="en-US" dirty="0"/>
              <a:t>No GPU? Many 7B models can run on CPU-only (just slower)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41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3826-30C7-478B-68B4-16916AFB7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67" y="939799"/>
            <a:ext cx="4571600" cy="830997"/>
          </a:xfrm>
        </p:spPr>
        <p:txBody>
          <a:bodyPr/>
          <a:lstStyle/>
          <a:p>
            <a:r>
              <a:rPr lang="en-US" sz="5400" dirty="0"/>
              <a:t>Up &amp; Running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ECB7AF-65EE-5261-3764-E9F9F45700E7}"/>
              </a:ext>
            </a:extLst>
          </p:cNvPr>
          <p:cNvGrpSpPr/>
          <p:nvPr/>
        </p:nvGrpSpPr>
        <p:grpSpPr>
          <a:xfrm>
            <a:off x="5920375" y="2584387"/>
            <a:ext cx="4781492" cy="1354667"/>
            <a:chOff x="5920375" y="2584387"/>
            <a:chExt cx="4781492" cy="1354667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44211EF-53FE-40E0-90A8-BE48BFF98089}"/>
                </a:ext>
              </a:extLst>
            </p:cNvPr>
            <p:cNvSpPr/>
            <p:nvPr/>
          </p:nvSpPr>
          <p:spPr>
            <a:xfrm>
              <a:off x="5920375" y="2584387"/>
              <a:ext cx="4781492" cy="1354667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7" name="Text Placeholder 2">
              <a:extLst>
                <a:ext uri="{FF2B5EF4-FFF2-40B4-BE49-F238E27FC236}">
                  <a16:creationId xmlns:a16="http://schemas.microsoft.com/office/drawing/2014/main" id="{F6BA2BB1-6CA0-4559-C2FB-08597310E2EE}"/>
                </a:ext>
              </a:extLst>
            </p:cNvPr>
            <p:cNvSpPr txBox="1">
              <a:spLocks/>
            </p:cNvSpPr>
            <p:nvPr/>
          </p:nvSpPr>
          <p:spPr>
            <a:xfrm>
              <a:off x="6272400" y="2874308"/>
              <a:ext cx="4158534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Pull a Model</a:t>
              </a:r>
            </a:p>
            <a:p>
              <a:pPr marL="0"/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ollama</a:t>
              </a:r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 pull llama3.1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Choose from 100s of models. Models download once.</a:t>
              </a:r>
              <a:endParaRPr lang="en-US" sz="1400" dirty="0">
                <a:latin typeface="DM Sans 14pt" pitchFamily="2" charset="77"/>
              </a:endParaRPr>
            </a:p>
            <a:p>
              <a:endParaRPr lang="en-US" sz="1400" dirty="0">
                <a:latin typeface="DM Sans 14pt" pitchFamily="2" charset="77"/>
              </a:endParaRPr>
            </a:p>
            <a:p>
              <a:endParaRPr lang="en-US" sz="1400" dirty="0">
                <a:latin typeface="DM Sans 14pt" pitchFamily="2" charset="77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8854A6-0590-213A-4EF5-8C44A2745330}"/>
              </a:ext>
            </a:extLst>
          </p:cNvPr>
          <p:cNvGrpSpPr/>
          <p:nvPr/>
        </p:nvGrpSpPr>
        <p:grpSpPr>
          <a:xfrm>
            <a:off x="5920375" y="4226921"/>
            <a:ext cx="4781492" cy="1354667"/>
            <a:chOff x="5920375" y="4226921"/>
            <a:chExt cx="4781492" cy="135466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191E2F3-5EC3-DB02-9FF1-9B4E2F1BE1BD}"/>
                </a:ext>
              </a:extLst>
            </p:cNvPr>
            <p:cNvSpPr/>
            <p:nvPr/>
          </p:nvSpPr>
          <p:spPr>
            <a:xfrm>
              <a:off x="5920375" y="4226921"/>
              <a:ext cx="4781492" cy="1354667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E97F3679-601E-962D-274E-B50533623181}"/>
                </a:ext>
              </a:extLst>
            </p:cNvPr>
            <p:cNvSpPr txBox="1">
              <a:spLocks/>
            </p:cNvSpPr>
            <p:nvPr/>
          </p:nvSpPr>
          <p:spPr>
            <a:xfrm>
              <a:off x="6272400" y="4516842"/>
              <a:ext cx="4158534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Start Chatting</a:t>
              </a:r>
            </a:p>
            <a:p>
              <a:pPr marL="0"/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ollama</a:t>
              </a:r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 run llama3.1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Or use the REST </a:t>
              </a:r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APIhttp</a:t>
              </a:r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://localhost:11434</a:t>
              </a:r>
              <a:endParaRPr lang="en-US" sz="1400" dirty="0">
                <a:latin typeface="DM Sans 14pt" pitchFamily="2" charset="77"/>
              </a:endParaRPr>
            </a:p>
            <a:p>
              <a:endParaRPr lang="en-US" sz="1400" dirty="0">
                <a:latin typeface="DM Sans 14pt" pitchFamily="2" charset="77"/>
              </a:endParaRPr>
            </a:p>
            <a:p>
              <a:endParaRPr lang="en-US" sz="1400" dirty="0">
                <a:latin typeface="DM Sans 14pt" pitchFamily="2" charset="77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21A85FC-0A00-CF61-57F3-D0628528466B}"/>
              </a:ext>
            </a:extLst>
          </p:cNvPr>
          <p:cNvSpPr txBox="1">
            <a:spLocks/>
          </p:cNvSpPr>
          <p:nvPr/>
        </p:nvSpPr>
        <p:spPr>
          <a:xfrm>
            <a:off x="464267" y="1624810"/>
            <a:ext cx="4571600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3800" dirty="0"/>
              <a:t>3 Steps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149CDA-8402-D6E1-A912-61634BE4A04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8311121" y="2294466"/>
            <a:ext cx="0" cy="2899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3BE72A-DC6A-EECD-C2B1-129FEF4042AE}"/>
              </a:ext>
            </a:extLst>
          </p:cNvPr>
          <p:cNvCxnSpPr/>
          <p:nvPr/>
        </p:nvCxnSpPr>
        <p:spPr>
          <a:xfrm>
            <a:off x="8311121" y="3953932"/>
            <a:ext cx="0" cy="2899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5F6E99D-6789-8975-8007-A8F43DCFC9D8}"/>
              </a:ext>
            </a:extLst>
          </p:cNvPr>
          <p:cNvGrpSpPr/>
          <p:nvPr/>
        </p:nvGrpSpPr>
        <p:grpSpPr>
          <a:xfrm>
            <a:off x="5920375" y="939799"/>
            <a:ext cx="4781492" cy="1354667"/>
            <a:chOff x="5920375" y="939799"/>
            <a:chExt cx="4781492" cy="1354667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A8C328C-2DFF-E366-DC62-B288F0309982}"/>
                </a:ext>
              </a:extLst>
            </p:cNvPr>
            <p:cNvSpPr/>
            <p:nvPr/>
          </p:nvSpPr>
          <p:spPr>
            <a:xfrm>
              <a:off x="5920375" y="939799"/>
              <a:ext cx="4781492" cy="1354667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 Placeholder 2">
              <a:extLst>
                <a:ext uri="{FF2B5EF4-FFF2-40B4-BE49-F238E27FC236}">
                  <a16:creationId xmlns:a16="http://schemas.microsoft.com/office/drawing/2014/main" id="{4D2DC74B-1682-5B33-2A20-7F8525CDEB9D}"/>
                </a:ext>
              </a:extLst>
            </p:cNvPr>
            <p:cNvSpPr txBox="1">
              <a:spLocks/>
            </p:cNvSpPr>
            <p:nvPr/>
          </p:nvSpPr>
          <p:spPr>
            <a:xfrm>
              <a:off x="6272400" y="1229720"/>
              <a:ext cx="4158534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>
                  <a:latin typeface="DM Sans 14pt" pitchFamily="2" charset="77"/>
                </a:rPr>
                <a:t>Install Ollama</a:t>
              </a:r>
            </a:p>
            <a:p>
              <a:pPr marL="0"/>
              <a:r>
                <a:rPr lang="en-US" sz="120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Download from ollama.com</a:t>
              </a:r>
              <a:endParaRPr lang="en-US" sz="1200">
                <a:latin typeface="DM Sans 14pt" pitchFamily="2" charset="77"/>
              </a:endParaRPr>
            </a:p>
            <a:p>
              <a:pPr marL="0"/>
              <a:r>
                <a:rPr lang="en-US" sz="120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One installer, all platforms</a:t>
              </a:r>
              <a:r>
                <a:rPr lang="en-US" sz="1200">
                  <a:latin typeface="DM Sans 14pt" pitchFamily="2" charset="77"/>
                </a:rPr>
                <a:t> (</a:t>
              </a:r>
              <a:r>
                <a:rPr lang="en-US" sz="120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Mac, Windows, Linux)</a:t>
              </a:r>
              <a:endParaRPr lang="en-US" sz="1200" dirty="0">
                <a:latin typeface="DM Sans 14pt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8836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5931251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Pick a Cloud Provider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When You Need More Power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5465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A8E7-556C-0FF5-D36A-4D2BABF2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199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Big Three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C953CA-EF8B-EB9F-B44C-0BCB3FB469E3}"/>
              </a:ext>
            </a:extLst>
          </p:cNvPr>
          <p:cNvGrpSpPr/>
          <p:nvPr/>
        </p:nvGrpSpPr>
        <p:grpSpPr>
          <a:xfrm>
            <a:off x="4452559" y="1490133"/>
            <a:ext cx="3286881" cy="3869267"/>
            <a:chOff x="4452559" y="1490133"/>
            <a:chExt cx="3286881" cy="3869267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2152EF1-09FC-C24C-B751-C1C785415C7E}"/>
                </a:ext>
              </a:extLst>
            </p:cNvPr>
            <p:cNvSpPr/>
            <p:nvPr/>
          </p:nvSpPr>
          <p:spPr>
            <a:xfrm>
              <a:off x="4452559" y="1490133"/>
              <a:ext cx="3286881" cy="3869267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9" name="Text Placeholder 2">
              <a:extLst>
                <a:ext uri="{FF2B5EF4-FFF2-40B4-BE49-F238E27FC236}">
                  <a16:creationId xmlns:a16="http://schemas.microsoft.com/office/drawing/2014/main" id="{CB1FE43F-EE09-B384-7833-D07130798DC2}"/>
                </a:ext>
              </a:extLst>
            </p:cNvPr>
            <p:cNvSpPr txBox="1">
              <a:spLocks/>
            </p:cNvSpPr>
            <p:nvPr/>
          </p:nvSpPr>
          <p:spPr>
            <a:xfrm>
              <a:off x="4794284" y="3404549"/>
              <a:ext cx="2744600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/>
                <a:t>750M monthly users</a:t>
              </a:r>
            </a:p>
            <a:p>
              <a:endParaRPr lang="en-US" sz="1400" dirty="0"/>
            </a:p>
            <a:p>
              <a:r>
                <a:rPr lang="en-US" sz="1400" dirty="0"/>
                <a:t>1M token context window</a:t>
              </a:r>
            </a:p>
            <a:p>
              <a:endParaRPr lang="en-US" sz="1400" dirty="0"/>
            </a:p>
            <a:p>
              <a:r>
                <a:rPr lang="en-US" sz="1400" dirty="0"/>
                <a:t>Deep Google integration</a:t>
              </a:r>
            </a:p>
            <a:p>
              <a:endParaRPr lang="en-US" sz="1400" dirty="0"/>
            </a:p>
            <a:p>
              <a:r>
                <a:rPr lang="en-US" sz="1400" dirty="0"/>
                <a:t>Multimodal from the start</a:t>
              </a:r>
            </a:p>
            <a:p>
              <a:endParaRPr lang="en-US" sz="140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B93FBAF-F2D1-29AF-14DE-ABFA871F1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4969" y="2187107"/>
              <a:ext cx="1381615" cy="510190"/>
            </a:xfrm>
            <a:prstGeom prst="rect">
              <a:avLst/>
            </a:prstGeom>
          </p:spPr>
        </p:pic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D03C8B57-D5C5-8B91-BCA4-EAF4F0B57413}"/>
                </a:ext>
              </a:extLst>
            </p:cNvPr>
            <p:cNvSpPr/>
            <p:nvPr/>
          </p:nvSpPr>
          <p:spPr>
            <a:xfrm>
              <a:off x="4794284" y="2733815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Gemini 3.1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6FBBE5-5A0C-06DB-FF1C-EAD23648A558}"/>
                </a:ext>
              </a:extLst>
            </p:cNvPr>
            <p:cNvSpPr txBox="1"/>
            <p:nvPr/>
          </p:nvSpPr>
          <p:spPr>
            <a:xfrm>
              <a:off x="4747856" y="1840827"/>
              <a:ext cx="6928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accent5"/>
                  </a:solidFill>
                  <a:latin typeface="DM Sans 14pt" pitchFamily="2" charset="77"/>
                </a:rPr>
                <a:t>Google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1FABD79-97C8-58D6-6CA6-06D19CDF7EF0}"/>
              </a:ext>
            </a:extLst>
          </p:cNvPr>
          <p:cNvGrpSpPr/>
          <p:nvPr/>
        </p:nvGrpSpPr>
        <p:grpSpPr>
          <a:xfrm>
            <a:off x="7956633" y="1490133"/>
            <a:ext cx="3286881" cy="3869267"/>
            <a:chOff x="7956633" y="1490133"/>
            <a:chExt cx="3286881" cy="3869267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44CA31E2-D71C-8BC3-E3B1-B6B0E168F4CB}"/>
                </a:ext>
              </a:extLst>
            </p:cNvPr>
            <p:cNvSpPr/>
            <p:nvPr/>
          </p:nvSpPr>
          <p:spPr>
            <a:xfrm>
              <a:off x="7956633" y="1490133"/>
              <a:ext cx="3286881" cy="3869267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7935BE42-3A1F-C152-BFD6-DE129A8BE99E}"/>
                </a:ext>
              </a:extLst>
            </p:cNvPr>
            <p:cNvSpPr txBox="1">
              <a:spLocks/>
            </p:cNvSpPr>
            <p:nvPr/>
          </p:nvSpPr>
          <p:spPr>
            <a:xfrm>
              <a:off x="8259671" y="3404549"/>
              <a:ext cx="2744600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/>
                <a:t>Precision &amp; safety focus</a:t>
              </a:r>
            </a:p>
            <a:p>
              <a:endParaRPr lang="en-US" sz="1400" dirty="0"/>
            </a:p>
            <a:p>
              <a:r>
                <a:rPr lang="en-US" sz="1400" dirty="0"/>
                <a:t>Best coding benchmarks</a:t>
              </a:r>
            </a:p>
            <a:p>
              <a:endParaRPr lang="en-US" sz="1400" dirty="0"/>
            </a:p>
            <a:p>
              <a:r>
                <a:rPr lang="en-US" sz="1400" dirty="0"/>
                <a:t>Lowest hallucination rate</a:t>
              </a:r>
            </a:p>
            <a:p>
              <a:endParaRPr lang="en-US" sz="1400" dirty="0"/>
            </a:p>
            <a:p>
              <a:r>
                <a:rPr lang="en-US" sz="1400" dirty="0"/>
                <a:t>Extended thinking mode</a:t>
              </a:r>
            </a:p>
            <a:p>
              <a:endParaRPr lang="en-US" sz="140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D3355E3-6D20-7726-7E33-4DC610782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5825" b="35825"/>
            <a:stretch>
              <a:fillRect/>
            </a:stretch>
          </p:blipFill>
          <p:spPr>
            <a:xfrm>
              <a:off x="8231155" y="2193816"/>
              <a:ext cx="1937312" cy="549218"/>
            </a:xfrm>
            <a:prstGeom prst="rect">
              <a:avLst/>
            </a:prstGeom>
          </p:spPr>
        </p:pic>
        <p:sp>
          <p:nvSpPr>
            <p:cNvPr id="18" name="Text 17">
              <a:extLst>
                <a:ext uri="{FF2B5EF4-FFF2-40B4-BE49-F238E27FC236}">
                  <a16:creationId xmlns:a16="http://schemas.microsoft.com/office/drawing/2014/main" id="{2EA3AF35-6E10-6D6E-F48D-A4970729ABA7}"/>
                </a:ext>
              </a:extLst>
            </p:cNvPr>
            <p:cNvSpPr/>
            <p:nvPr/>
          </p:nvSpPr>
          <p:spPr>
            <a:xfrm>
              <a:off x="8279921" y="2733815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Opus 4.7 / Sonnet 4.6</a:t>
              </a:r>
              <a:endParaRPr lang="en-US"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AB0302B-1A9B-8EF3-E22A-7441E77D4724}"/>
                </a:ext>
              </a:extLst>
            </p:cNvPr>
            <p:cNvSpPr txBox="1"/>
            <p:nvPr/>
          </p:nvSpPr>
          <p:spPr>
            <a:xfrm>
              <a:off x="8261523" y="1840827"/>
              <a:ext cx="8947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accent5"/>
                  </a:solidFill>
                  <a:latin typeface="DM Sans 14pt" pitchFamily="2" charset="77"/>
                </a:rPr>
                <a:t>Anthropic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DCEEA27-7186-40D6-7F0F-9EBAF7F071BF}"/>
              </a:ext>
            </a:extLst>
          </p:cNvPr>
          <p:cNvGrpSpPr/>
          <p:nvPr/>
        </p:nvGrpSpPr>
        <p:grpSpPr>
          <a:xfrm>
            <a:off x="948485" y="1490133"/>
            <a:ext cx="3286881" cy="3869267"/>
            <a:chOff x="948485" y="1490133"/>
            <a:chExt cx="3286881" cy="3869267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AB2F4ED-60E2-E514-05CE-F2EB418A41C8}"/>
                </a:ext>
              </a:extLst>
            </p:cNvPr>
            <p:cNvSpPr/>
            <p:nvPr/>
          </p:nvSpPr>
          <p:spPr>
            <a:xfrm>
              <a:off x="948485" y="1490133"/>
              <a:ext cx="3286881" cy="3869267"/>
            </a:xfrm>
            <a:prstGeom prst="roundRect">
              <a:avLst>
                <a:gd name="adj" fmla="val 4242"/>
              </a:avLst>
            </a:prstGeom>
            <a:gradFill>
              <a:gsLst>
                <a:gs pos="74000">
                  <a:schemeClr val="tx1"/>
                </a:gs>
                <a:gs pos="100000">
                  <a:schemeClr val="accent5">
                    <a:alpha val="25084"/>
                  </a:schemeClr>
                </a:gs>
              </a:gsLst>
              <a:lin ang="5400000" scaled="1"/>
            </a:gradFill>
            <a:ln w="3175">
              <a:solidFill>
                <a:schemeClr val="bg1">
                  <a:lumMod val="50000"/>
                  <a:alpha val="7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 Placeholder 2">
              <a:extLst>
                <a:ext uri="{FF2B5EF4-FFF2-40B4-BE49-F238E27FC236}">
                  <a16:creationId xmlns:a16="http://schemas.microsoft.com/office/drawing/2014/main" id="{80F4CC1E-B471-38EB-A303-8D2EAF83F9B5}"/>
                </a:ext>
              </a:extLst>
            </p:cNvPr>
            <p:cNvSpPr txBox="1">
              <a:spLocks/>
            </p:cNvSpPr>
            <p:nvPr/>
          </p:nvSpPr>
          <p:spPr>
            <a:xfrm>
              <a:off x="1289363" y="3404549"/>
              <a:ext cx="2449832" cy="16426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r>
                <a:rPr lang="en-US" sz="1400" dirty="0"/>
                <a:t>900M weekly users</a:t>
              </a:r>
            </a:p>
            <a:p>
              <a:endParaRPr lang="en-US" sz="1400" dirty="0"/>
            </a:p>
            <a:p>
              <a:r>
                <a:rPr lang="en-US" sz="1400" dirty="0"/>
                <a:t>Best all-rounder</a:t>
              </a:r>
            </a:p>
            <a:p>
              <a:endParaRPr lang="en-US" sz="1400" dirty="0"/>
            </a:p>
            <a:p>
              <a:r>
                <a:rPr lang="en-US" sz="1400" dirty="0"/>
                <a:t>Largest plugin ecosystem</a:t>
              </a:r>
            </a:p>
            <a:p>
              <a:endParaRPr lang="en-US" sz="1400" dirty="0"/>
            </a:p>
            <a:p>
              <a:r>
                <a:rPr lang="en-US" sz="1400" dirty="0"/>
                <a:t>Strong coding &amp; creativity</a:t>
              </a:r>
            </a:p>
            <a:p>
              <a:endParaRPr lang="en-US" sz="1400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9125401-FB3D-C68E-743B-D1416A899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9363" y="2251587"/>
              <a:ext cx="1615534" cy="463119"/>
            </a:xfrm>
            <a:prstGeom prst="rect">
              <a:avLst/>
            </a:prstGeom>
          </p:spPr>
        </p:pic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07D403EA-A23B-BAC3-7919-7465A4F48463}"/>
                </a:ext>
              </a:extLst>
            </p:cNvPr>
            <p:cNvSpPr/>
            <p:nvPr/>
          </p:nvSpPr>
          <p:spPr>
            <a:xfrm>
              <a:off x="1289363" y="2733815"/>
              <a:ext cx="22860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64748B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GPT-5.5</a:t>
              </a:r>
              <a:endPara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49AB218-2DFC-C3C5-E5AC-39D6698921F3}"/>
                </a:ext>
              </a:extLst>
            </p:cNvPr>
            <p:cNvSpPr txBox="1"/>
            <p:nvPr/>
          </p:nvSpPr>
          <p:spPr>
            <a:xfrm>
              <a:off x="1208789" y="1840827"/>
              <a:ext cx="7553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accent5"/>
                  </a:solidFill>
                  <a:latin typeface="DM Sans 14pt" pitchFamily="2" charset="77"/>
                </a:rPr>
                <a:t>Open AI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106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">
            <a:extLst>
              <a:ext uri="{FF2B5EF4-FFF2-40B4-BE49-F238E27FC236}">
                <a16:creationId xmlns:a16="http://schemas.microsoft.com/office/drawing/2014/main" id="{18463617-53EA-B715-B910-E7FEDD2FA87A}"/>
              </a:ext>
            </a:extLst>
          </p:cNvPr>
          <p:cNvSpPr/>
          <p:nvPr/>
        </p:nvSpPr>
        <p:spPr>
          <a:xfrm>
            <a:off x="457200" y="2024518"/>
            <a:ext cx="164592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67FDE13-5450-3251-4F20-B6D3CDB6F996}"/>
              </a:ext>
            </a:extLst>
          </p:cNvPr>
          <p:cNvSpPr/>
          <p:nvPr/>
        </p:nvSpPr>
        <p:spPr>
          <a:xfrm>
            <a:off x="530352" y="202451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8542385F-D3AD-E61C-0551-B6F1A9692E7D}"/>
              </a:ext>
            </a:extLst>
          </p:cNvPr>
          <p:cNvSpPr/>
          <p:nvPr/>
        </p:nvSpPr>
        <p:spPr>
          <a:xfrm>
            <a:off x="457200" y="2527438"/>
            <a:ext cx="164592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A5E2DE0-2820-8A39-3ECF-4835000F20EB}"/>
              </a:ext>
            </a:extLst>
          </p:cNvPr>
          <p:cNvSpPr/>
          <p:nvPr/>
        </p:nvSpPr>
        <p:spPr>
          <a:xfrm>
            <a:off x="530352" y="252743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Paid Plan</a:t>
            </a:r>
            <a:endParaRPr lang="en-US" sz="11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509A0D60-2247-77FC-DA9C-47E61D0966B5}"/>
              </a:ext>
            </a:extLst>
          </p:cNvPr>
          <p:cNvSpPr/>
          <p:nvPr/>
        </p:nvSpPr>
        <p:spPr>
          <a:xfrm>
            <a:off x="457200" y="3030358"/>
            <a:ext cx="164592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540DB1D5-0207-3ABE-0AC9-78C7C40778DF}"/>
              </a:ext>
            </a:extLst>
          </p:cNvPr>
          <p:cNvSpPr/>
          <p:nvPr/>
        </p:nvSpPr>
        <p:spPr>
          <a:xfrm>
            <a:off x="530352" y="303035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Pro/Max</a:t>
            </a:r>
            <a:endParaRPr lang="en-US" sz="11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A1E768F9-4C57-B1D3-19E9-F70B9A571753}"/>
              </a:ext>
            </a:extLst>
          </p:cNvPr>
          <p:cNvSpPr/>
          <p:nvPr/>
        </p:nvSpPr>
        <p:spPr>
          <a:xfrm>
            <a:off x="457200" y="3533278"/>
            <a:ext cx="164592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08A403B-E0F5-7B66-A0C6-0FCAC6068970}"/>
              </a:ext>
            </a:extLst>
          </p:cNvPr>
          <p:cNvSpPr/>
          <p:nvPr/>
        </p:nvSpPr>
        <p:spPr>
          <a:xfrm>
            <a:off x="530352" y="353327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API: Budget</a:t>
            </a:r>
            <a:endParaRPr lang="en-US" sz="11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3A39C956-C510-837E-7881-E2D39E2A6805}"/>
              </a:ext>
            </a:extLst>
          </p:cNvPr>
          <p:cNvSpPr/>
          <p:nvPr/>
        </p:nvSpPr>
        <p:spPr>
          <a:xfrm>
            <a:off x="457200" y="4036198"/>
            <a:ext cx="164592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5E6D5618-7935-8468-B74C-AB4B2F1BAD9C}"/>
              </a:ext>
            </a:extLst>
          </p:cNvPr>
          <p:cNvSpPr/>
          <p:nvPr/>
        </p:nvSpPr>
        <p:spPr>
          <a:xfrm>
            <a:off x="530352" y="403619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API: Frontier</a:t>
            </a:r>
            <a:endParaRPr lang="en-US" sz="1100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C4754D-F583-E472-4EF7-A058200EA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Pricing at a Glance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775A9D9-31D8-8CA4-5E17-AF9CAA1C56B4}"/>
              </a:ext>
            </a:extLst>
          </p:cNvPr>
          <p:cNvSpPr/>
          <p:nvPr/>
        </p:nvSpPr>
        <p:spPr>
          <a:xfrm>
            <a:off x="530352" y="1521598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DM Sans 14pt" pitchFamily="2" charset="77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0F6A87B-9729-E9DD-0DBE-BCA6249632F4}"/>
              </a:ext>
            </a:extLst>
          </p:cNvPr>
          <p:cNvSpPr/>
          <p:nvPr/>
        </p:nvSpPr>
        <p:spPr>
          <a:xfrm>
            <a:off x="2145455" y="1521598"/>
            <a:ext cx="228600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5F0D9E5-7507-43D7-9E2C-9CB979504458}"/>
              </a:ext>
            </a:extLst>
          </p:cNvPr>
          <p:cNvSpPr/>
          <p:nvPr/>
        </p:nvSpPr>
        <p:spPr>
          <a:xfrm>
            <a:off x="2218607" y="152159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910BE61-5A32-F193-F3BC-D71383072B55}"/>
              </a:ext>
            </a:extLst>
          </p:cNvPr>
          <p:cNvSpPr/>
          <p:nvPr/>
        </p:nvSpPr>
        <p:spPr>
          <a:xfrm>
            <a:off x="4473790" y="1521598"/>
            <a:ext cx="228600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E7D98DC-3A26-F26C-A67A-A79F0748759F}"/>
              </a:ext>
            </a:extLst>
          </p:cNvPr>
          <p:cNvSpPr/>
          <p:nvPr/>
        </p:nvSpPr>
        <p:spPr>
          <a:xfrm>
            <a:off x="4546942" y="152159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EFEBD89C-714B-C434-6B81-2656B9E43DB4}"/>
              </a:ext>
            </a:extLst>
          </p:cNvPr>
          <p:cNvSpPr/>
          <p:nvPr/>
        </p:nvSpPr>
        <p:spPr>
          <a:xfrm>
            <a:off x="6802125" y="1521598"/>
            <a:ext cx="201168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  <p:txBody>
          <a:bodyPr/>
          <a:lstStyle/>
          <a:p>
            <a:endParaRPr lang="en-US">
              <a:latin typeface="DM Sans 14pt" pitchFamily="2" charset="7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2059B6A-C336-589F-E674-63796836AF03}"/>
              </a:ext>
            </a:extLst>
          </p:cNvPr>
          <p:cNvSpPr/>
          <p:nvPr/>
        </p:nvSpPr>
        <p:spPr>
          <a:xfrm>
            <a:off x="6875277" y="152159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E1411EDF-5A6D-560C-DB74-79C1C34715DD}"/>
              </a:ext>
            </a:extLst>
          </p:cNvPr>
          <p:cNvSpPr/>
          <p:nvPr/>
        </p:nvSpPr>
        <p:spPr>
          <a:xfrm>
            <a:off x="2145455" y="202451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974A2D3F-C324-B0FD-1B1F-0CA779E9EB92}"/>
              </a:ext>
            </a:extLst>
          </p:cNvPr>
          <p:cNvSpPr/>
          <p:nvPr/>
        </p:nvSpPr>
        <p:spPr>
          <a:xfrm>
            <a:off x="2218607" y="202451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✓ GPT-4o (limited)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173BFE3-1201-B931-D80A-701DD7055D71}"/>
              </a:ext>
            </a:extLst>
          </p:cNvPr>
          <p:cNvSpPr/>
          <p:nvPr/>
        </p:nvSpPr>
        <p:spPr>
          <a:xfrm>
            <a:off x="4473790" y="202451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A11BD9F-596D-FB2C-495F-D7B4641B7DB3}"/>
              </a:ext>
            </a:extLst>
          </p:cNvPr>
          <p:cNvSpPr/>
          <p:nvPr/>
        </p:nvSpPr>
        <p:spPr>
          <a:xfrm>
            <a:off x="4546942" y="202451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✓ Gemini (generous)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33F76AF-497F-94C8-FB50-02CDB667CF7C}"/>
              </a:ext>
            </a:extLst>
          </p:cNvPr>
          <p:cNvSpPr/>
          <p:nvPr/>
        </p:nvSpPr>
        <p:spPr>
          <a:xfrm>
            <a:off x="6802125" y="2024518"/>
            <a:ext cx="201168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BC22673-B451-6456-2A0F-6D05C7948CEC}"/>
              </a:ext>
            </a:extLst>
          </p:cNvPr>
          <p:cNvSpPr/>
          <p:nvPr/>
        </p:nvSpPr>
        <p:spPr>
          <a:xfrm>
            <a:off x="6875277" y="202451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✓ Sonnet 4.6 (limited)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95238C29-99F1-6587-1A96-2B37AF04C455}"/>
              </a:ext>
            </a:extLst>
          </p:cNvPr>
          <p:cNvSpPr/>
          <p:nvPr/>
        </p:nvSpPr>
        <p:spPr>
          <a:xfrm>
            <a:off x="2145455" y="2527438"/>
            <a:ext cx="228600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D24999D-0728-3A9E-FF65-BE87ED99C389}"/>
              </a:ext>
            </a:extLst>
          </p:cNvPr>
          <p:cNvSpPr/>
          <p:nvPr/>
        </p:nvSpPr>
        <p:spPr>
          <a:xfrm>
            <a:off x="2218607" y="25274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$20/mo (Plus)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9D587D46-166B-7576-E2BC-4D385F1E38DF}"/>
              </a:ext>
            </a:extLst>
          </p:cNvPr>
          <p:cNvSpPr/>
          <p:nvPr/>
        </p:nvSpPr>
        <p:spPr>
          <a:xfrm>
            <a:off x="4473790" y="2527438"/>
            <a:ext cx="228600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272D70F-2D2D-1DF0-78BB-EA9A773F9FF5}"/>
              </a:ext>
            </a:extLst>
          </p:cNvPr>
          <p:cNvSpPr/>
          <p:nvPr/>
        </p:nvSpPr>
        <p:spPr>
          <a:xfrm>
            <a:off x="4546942" y="252743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$19.99/mo (Advanced)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E1ADD401-E2F3-BEF0-1BB9-1ECFD9980B26}"/>
              </a:ext>
            </a:extLst>
          </p:cNvPr>
          <p:cNvSpPr/>
          <p:nvPr/>
        </p:nvSpPr>
        <p:spPr>
          <a:xfrm>
            <a:off x="6802125" y="2527438"/>
            <a:ext cx="201168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E406B3D-9061-9281-1181-F4D95E8D5EA0}"/>
              </a:ext>
            </a:extLst>
          </p:cNvPr>
          <p:cNvSpPr/>
          <p:nvPr/>
        </p:nvSpPr>
        <p:spPr>
          <a:xfrm>
            <a:off x="6875277" y="252743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$20/mo (Pro)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37FB149E-F2B8-4342-D296-5C7D37F04A76}"/>
              </a:ext>
            </a:extLst>
          </p:cNvPr>
          <p:cNvSpPr/>
          <p:nvPr/>
        </p:nvSpPr>
        <p:spPr>
          <a:xfrm>
            <a:off x="2145455" y="303035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A8513AB5-CEB9-45F1-59E4-75ED9977F22B}"/>
              </a:ext>
            </a:extLst>
          </p:cNvPr>
          <p:cNvSpPr/>
          <p:nvPr/>
        </p:nvSpPr>
        <p:spPr>
          <a:xfrm>
            <a:off x="2218607" y="303035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$200/mo (Pro)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2BAC36C9-C299-7725-1505-56E7315BDD3B}"/>
              </a:ext>
            </a:extLst>
          </p:cNvPr>
          <p:cNvSpPr/>
          <p:nvPr/>
        </p:nvSpPr>
        <p:spPr>
          <a:xfrm>
            <a:off x="4473790" y="303035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13FE0508-A712-C7A9-D2D5-4E149528981F}"/>
              </a:ext>
            </a:extLst>
          </p:cNvPr>
          <p:cNvSpPr/>
          <p:nvPr/>
        </p:nvSpPr>
        <p:spPr>
          <a:xfrm>
            <a:off x="4546942" y="303035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C85F5FB3-48E8-ABF6-123F-78C493E65193}"/>
              </a:ext>
            </a:extLst>
          </p:cNvPr>
          <p:cNvSpPr/>
          <p:nvPr/>
        </p:nvSpPr>
        <p:spPr>
          <a:xfrm>
            <a:off x="6802125" y="3030358"/>
            <a:ext cx="201168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A84113B6-00C9-AE69-DFED-CDD6FBDDB50E}"/>
              </a:ext>
            </a:extLst>
          </p:cNvPr>
          <p:cNvSpPr/>
          <p:nvPr/>
        </p:nvSpPr>
        <p:spPr>
          <a:xfrm>
            <a:off x="6875277" y="303035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$100/mo (Max)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55E1EC-E318-79CC-242D-4F77EC06421D}"/>
              </a:ext>
            </a:extLst>
          </p:cNvPr>
          <p:cNvSpPr/>
          <p:nvPr/>
        </p:nvSpPr>
        <p:spPr>
          <a:xfrm>
            <a:off x="457200" y="2024518"/>
            <a:ext cx="1645920" cy="2514600"/>
          </a:xfrm>
          <a:prstGeom prst="rect">
            <a:avLst/>
          </a:prstGeom>
          <a:solidFill>
            <a:schemeClr val="accent2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E8DE388C-72E2-3CCC-3906-8F0A4056C796}"/>
              </a:ext>
            </a:extLst>
          </p:cNvPr>
          <p:cNvSpPr/>
          <p:nvPr/>
        </p:nvSpPr>
        <p:spPr>
          <a:xfrm>
            <a:off x="2145455" y="3533278"/>
            <a:ext cx="228600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97D11D68-F2B9-C39C-F4BD-D990C6532341}"/>
              </a:ext>
            </a:extLst>
          </p:cNvPr>
          <p:cNvSpPr/>
          <p:nvPr/>
        </p:nvSpPr>
        <p:spPr>
          <a:xfrm>
            <a:off x="2218607" y="353327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$0.15/M (GPT-4o mini)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1" name="Shape 37">
            <a:extLst>
              <a:ext uri="{FF2B5EF4-FFF2-40B4-BE49-F238E27FC236}">
                <a16:creationId xmlns:a16="http://schemas.microsoft.com/office/drawing/2014/main" id="{C00D52B6-1172-CB41-8E13-84B54220DA80}"/>
              </a:ext>
            </a:extLst>
          </p:cNvPr>
          <p:cNvSpPr/>
          <p:nvPr/>
        </p:nvSpPr>
        <p:spPr>
          <a:xfrm>
            <a:off x="4473790" y="3533278"/>
            <a:ext cx="228600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348BC75B-4E8F-CBFD-9326-C3D7302C59F0}"/>
              </a:ext>
            </a:extLst>
          </p:cNvPr>
          <p:cNvSpPr/>
          <p:nvPr/>
        </p:nvSpPr>
        <p:spPr>
          <a:xfrm>
            <a:off x="4546942" y="353327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$0.075/M (Flash)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17D4D70B-BDE2-54DA-F028-667BBE24D33E}"/>
              </a:ext>
            </a:extLst>
          </p:cNvPr>
          <p:cNvSpPr/>
          <p:nvPr/>
        </p:nvSpPr>
        <p:spPr>
          <a:xfrm>
            <a:off x="6802125" y="3533278"/>
            <a:ext cx="2011680" cy="502920"/>
          </a:xfrm>
          <a:prstGeom prst="rect">
            <a:avLst/>
          </a:prstGeom>
          <a:solidFill>
            <a:schemeClr val="tx2">
              <a:alpha val="1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600F5C10-44B3-64AE-5FC3-1FE41760401F}"/>
              </a:ext>
            </a:extLst>
          </p:cNvPr>
          <p:cNvSpPr/>
          <p:nvPr/>
        </p:nvSpPr>
        <p:spPr>
          <a:xfrm>
            <a:off x="6875277" y="353327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$3/M (Sonnet)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7" name="Shape 43">
            <a:extLst>
              <a:ext uri="{FF2B5EF4-FFF2-40B4-BE49-F238E27FC236}">
                <a16:creationId xmlns:a16="http://schemas.microsoft.com/office/drawing/2014/main" id="{7CA50294-5C0D-5684-C0ED-9CF9F729572C}"/>
              </a:ext>
            </a:extLst>
          </p:cNvPr>
          <p:cNvSpPr/>
          <p:nvPr/>
        </p:nvSpPr>
        <p:spPr>
          <a:xfrm>
            <a:off x="2145455" y="403619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1CCDF28D-B47F-5C31-C6A1-4AA469CE1934}"/>
              </a:ext>
            </a:extLst>
          </p:cNvPr>
          <p:cNvSpPr/>
          <p:nvPr/>
        </p:nvSpPr>
        <p:spPr>
          <a:xfrm>
            <a:off x="2218607" y="403619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$10/M (o3)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11279101-AE0A-8E65-AB38-6AF41982900E}"/>
              </a:ext>
            </a:extLst>
          </p:cNvPr>
          <p:cNvSpPr/>
          <p:nvPr/>
        </p:nvSpPr>
        <p:spPr>
          <a:xfrm>
            <a:off x="4473790" y="4036198"/>
            <a:ext cx="228600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0C5359C2-211B-C43B-A815-CE836623B447}"/>
              </a:ext>
            </a:extLst>
          </p:cNvPr>
          <p:cNvSpPr/>
          <p:nvPr/>
        </p:nvSpPr>
        <p:spPr>
          <a:xfrm>
            <a:off x="4546942" y="403619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$1.25/M (2.5 Pro)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51" name="Shape 47">
            <a:extLst>
              <a:ext uri="{FF2B5EF4-FFF2-40B4-BE49-F238E27FC236}">
                <a16:creationId xmlns:a16="http://schemas.microsoft.com/office/drawing/2014/main" id="{C8619DB0-111E-CCEE-FFD2-E103B2759E33}"/>
              </a:ext>
            </a:extLst>
          </p:cNvPr>
          <p:cNvSpPr/>
          <p:nvPr/>
        </p:nvSpPr>
        <p:spPr>
          <a:xfrm>
            <a:off x="6802125" y="4036198"/>
            <a:ext cx="2011680" cy="50292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F0A3A0FA-9860-B5F6-15B8-51939EF901F6}"/>
              </a:ext>
            </a:extLst>
          </p:cNvPr>
          <p:cNvSpPr/>
          <p:nvPr/>
        </p:nvSpPr>
        <p:spPr>
          <a:xfrm>
            <a:off x="6875277" y="4036198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DM Sans 14pt" pitchFamily="2" charset="77"/>
                <a:ea typeface="Calibri" pitchFamily="34" charset="-122"/>
                <a:cs typeface="Calibri" pitchFamily="34" charset="-120"/>
              </a:rPr>
              <a:t>$15/M (Opus)</a:t>
            </a:r>
            <a:endParaRPr lang="en-US" sz="11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28A9A52-45BC-D14C-6B81-8C8B7494CE93}"/>
              </a:ext>
            </a:extLst>
          </p:cNvPr>
          <p:cNvSpPr txBox="1">
            <a:spLocks/>
          </p:cNvSpPr>
          <p:nvPr/>
        </p:nvSpPr>
        <p:spPr>
          <a:xfrm>
            <a:off x="438867" y="5296175"/>
            <a:ext cx="6072000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dirty="0"/>
              <a:t>All three have surprisingly capable free tiers — start there!</a:t>
            </a:r>
          </a:p>
        </p:txBody>
      </p:sp>
    </p:spTree>
    <p:extLst>
      <p:ext uri="{BB962C8B-B14F-4D97-AF65-F5344CB8AC3E}">
        <p14:creationId xmlns:p14="http://schemas.microsoft.com/office/powerpoint/2010/main" val="872606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139F5-1ED8-A66A-E067-4ECFAD0DB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1284454"/>
            <a:ext cx="3015532" cy="3654847"/>
          </a:xfrm>
        </p:spPr>
        <p:txBody>
          <a:bodyPr/>
          <a:lstStyle/>
          <a:p>
            <a:pPr>
              <a:lnSpc>
                <a:spcPts val="9500"/>
              </a:lnSpc>
            </a:pPr>
            <a:r>
              <a:rPr lang="en-US" sz="9600" dirty="0"/>
              <a:t>Get an API Key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3FCE16-4E4B-6600-2C50-E01835125A70}"/>
              </a:ext>
            </a:extLst>
          </p:cNvPr>
          <p:cNvGrpSpPr/>
          <p:nvPr/>
        </p:nvGrpSpPr>
        <p:grpSpPr>
          <a:xfrm>
            <a:off x="4722600" y="813071"/>
            <a:ext cx="6275600" cy="1071184"/>
            <a:chOff x="4722600" y="813071"/>
            <a:chExt cx="6275600" cy="1071184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3D8CD281-52B0-185A-C6C0-FD074076922B}"/>
                </a:ext>
              </a:extLst>
            </p:cNvPr>
            <p:cNvSpPr/>
            <p:nvPr/>
          </p:nvSpPr>
          <p:spPr>
            <a:xfrm>
              <a:off x="4722600" y="813071"/>
              <a:ext cx="6275600" cy="10711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62E2906B-E7C4-710E-60A3-0309562492E9}"/>
                </a:ext>
              </a:extLst>
            </p:cNvPr>
            <p:cNvSpPr txBox="1">
              <a:spLocks/>
            </p:cNvSpPr>
            <p:nvPr/>
          </p:nvSpPr>
          <p:spPr>
            <a:xfrm>
              <a:off x="5074625" y="961250"/>
              <a:ext cx="4781491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Create an Account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Sign up at the provider's developer portal</a:t>
              </a:r>
            </a:p>
            <a:p>
              <a:pPr marL="0"/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platform.openai.com</a:t>
              </a:r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 | </a:t>
              </a:r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aistudio.google.com</a:t>
              </a:r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 | </a:t>
              </a:r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console.anthropic.com</a:t>
              </a:r>
              <a:endPara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F58E809-E293-15A4-3030-1D15690F3C75}"/>
              </a:ext>
            </a:extLst>
          </p:cNvPr>
          <p:cNvGrpSpPr/>
          <p:nvPr/>
        </p:nvGrpSpPr>
        <p:grpSpPr>
          <a:xfrm>
            <a:off x="4722600" y="2188481"/>
            <a:ext cx="6275600" cy="1071184"/>
            <a:chOff x="4722600" y="2188481"/>
            <a:chExt cx="6275600" cy="1071184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132B919-8A75-ABEC-234D-8B2318CF4F0B}"/>
                </a:ext>
              </a:extLst>
            </p:cNvPr>
            <p:cNvSpPr/>
            <p:nvPr/>
          </p:nvSpPr>
          <p:spPr>
            <a:xfrm>
              <a:off x="4722600" y="2188481"/>
              <a:ext cx="6275600" cy="10711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F9CCAE13-090C-91F8-B357-C9D40438EEBF}"/>
                </a:ext>
              </a:extLst>
            </p:cNvPr>
            <p:cNvSpPr txBox="1">
              <a:spLocks/>
            </p:cNvSpPr>
            <p:nvPr/>
          </p:nvSpPr>
          <p:spPr>
            <a:xfrm>
              <a:off x="5074625" y="2336660"/>
              <a:ext cx="4781491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Generate Your Key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Navigate to API Keys section  |  Click 'Create new secret key'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Copy it immediately (shown only once!)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E87EEC-CC23-EEAB-D2E2-BD6DAAD20455}"/>
              </a:ext>
            </a:extLst>
          </p:cNvPr>
          <p:cNvGrpSpPr/>
          <p:nvPr/>
        </p:nvGrpSpPr>
        <p:grpSpPr>
          <a:xfrm>
            <a:off x="4722600" y="3563891"/>
            <a:ext cx="6275600" cy="1071184"/>
            <a:chOff x="4722600" y="3563891"/>
            <a:chExt cx="6275600" cy="107118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B972CFB-6E49-0A6B-2AF6-61FF4ECE3893}"/>
                </a:ext>
              </a:extLst>
            </p:cNvPr>
            <p:cNvSpPr/>
            <p:nvPr/>
          </p:nvSpPr>
          <p:spPr>
            <a:xfrm>
              <a:off x="4722600" y="3563891"/>
              <a:ext cx="6275600" cy="10711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6C41A0E7-6C20-D900-3A87-BEB6B552B699}"/>
                </a:ext>
              </a:extLst>
            </p:cNvPr>
            <p:cNvSpPr txBox="1">
              <a:spLocks/>
            </p:cNvSpPr>
            <p:nvPr/>
          </p:nvSpPr>
          <p:spPr>
            <a:xfrm>
              <a:off x="5074625" y="3712070"/>
              <a:ext cx="4848308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Store It Safely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Never hardcode keys in your source code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Use environment variables or a .env file  |  Add .env to your .</a:t>
              </a:r>
              <a:r>
                <a:rPr lang="en-US" sz="1200" dirty="0" err="1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gitignore</a:t>
              </a:r>
              <a:endParaRPr lang="en-US" sz="1200" dirty="0">
                <a:latin typeface="DM Sans 14pt" pitchFamily="2" charset="77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651BE2-A830-1F67-DDD4-9372B615E731}"/>
              </a:ext>
            </a:extLst>
          </p:cNvPr>
          <p:cNvGrpSpPr/>
          <p:nvPr/>
        </p:nvGrpSpPr>
        <p:grpSpPr>
          <a:xfrm>
            <a:off x="4722600" y="4939301"/>
            <a:ext cx="6275600" cy="1071184"/>
            <a:chOff x="4722600" y="4939301"/>
            <a:chExt cx="6275600" cy="107118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21E9F8A-51F7-F121-FA2B-38266FA7C926}"/>
                </a:ext>
              </a:extLst>
            </p:cNvPr>
            <p:cNvSpPr/>
            <p:nvPr/>
          </p:nvSpPr>
          <p:spPr>
            <a:xfrm>
              <a:off x="4722600" y="4939301"/>
              <a:ext cx="6275600" cy="10711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19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1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2" name="Text Placeholder 2">
              <a:extLst>
                <a:ext uri="{FF2B5EF4-FFF2-40B4-BE49-F238E27FC236}">
                  <a16:creationId xmlns:a16="http://schemas.microsoft.com/office/drawing/2014/main" id="{8426FCBF-F461-E178-760E-A9ED6D659EF7}"/>
                </a:ext>
              </a:extLst>
            </p:cNvPr>
            <p:cNvSpPr txBox="1">
              <a:spLocks/>
            </p:cNvSpPr>
            <p:nvPr/>
          </p:nvSpPr>
          <p:spPr>
            <a:xfrm>
              <a:off x="5074624" y="5087480"/>
              <a:ext cx="5669575" cy="9230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b="1" dirty="0">
                  <a:latin typeface="DM Sans 14pt" pitchFamily="2" charset="77"/>
                </a:rPr>
                <a:t>Set a Budget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All providers let you set spending limits</a:t>
              </a:r>
            </a:p>
            <a:p>
              <a:pPr marL="0"/>
              <a:r>
                <a:rPr lang="en-US" sz="1200" dirty="0"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Start with $5-10/month to experiment  |  Monitor usage through the dashboard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7E903E-96D5-A6CD-C627-9895072FA350}"/>
              </a:ext>
            </a:extLst>
          </p:cNvPr>
          <p:cNvCxnSpPr/>
          <p:nvPr/>
        </p:nvCxnSpPr>
        <p:spPr>
          <a:xfrm>
            <a:off x="7997854" y="1898560"/>
            <a:ext cx="0" cy="2899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B5EACF-A578-651E-1966-6A2BFA10C271}"/>
              </a:ext>
            </a:extLst>
          </p:cNvPr>
          <p:cNvCxnSpPr/>
          <p:nvPr/>
        </p:nvCxnSpPr>
        <p:spPr>
          <a:xfrm>
            <a:off x="7997854" y="3278626"/>
            <a:ext cx="0" cy="2899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CEA338-0743-F1E0-F78B-805DF2D7EA06}"/>
              </a:ext>
            </a:extLst>
          </p:cNvPr>
          <p:cNvCxnSpPr/>
          <p:nvPr/>
        </p:nvCxnSpPr>
        <p:spPr>
          <a:xfrm>
            <a:off x="7997854" y="4650226"/>
            <a:ext cx="0" cy="28992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3FAE5685-B69D-0B45-F80E-B9DA3692C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867" y="442293"/>
            <a:ext cx="605355" cy="60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6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7607954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17475" indent="34925"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Incorporate AI Into Your Scripts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From Chat to Code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2"/>
              </a:solidFill>
            </a:endParaRP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326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61FA1D-0F84-67D4-026A-EF982ED73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00" y="457201"/>
            <a:ext cx="4571600" cy="2436564"/>
          </a:xfrm>
        </p:spPr>
        <p:txBody>
          <a:bodyPr/>
          <a:lstStyle/>
          <a:p>
            <a:pPr>
              <a:lnSpc>
                <a:spcPts val="9500"/>
              </a:lnSpc>
            </a:pPr>
            <a:r>
              <a:rPr lang="en-US" sz="8800" dirty="0"/>
              <a:t>The Key Insight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402445-564A-D904-EEED-EC8771B2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900" y="3044011"/>
            <a:ext cx="3938400" cy="1840449"/>
          </a:xfrm>
        </p:spPr>
        <p:txBody>
          <a:bodyPr/>
          <a:lstStyle/>
          <a:p>
            <a:r>
              <a:rPr lang="en-US" sz="2000" b="1" dirty="0">
                <a:solidFill>
                  <a:schemeClr val="accent2"/>
                </a:solidFill>
                <a:latin typeface="DM Sans 14pt" pitchFamily="2" charset="77"/>
              </a:rPr>
              <a:t>Every AI provider speaks HTTP.</a:t>
            </a:r>
          </a:p>
          <a:p>
            <a:pPr>
              <a:spcBef>
                <a:spcPts val="1200"/>
              </a:spcBef>
            </a:pPr>
            <a:r>
              <a:rPr lang="en-US" sz="1800" dirty="0">
                <a:latin typeface="DM Sans 14pt" pitchFamily="2" charset="77"/>
              </a:rPr>
              <a:t>If you can make a POST request, you can use AI.</a:t>
            </a:r>
          </a:p>
          <a:p>
            <a:endParaRPr lang="en-US" sz="1800" dirty="0"/>
          </a:p>
          <a:p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1AB6AC-94C9-8DDC-C62D-25F518244199}"/>
              </a:ext>
            </a:extLst>
          </p:cNvPr>
          <p:cNvGrpSpPr/>
          <p:nvPr/>
        </p:nvGrpSpPr>
        <p:grpSpPr>
          <a:xfrm>
            <a:off x="6540000" y="717105"/>
            <a:ext cx="3938400" cy="2212361"/>
            <a:chOff x="6540000" y="717105"/>
            <a:chExt cx="3938400" cy="221236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1DD99DD-E208-9494-FF02-CE7E7C00FBEE}"/>
                </a:ext>
              </a:extLst>
            </p:cNvPr>
            <p:cNvSpPr/>
            <p:nvPr/>
          </p:nvSpPr>
          <p:spPr>
            <a:xfrm>
              <a:off x="6540000" y="717105"/>
              <a:ext cx="3938400" cy="2212361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9EE73C-8A6A-A594-E1C8-8C1ED1110558}"/>
                </a:ext>
              </a:extLst>
            </p:cNvPr>
            <p:cNvSpPr txBox="1"/>
            <p:nvPr/>
          </p:nvSpPr>
          <p:spPr>
            <a:xfrm>
              <a:off x="6795525" y="1481082"/>
              <a:ext cx="3259542" cy="1228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curl http://localhost:11434/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api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/chat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-d '{"model": "llama3.1",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"messages": [{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"role": "user",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"content": "Hello!"}]}'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94C1C65-3401-70FC-4C01-FFA320A6BA8A}"/>
                </a:ext>
              </a:extLst>
            </p:cNvPr>
            <p:cNvGrpSpPr/>
            <p:nvPr/>
          </p:nvGrpSpPr>
          <p:grpSpPr>
            <a:xfrm>
              <a:off x="8980567" y="848101"/>
              <a:ext cx="1277700" cy="386372"/>
              <a:chOff x="4529666" y="2480734"/>
              <a:chExt cx="4665134" cy="141072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D8028C3-47D7-BCD4-E5CA-472AA75B8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29666" y="2480734"/>
                <a:ext cx="1346200" cy="13462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C0280A15-C640-DDD2-2500-BE9A243CA1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2066" y="2996907"/>
                <a:ext cx="3242734" cy="894547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D779F1-360C-1102-0865-7A17F3F5E4A4}"/>
                </a:ext>
              </a:extLst>
            </p:cNvPr>
            <p:cNvSpPr txBox="1"/>
            <p:nvPr/>
          </p:nvSpPr>
          <p:spPr>
            <a:xfrm>
              <a:off x="6760442" y="957473"/>
              <a:ext cx="5806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14pt SemiBold" pitchFamily="2" charset="77"/>
                </a:rPr>
                <a:t>Local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32049BD-0EF7-6A61-D228-3D81F537B6F4}"/>
              </a:ext>
            </a:extLst>
          </p:cNvPr>
          <p:cNvGrpSpPr/>
          <p:nvPr/>
        </p:nvGrpSpPr>
        <p:grpSpPr>
          <a:xfrm>
            <a:off x="6540000" y="3201833"/>
            <a:ext cx="3938400" cy="2483716"/>
            <a:chOff x="6540000" y="3201833"/>
            <a:chExt cx="3938400" cy="2483716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C6E790E-4ADD-1084-13B6-0BD56377E4C3}"/>
                </a:ext>
              </a:extLst>
            </p:cNvPr>
            <p:cNvSpPr/>
            <p:nvPr/>
          </p:nvSpPr>
          <p:spPr>
            <a:xfrm>
              <a:off x="6540000" y="3201833"/>
              <a:ext cx="3938400" cy="248371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rgbClr val="000000"/>
                </a:gs>
                <a:gs pos="100000">
                  <a:srgbClr val="1E1E1E"/>
                </a:gs>
              </a:gsLst>
              <a:lin ang="2700000" scaled="1"/>
            </a:gradFill>
            <a:ln w="3175">
              <a:solidFill>
                <a:schemeClr val="bg1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54FEB7-4830-422D-8653-197EED5FD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08593" y="3375459"/>
              <a:ext cx="1349674" cy="38690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D3E38E2-9885-6BC7-700E-78A466743E6D}"/>
                </a:ext>
              </a:extLst>
            </p:cNvPr>
            <p:cNvSpPr txBox="1"/>
            <p:nvPr/>
          </p:nvSpPr>
          <p:spPr>
            <a:xfrm>
              <a:off x="6795525" y="3965810"/>
              <a:ext cx="3259542" cy="14591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curl https://</a:t>
              </a:r>
              <a:r>
                <a:rPr lang="en-US" sz="1200" dirty="0" err="1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api.openai.com</a:t>
              </a: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/v1/chat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-H "Authorization: Bearer $KEY"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-d '{"model": "gpt-4o",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"messages": [{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"role": "user",</a:t>
              </a:r>
            </a:p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chemeClr val="accent5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  "content": "Hello!"}]}'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50232D-EB1B-BA51-7E5F-D810EA0544B4}"/>
                </a:ext>
              </a:extLst>
            </p:cNvPr>
            <p:cNvSpPr txBox="1"/>
            <p:nvPr/>
          </p:nvSpPr>
          <p:spPr>
            <a:xfrm>
              <a:off x="6740405" y="3442201"/>
              <a:ext cx="6206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  <a:latin typeface="DM Sans 14pt SemiBold" pitchFamily="2" charset="77"/>
                </a:rPr>
                <a:t>Cloud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4002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EA82-6FE2-6C37-B2DE-0EAB6265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Integration Patterns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959756-2344-4075-C120-6F2BAED6A51A}"/>
              </a:ext>
            </a:extLst>
          </p:cNvPr>
          <p:cNvGrpSpPr/>
          <p:nvPr/>
        </p:nvGrpSpPr>
        <p:grpSpPr>
          <a:xfrm>
            <a:off x="597313" y="1506094"/>
            <a:ext cx="3695286" cy="483572"/>
            <a:chOff x="597313" y="1506094"/>
            <a:chExt cx="3695286" cy="483572"/>
          </a:xfrm>
        </p:grpSpPr>
        <p:sp>
          <p:nvSpPr>
            <p:cNvPr id="5" name="Text Placeholder 5">
              <a:extLst>
                <a:ext uri="{FF2B5EF4-FFF2-40B4-BE49-F238E27FC236}">
                  <a16:creationId xmlns:a16="http://schemas.microsoft.com/office/drawing/2014/main" id="{D486E573-268A-86B7-4176-B3FFEB1E4AD9}"/>
                </a:ext>
              </a:extLst>
            </p:cNvPr>
            <p:cNvSpPr txBox="1">
              <a:spLocks/>
            </p:cNvSpPr>
            <p:nvPr/>
          </p:nvSpPr>
          <p:spPr>
            <a:xfrm>
              <a:off x="1262234" y="1600063"/>
              <a:ext cx="3030365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Shell Scripts</a:t>
              </a:r>
            </a:p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Pipe output through AI for summarization, parsing, or data extraction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58AE54D-01DD-A5B2-B4B8-427B2E086A96}"/>
                </a:ext>
              </a:extLst>
            </p:cNvPr>
            <p:cNvSpPr/>
            <p:nvPr/>
          </p:nvSpPr>
          <p:spPr>
            <a:xfrm>
              <a:off x="597313" y="15060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557A96C6-FE7E-B940-E0FB-05EEE33CE7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1250" y="1610031"/>
              <a:ext cx="220561" cy="220561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3375732-4CC1-B917-93C0-A240594C9930}"/>
              </a:ext>
            </a:extLst>
          </p:cNvPr>
          <p:cNvGrpSpPr/>
          <p:nvPr/>
        </p:nvGrpSpPr>
        <p:grpSpPr>
          <a:xfrm>
            <a:off x="597313" y="2945428"/>
            <a:ext cx="3695286" cy="483572"/>
            <a:chOff x="597313" y="2945428"/>
            <a:chExt cx="3695286" cy="483572"/>
          </a:xfrm>
        </p:grpSpPr>
        <p:sp>
          <p:nvSpPr>
            <p:cNvPr id="7" name="Text Placeholder 5">
              <a:extLst>
                <a:ext uri="{FF2B5EF4-FFF2-40B4-BE49-F238E27FC236}">
                  <a16:creationId xmlns:a16="http://schemas.microsoft.com/office/drawing/2014/main" id="{8F9CDC52-EB5C-17AD-DA2B-300F7F98427C}"/>
                </a:ext>
              </a:extLst>
            </p:cNvPr>
            <p:cNvSpPr txBox="1">
              <a:spLocks/>
            </p:cNvSpPr>
            <p:nvPr/>
          </p:nvSpPr>
          <p:spPr>
            <a:xfrm>
              <a:off x="1262234" y="3039397"/>
              <a:ext cx="3030365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Python / JS SDKs</a:t>
              </a:r>
            </a:p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Official libraries handle auth, retries, and streaming for you automatically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1E9FA78-4283-AE09-926C-509D8EDDBEF5}"/>
                </a:ext>
              </a:extLst>
            </p:cNvPr>
            <p:cNvSpPr/>
            <p:nvPr/>
          </p:nvSpPr>
          <p:spPr>
            <a:xfrm>
              <a:off x="597313" y="2945428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59DEE18A-C3C0-000D-3C4E-444D73CA2D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7230" y="3047864"/>
              <a:ext cx="228600" cy="2286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0368CF2-5BCC-4263-0AE1-7ACF52935078}"/>
              </a:ext>
            </a:extLst>
          </p:cNvPr>
          <p:cNvGrpSpPr/>
          <p:nvPr/>
        </p:nvGrpSpPr>
        <p:grpSpPr>
          <a:xfrm>
            <a:off x="5516446" y="1506094"/>
            <a:ext cx="3695286" cy="483572"/>
            <a:chOff x="5516446" y="1506094"/>
            <a:chExt cx="3695286" cy="483572"/>
          </a:xfrm>
        </p:grpSpPr>
        <p:sp>
          <p:nvSpPr>
            <p:cNvPr id="13" name="Text Placeholder 5">
              <a:extLst>
                <a:ext uri="{FF2B5EF4-FFF2-40B4-BE49-F238E27FC236}">
                  <a16:creationId xmlns:a16="http://schemas.microsoft.com/office/drawing/2014/main" id="{DBF02439-AF8D-17A8-01F4-0B9CF004889A}"/>
                </a:ext>
              </a:extLst>
            </p:cNvPr>
            <p:cNvSpPr txBox="1">
              <a:spLocks/>
            </p:cNvSpPr>
            <p:nvPr/>
          </p:nvSpPr>
          <p:spPr>
            <a:xfrm>
              <a:off x="6181367" y="1600063"/>
              <a:ext cx="3030365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REST APIs</a:t>
              </a:r>
            </a:p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Any language with HTTP can call AI — Go, Rust, C#, Java, Ruby...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F473460-FF20-E8C6-338E-BE8C4E0F8586}"/>
                </a:ext>
              </a:extLst>
            </p:cNvPr>
            <p:cNvSpPr/>
            <p:nvPr/>
          </p:nvSpPr>
          <p:spPr>
            <a:xfrm>
              <a:off x="5516446" y="1506094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30338305-6701-3FA0-91D3-0D254E22FB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16364" y="1610031"/>
              <a:ext cx="228600" cy="2286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4D14E0-D6C2-E0E1-373E-85504936DA25}"/>
              </a:ext>
            </a:extLst>
          </p:cNvPr>
          <p:cNvGrpSpPr/>
          <p:nvPr/>
        </p:nvGrpSpPr>
        <p:grpSpPr>
          <a:xfrm>
            <a:off x="5516446" y="2945428"/>
            <a:ext cx="3695286" cy="483572"/>
            <a:chOff x="5516446" y="2945428"/>
            <a:chExt cx="3695286" cy="483572"/>
          </a:xfrm>
        </p:grpSpPr>
        <p:sp>
          <p:nvSpPr>
            <p:cNvPr id="15" name="Text Placeholder 5">
              <a:extLst>
                <a:ext uri="{FF2B5EF4-FFF2-40B4-BE49-F238E27FC236}">
                  <a16:creationId xmlns:a16="http://schemas.microsoft.com/office/drawing/2014/main" id="{1C264528-1A52-305C-9689-579D41778A96}"/>
                </a:ext>
              </a:extLst>
            </p:cNvPr>
            <p:cNvSpPr txBox="1">
              <a:spLocks/>
            </p:cNvSpPr>
            <p:nvPr/>
          </p:nvSpPr>
          <p:spPr>
            <a:xfrm>
              <a:off x="6181367" y="3039397"/>
              <a:ext cx="3030365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b="1" dirty="0">
                  <a:solidFill>
                    <a:schemeClr val="accent2"/>
                  </a:solidFill>
                  <a:latin typeface="DM Sans 14pt" pitchFamily="2" charset="77"/>
                </a:rPr>
                <a:t>No-Code Tools</a:t>
              </a:r>
            </a:p>
            <a:p>
              <a:pPr marL="7938" indent="0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Zapier, Make, Power Automate all have AI integrations built right in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5D35EC3-AD80-6F62-C397-31A0220D2E3F}"/>
                </a:ext>
              </a:extLst>
            </p:cNvPr>
            <p:cNvSpPr/>
            <p:nvPr/>
          </p:nvSpPr>
          <p:spPr>
            <a:xfrm>
              <a:off x="5516446" y="2945428"/>
              <a:ext cx="428436" cy="428436"/>
            </a:xfrm>
            <a:prstGeom prst="round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75000"/>
                  </a:schemeClr>
                </a:gs>
                <a:gs pos="50000">
                  <a:schemeClr val="tx1"/>
                </a:gs>
              </a:gsLst>
              <a:lin ang="13500000" scaled="1"/>
              <a:tileRect/>
            </a:gradFill>
            <a:ln w="63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84741FC5-C149-87E7-DF14-EDBB22C2B2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16364" y="3056331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6014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7607954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17475" indent="34925"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rag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Retrieval-Augmented Generation</a:t>
            </a:r>
          </a:p>
          <a:p>
            <a:pPr>
              <a:spcAft>
                <a:spcPts val="1200"/>
              </a:spcAft>
            </a:pP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3786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5375F1B-C357-6395-DCC1-A05A288369B5}"/>
              </a:ext>
            </a:extLst>
          </p:cNvPr>
          <p:cNvGrpSpPr/>
          <p:nvPr/>
        </p:nvGrpSpPr>
        <p:grpSpPr>
          <a:xfrm>
            <a:off x="5905000" y="3429000"/>
            <a:ext cx="4229600" cy="1729390"/>
            <a:chOff x="5905000" y="3429000"/>
            <a:chExt cx="4229600" cy="17293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C8C07F-67DD-996E-58B5-F03926ED2768}"/>
                </a:ext>
              </a:extLst>
            </p:cNvPr>
            <p:cNvSpPr txBox="1"/>
            <p:nvPr/>
          </p:nvSpPr>
          <p:spPr>
            <a:xfrm>
              <a:off x="6413000" y="3429000"/>
              <a:ext cx="23198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DM Sans 14pt SemiBold" pitchFamily="2" charset="77"/>
                </a:rPr>
                <a:t>The RAG Solution</a:t>
              </a:r>
            </a:p>
          </p:txBody>
        </p:sp>
        <p:sp>
          <p:nvSpPr>
            <p:cNvPr id="17" name="Text Placeholder 3">
              <a:extLst>
                <a:ext uri="{FF2B5EF4-FFF2-40B4-BE49-F238E27FC236}">
                  <a16:creationId xmlns:a16="http://schemas.microsoft.com/office/drawing/2014/main" id="{00054F76-C3B5-F0C9-D14D-87C64A8C4908}"/>
                </a:ext>
              </a:extLst>
            </p:cNvPr>
            <p:cNvSpPr txBox="1">
              <a:spLocks/>
            </p:cNvSpPr>
            <p:nvPr/>
          </p:nvSpPr>
          <p:spPr>
            <a:xfrm>
              <a:off x="6519334" y="4063590"/>
              <a:ext cx="3615266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dirty="0"/>
                <a:t>Retrieve relevant docs first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Inject context into the prompt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AI answers grounded in your data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Always up-to-date, verifiable</a:t>
              </a: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40A9BB86-420E-655D-8A5C-CE137F548E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905000" y="3474538"/>
              <a:ext cx="309033" cy="309033"/>
            </a:xfrm>
            <a:prstGeom prst="rect">
              <a:avLst/>
            </a:prstGeom>
          </p:spPr>
        </p:pic>
      </p:grpSp>
      <p:sp>
        <p:nvSpPr>
          <p:cNvPr id="21" name="Title 3">
            <a:extLst>
              <a:ext uri="{FF2B5EF4-FFF2-40B4-BE49-F238E27FC236}">
                <a16:creationId xmlns:a16="http://schemas.microsoft.com/office/drawing/2014/main" id="{587317BB-8C1E-9096-0A21-4D586F93FF0E}"/>
              </a:ext>
            </a:extLst>
          </p:cNvPr>
          <p:cNvSpPr txBox="1">
            <a:spLocks/>
          </p:cNvSpPr>
          <p:nvPr/>
        </p:nvSpPr>
        <p:spPr>
          <a:xfrm>
            <a:off x="735900" y="457201"/>
            <a:ext cx="4571600" cy="2436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3733" b="0" i="0" u="none" strike="noStrike" cap="none">
                <a:solidFill>
                  <a:schemeClr val="bg1"/>
                </a:solidFill>
                <a:latin typeface="Bebas Neue" panose="020B0606020202050201" pitchFamily="34" charset="77"/>
                <a:ea typeface="Inter"/>
                <a:cs typeface="Bebas Neue" panose="020B0606020202050201" pitchFamily="34" charset="77"/>
                <a:sym typeface="Int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24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>
              <a:lnSpc>
                <a:spcPts val="9500"/>
              </a:lnSpc>
            </a:pPr>
            <a:r>
              <a:rPr lang="en-US" sz="8800" dirty="0"/>
              <a:t>What Is RAG?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138B0DE-28DF-76B4-8916-C2A4A525D451}"/>
              </a:ext>
            </a:extLst>
          </p:cNvPr>
          <p:cNvSpPr txBox="1">
            <a:spLocks/>
          </p:cNvSpPr>
          <p:nvPr/>
        </p:nvSpPr>
        <p:spPr>
          <a:xfrm>
            <a:off x="735900" y="3044011"/>
            <a:ext cx="4191700" cy="184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2000" b="1" dirty="0">
                <a:solidFill>
                  <a:schemeClr val="accent2"/>
                </a:solidFill>
                <a:latin typeface="DM Sans 14pt" pitchFamily="2" charset="77"/>
              </a:rPr>
              <a:t>Give AI access to YOUR data at query time — without retraining the model.</a:t>
            </a:r>
          </a:p>
          <a:p>
            <a:endParaRPr lang="en-US" sz="2000" b="1" dirty="0">
              <a:solidFill>
                <a:schemeClr val="accent2"/>
              </a:solidFill>
              <a:latin typeface="DM Sans 14pt" pitchFamily="2" charset="77"/>
            </a:endParaRPr>
          </a:p>
          <a:p>
            <a:endParaRPr lang="en-US" sz="2000" b="1" dirty="0">
              <a:solidFill>
                <a:schemeClr val="accent2"/>
              </a:solidFill>
              <a:latin typeface="DM Sans 14pt" pitchFamily="2" charset="77"/>
            </a:endParaRPr>
          </a:p>
          <a:p>
            <a:endParaRPr lang="en-US" sz="2000" b="1" dirty="0">
              <a:solidFill>
                <a:schemeClr val="accent2"/>
              </a:solidFill>
              <a:latin typeface="DM Sans 14pt" pitchFamily="2" charset="77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EBA370A-A557-B00B-C01F-64554815BDF8}"/>
              </a:ext>
            </a:extLst>
          </p:cNvPr>
          <p:cNvGrpSpPr/>
          <p:nvPr/>
        </p:nvGrpSpPr>
        <p:grpSpPr>
          <a:xfrm>
            <a:off x="5905000" y="906206"/>
            <a:ext cx="4288867" cy="1729390"/>
            <a:chOff x="5905000" y="906206"/>
            <a:chExt cx="4288867" cy="17293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526F595-6A4C-B711-2E5A-8D7BAC38712F}"/>
                </a:ext>
              </a:extLst>
            </p:cNvPr>
            <p:cNvSpPr txBox="1"/>
            <p:nvPr/>
          </p:nvSpPr>
          <p:spPr>
            <a:xfrm>
              <a:off x="6413000" y="906206"/>
              <a:ext cx="1739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DM Sans 14pt SemiBold" pitchFamily="2" charset="77"/>
                </a:rPr>
                <a:t>The Problem</a:t>
              </a:r>
            </a:p>
          </p:txBody>
        </p:sp>
        <p:sp>
          <p:nvSpPr>
            <p:cNvPr id="7" name="Text Placeholder 3">
              <a:extLst>
                <a:ext uri="{FF2B5EF4-FFF2-40B4-BE49-F238E27FC236}">
                  <a16:creationId xmlns:a16="http://schemas.microsoft.com/office/drawing/2014/main" id="{E13B3E6F-AB22-6C1A-44B6-C34469E63906}"/>
                </a:ext>
              </a:extLst>
            </p:cNvPr>
            <p:cNvSpPr txBox="1">
              <a:spLocks/>
            </p:cNvSpPr>
            <p:nvPr/>
          </p:nvSpPr>
          <p:spPr>
            <a:xfrm>
              <a:off x="6519334" y="1540796"/>
              <a:ext cx="3674533" cy="109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/>
                <a:t>LLMs only know training data</a:t>
              </a:r>
            </a:p>
            <a:p>
              <a:pPr>
                <a:spcAft>
                  <a:spcPts val="1200"/>
                </a:spcAft>
              </a:pPr>
              <a:r>
                <a:rPr lang="en-US"/>
                <a:t>No access to your company docs</a:t>
              </a:r>
            </a:p>
            <a:p>
              <a:pPr>
                <a:spcAft>
                  <a:spcPts val="1200"/>
                </a:spcAft>
              </a:pPr>
              <a:r>
                <a:rPr lang="en-US"/>
                <a:t>Knowledge is frozen at cutoff date</a:t>
              </a:r>
            </a:p>
            <a:p>
              <a:pPr>
                <a:spcAft>
                  <a:spcPts val="1200"/>
                </a:spcAft>
              </a:pPr>
              <a:r>
                <a:rPr lang="en-US"/>
                <a:t>Can hallucinate when unsure</a:t>
              </a:r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D5221950-05ED-5000-544D-A8F0FDCC9E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05000" y="951744"/>
              <a:ext cx="309033" cy="309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03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A2C41-C161-0847-B54F-7359F53F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How RAG Works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8A3C6F8-D762-D440-B595-A44B7F85A0DA}"/>
              </a:ext>
            </a:extLst>
          </p:cNvPr>
          <p:cNvCxnSpPr>
            <a:cxnSpLocks/>
          </p:cNvCxnSpPr>
          <p:nvPr/>
        </p:nvCxnSpPr>
        <p:spPr>
          <a:xfrm>
            <a:off x="3115926" y="2171255"/>
            <a:ext cx="0" cy="342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14E336-FF27-6971-B4A7-129D3D89F16D}"/>
              </a:ext>
            </a:extLst>
          </p:cNvPr>
          <p:cNvCxnSpPr>
            <a:cxnSpLocks/>
          </p:cNvCxnSpPr>
          <p:nvPr/>
        </p:nvCxnSpPr>
        <p:spPr>
          <a:xfrm>
            <a:off x="3115926" y="3124619"/>
            <a:ext cx="0" cy="342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BC5711-2473-3893-3258-142F9AB3BC94}"/>
              </a:ext>
            </a:extLst>
          </p:cNvPr>
          <p:cNvCxnSpPr>
            <a:cxnSpLocks/>
          </p:cNvCxnSpPr>
          <p:nvPr/>
        </p:nvCxnSpPr>
        <p:spPr>
          <a:xfrm>
            <a:off x="3115926" y="4089609"/>
            <a:ext cx="0" cy="342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9B8B53A-C1F5-83DB-2412-CA72B379C0B6}"/>
              </a:ext>
            </a:extLst>
          </p:cNvPr>
          <p:cNvGrpSpPr/>
          <p:nvPr/>
        </p:nvGrpSpPr>
        <p:grpSpPr>
          <a:xfrm>
            <a:off x="1302768" y="1607386"/>
            <a:ext cx="3631431" cy="563869"/>
            <a:chOff x="1302768" y="1607386"/>
            <a:chExt cx="3631431" cy="563869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F028DCE-57A1-9F44-EE67-23403689EC49}"/>
                </a:ext>
              </a:extLst>
            </p:cNvPr>
            <p:cNvSpPr/>
            <p:nvPr/>
          </p:nvSpPr>
          <p:spPr>
            <a:xfrm>
              <a:off x="1302768" y="1607386"/>
              <a:ext cx="3631431" cy="56386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6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BFB382B-C465-CE15-6387-F851836E79F5}"/>
                </a:ext>
              </a:extLst>
            </p:cNvPr>
            <p:cNvSpPr txBox="1"/>
            <p:nvPr/>
          </p:nvSpPr>
          <p:spPr>
            <a:xfrm>
              <a:off x="1820342" y="1699224"/>
              <a:ext cx="2996631" cy="36445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Your Question</a:t>
              </a:r>
              <a:endParaRPr lang="en-US" sz="16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38155C27-03A4-B1BF-E96D-F66FA7F163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66049" y="1775020"/>
              <a:ext cx="228600" cy="2286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32512FB-8F11-D916-691D-C7B6D050D0E1}"/>
              </a:ext>
            </a:extLst>
          </p:cNvPr>
          <p:cNvGrpSpPr/>
          <p:nvPr/>
        </p:nvGrpSpPr>
        <p:grpSpPr>
          <a:xfrm>
            <a:off x="1302768" y="2560751"/>
            <a:ext cx="3631431" cy="563869"/>
            <a:chOff x="1302768" y="2560751"/>
            <a:chExt cx="3631431" cy="563869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B8B357B-0DEB-60CF-1700-51808DC863A0}"/>
                </a:ext>
              </a:extLst>
            </p:cNvPr>
            <p:cNvSpPr/>
            <p:nvPr/>
          </p:nvSpPr>
          <p:spPr>
            <a:xfrm>
              <a:off x="1302768" y="2560751"/>
              <a:ext cx="3631431" cy="56386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26145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4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6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43E5495-353D-E57F-E3FD-A7C70A1CAF27}"/>
                </a:ext>
              </a:extLst>
            </p:cNvPr>
            <p:cNvSpPr txBox="1"/>
            <p:nvPr/>
          </p:nvSpPr>
          <p:spPr>
            <a:xfrm>
              <a:off x="1820342" y="2652588"/>
              <a:ext cx="2996631" cy="36445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Search Knowledge Base</a:t>
              </a:r>
              <a:endParaRPr lang="en-US" sz="16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3303D65-7F94-C86F-21CA-890B0FC9FC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6049" y="2710392"/>
              <a:ext cx="228600" cy="2286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B463299-2F32-AEEF-75B1-426D5FB165C7}"/>
              </a:ext>
            </a:extLst>
          </p:cNvPr>
          <p:cNvGrpSpPr/>
          <p:nvPr/>
        </p:nvGrpSpPr>
        <p:grpSpPr>
          <a:xfrm>
            <a:off x="1302768" y="3525740"/>
            <a:ext cx="3631431" cy="563869"/>
            <a:chOff x="1302768" y="3525740"/>
            <a:chExt cx="3631431" cy="563869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514AA23-B2FA-501A-93D9-CC336DAE3BE0}"/>
                </a:ext>
              </a:extLst>
            </p:cNvPr>
            <p:cNvSpPr/>
            <p:nvPr/>
          </p:nvSpPr>
          <p:spPr>
            <a:xfrm>
              <a:off x="1302768" y="3525740"/>
              <a:ext cx="3631431" cy="56386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6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07A23A-918C-0B1A-E64E-84618CEDAE97}"/>
                </a:ext>
              </a:extLst>
            </p:cNvPr>
            <p:cNvSpPr txBox="1"/>
            <p:nvPr/>
          </p:nvSpPr>
          <p:spPr>
            <a:xfrm>
              <a:off x="1820342" y="3617577"/>
              <a:ext cx="2996631" cy="36445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LLM &amp; Context</a:t>
              </a:r>
              <a:endParaRPr lang="en-US" sz="16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87C55C9-CE8D-3E19-D478-8CCC04591E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60088" y="3685505"/>
              <a:ext cx="234561" cy="234561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B77872-DB81-B312-77C1-D7C2C586719C}"/>
              </a:ext>
            </a:extLst>
          </p:cNvPr>
          <p:cNvGrpSpPr/>
          <p:nvPr/>
        </p:nvGrpSpPr>
        <p:grpSpPr>
          <a:xfrm>
            <a:off x="1302768" y="4490730"/>
            <a:ext cx="3631431" cy="563869"/>
            <a:chOff x="1302768" y="4490730"/>
            <a:chExt cx="3631431" cy="563869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C06E6A04-60B8-123A-83CC-95007AAED248}"/>
                </a:ext>
              </a:extLst>
            </p:cNvPr>
            <p:cNvSpPr/>
            <p:nvPr/>
          </p:nvSpPr>
          <p:spPr>
            <a:xfrm>
              <a:off x="1302768" y="4490730"/>
              <a:ext cx="3631431" cy="563869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1">
                    <a:alpha val="2028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6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4DA211-BA8C-3006-8C4E-1C5EC09B5EC0}"/>
                </a:ext>
              </a:extLst>
            </p:cNvPr>
            <p:cNvSpPr txBox="1"/>
            <p:nvPr/>
          </p:nvSpPr>
          <p:spPr>
            <a:xfrm>
              <a:off x="1820342" y="4582567"/>
              <a:ext cx="2996631" cy="364459"/>
            </a:xfrm>
            <a:prstGeom prst="rect">
              <a:avLst/>
            </a:prstGeom>
            <a:noFill/>
          </p:spPr>
          <p:txBody>
            <a:bodyPr wrap="square" tIns="0" anchor="ctr">
              <a:spAutoFit/>
            </a:bodyPr>
            <a:lstStyle/>
            <a:p>
              <a:pPr marL="0" indent="0">
                <a:lnSpc>
                  <a:spcPts val="2700"/>
                </a:lnSpc>
                <a:buNone/>
              </a:pPr>
              <a:r>
                <a:rPr lang="en-US" sz="16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Grounded Answer</a:t>
              </a:r>
              <a:endParaRPr lang="en-US" sz="16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79A64594-E7A3-D904-25A5-F52041D5DB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60088" y="4658364"/>
              <a:ext cx="228600" cy="2286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C02D91D-F844-C085-686F-BA1673FD5F7E}"/>
              </a:ext>
            </a:extLst>
          </p:cNvPr>
          <p:cNvGrpSpPr/>
          <p:nvPr/>
        </p:nvGrpSpPr>
        <p:grpSpPr>
          <a:xfrm>
            <a:off x="5845734" y="2059171"/>
            <a:ext cx="3780867" cy="2482222"/>
            <a:chOff x="5845734" y="2059171"/>
            <a:chExt cx="3780867" cy="248222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3CFFAF2-5DBA-4C8D-04FF-368F5F384DEC}"/>
                </a:ext>
              </a:extLst>
            </p:cNvPr>
            <p:cNvSpPr txBox="1"/>
            <p:nvPr/>
          </p:nvSpPr>
          <p:spPr>
            <a:xfrm>
              <a:off x="5845734" y="2059171"/>
              <a:ext cx="26180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latin typeface="DM Sans 14pt SemiBold" pitchFamily="2" charset="77"/>
                </a:rPr>
                <a:t>Knowledge Sources</a:t>
              </a:r>
            </a:p>
          </p:txBody>
        </p:sp>
        <p:sp>
          <p:nvSpPr>
            <p:cNvPr id="30" name="Text Placeholder 3">
              <a:extLst>
                <a:ext uri="{FF2B5EF4-FFF2-40B4-BE49-F238E27FC236}">
                  <a16:creationId xmlns:a16="http://schemas.microsoft.com/office/drawing/2014/main" id="{A9D1EDDF-BBF1-B030-C10B-01E93AF936A8}"/>
                </a:ext>
              </a:extLst>
            </p:cNvPr>
            <p:cNvSpPr txBox="1">
              <a:spLocks/>
            </p:cNvSpPr>
            <p:nvPr/>
          </p:nvSpPr>
          <p:spPr>
            <a:xfrm>
              <a:off x="5952068" y="2693760"/>
              <a:ext cx="3674533" cy="1847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1200"/>
                </a:spcAft>
              </a:pPr>
              <a:r>
                <a:rPr lang="en-US" dirty="0"/>
                <a:t>PDFs &amp; Docs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Databases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Wikis &amp; Confluence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Code Repos</a:t>
              </a:r>
            </a:p>
            <a:p>
              <a:pPr>
                <a:spcAft>
                  <a:spcPts val="1200"/>
                </a:spcAft>
              </a:pPr>
              <a:r>
                <a:rPr lang="en-US" dirty="0"/>
                <a:t>Emails &amp; Tickets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4715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7607954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17475" indent="34925"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MCP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Model Context Protocol</a:t>
            </a:r>
          </a:p>
        </p:txBody>
      </p:sp>
    </p:spTree>
    <p:extLst>
      <p:ext uri="{BB962C8B-B14F-4D97-AF65-F5344CB8AC3E}">
        <p14:creationId xmlns:p14="http://schemas.microsoft.com/office/powerpoint/2010/main" val="2729050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C0FBA9-E47C-0484-ACB9-E082B8B5AA84}"/>
              </a:ext>
            </a:extLst>
          </p:cNvPr>
          <p:cNvGrpSpPr/>
          <p:nvPr/>
        </p:nvGrpSpPr>
        <p:grpSpPr>
          <a:xfrm>
            <a:off x="1857048" y="2188206"/>
            <a:ext cx="3569797" cy="2962926"/>
            <a:chOff x="1857048" y="2188206"/>
            <a:chExt cx="3569797" cy="296292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66D9E1B-7672-A065-E7C4-15E15D6DE2E9}"/>
                </a:ext>
              </a:extLst>
            </p:cNvPr>
            <p:cNvSpPr/>
            <p:nvPr/>
          </p:nvSpPr>
          <p:spPr>
            <a:xfrm>
              <a:off x="1857048" y="2188206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 Placeholder 2">
              <a:extLst>
                <a:ext uri="{FF2B5EF4-FFF2-40B4-BE49-F238E27FC236}">
                  <a16:creationId xmlns:a16="http://schemas.microsoft.com/office/drawing/2014/main" id="{F7E7AECD-2E62-D287-BB04-5AD6C1CBC2E0}"/>
                </a:ext>
              </a:extLst>
            </p:cNvPr>
            <p:cNvSpPr txBox="1">
              <a:spLocks/>
            </p:cNvSpPr>
            <p:nvPr/>
          </p:nvSpPr>
          <p:spPr>
            <a:xfrm>
              <a:off x="1857048" y="2490047"/>
              <a:ext cx="3569797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Before MCP</a:t>
              </a:r>
            </a:p>
          </p:txBody>
        </p:sp>
        <p:sp>
          <p:nvSpPr>
            <p:cNvPr id="15" name="Text Placeholder 2">
              <a:extLst>
                <a:ext uri="{FF2B5EF4-FFF2-40B4-BE49-F238E27FC236}">
                  <a16:creationId xmlns:a16="http://schemas.microsoft.com/office/drawing/2014/main" id="{B1C0D46A-9717-817A-BC4C-39CCBBB61B0F}"/>
                </a:ext>
              </a:extLst>
            </p:cNvPr>
            <p:cNvSpPr txBox="1">
              <a:spLocks/>
            </p:cNvSpPr>
            <p:nvPr/>
          </p:nvSpPr>
          <p:spPr>
            <a:xfrm>
              <a:off x="2474824" y="3322906"/>
              <a:ext cx="2334244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accent3"/>
                  </a:solidFill>
                  <a:latin typeface="DM Sans 14pt" pitchFamily="2" charset="77"/>
                </a:rPr>
                <a:t>1,000 custom integrations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1329B2-0101-4DFC-0F03-82EEA1DBAF9F}"/>
                </a:ext>
              </a:extLst>
            </p:cNvPr>
            <p:cNvSpPr txBox="1"/>
            <p:nvPr/>
          </p:nvSpPr>
          <p:spPr>
            <a:xfrm>
              <a:off x="2093825" y="4201319"/>
              <a:ext cx="3096242" cy="487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Every combination needs its own connector. Fragile, expensive, nightmare to maintain.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77ADF8-10EF-D17C-09BA-6E394D24949B}"/>
                </a:ext>
              </a:extLst>
            </p:cNvPr>
            <p:cNvSpPr txBox="1"/>
            <p:nvPr/>
          </p:nvSpPr>
          <p:spPr>
            <a:xfrm>
              <a:off x="2195425" y="2975875"/>
              <a:ext cx="2893042" cy="282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 AI apps × 100 tools =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051609C-6529-D126-EAF7-8D376D5D3CBF}"/>
              </a:ext>
            </a:extLst>
          </p:cNvPr>
          <p:cNvGrpSpPr/>
          <p:nvPr/>
        </p:nvGrpSpPr>
        <p:grpSpPr>
          <a:xfrm>
            <a:off x="6470708" y="2188206"/>
            <a:ext cx="3569797" cy="2962926"/>
            <a:chOff x="6470708" y="2188206"/>
            <a:chExt cx="3569797" cy="2962926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6BB7819-1C7F-37DF-95B9-F3C9F6992A59}"/>
                </a:ext>
              </a:extLst>
            </p:cNvPr>
            <p:cNvSpPr/>
            <p:nvPr/>
          </p:nvSpPr>
          <p:spPr>
            <a:xfrm>
              <a:off x="6470708" y="2188206"/>
              <a:ext cx="3569797" cy="296292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0" name="Text Placeholder 2">
              <a:extLst>
                <a:ext uri="{FF2B5EF4-FFF2-40B4-BE49-F238E27FC236}">
                  <a16:creationId xmlns:a16="http://schemas.microsoft.com/office/drawing/2014/main" id="{2671FB1C-929F-2EF2-B12F-C1BA4F3A31BE}"/>
                </a:ext>
              </a:extLst>
            </p:cNvPr>
            <p:cNvSpPr txBox="1">
              <a:spLocks/>
            </p:cNvSpPr>
            <p:nvPr/>
          </p:nvSpPr>
          <p:spPr>
            <a:xfrm>
              <a:off x="6470708" y="2490047"/>
              <a:ext cx="3569796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DM Sans 14pt" pitchFamily="2" charset="77"/>
                </a:rPr>
                <a:t>With MCP</a:t>
              </a:r>
            </a:p>
          </p:txBody>
        </p:sp>
        <p:sp>
          <p:nvSpPr>
            <p:cNvPr id="22" name="Text Placeholder 2">
              <a:extLst>
                <a:ext uri="{FF2B5EF4-FFF2-40B4-BE49-F238E27FC236}">
                  <a16:creationId xmlns:a16="http://schemas.microsoft.com/office/drawing/2014/main" id="{B3740258-B5BC-352B-9F1B-C3B8A7DBD694}"/>
                </a:ext>
              </a:extLst>
            </p:cNvPr>
            <p:cNvSpPr txBox="1">
              <a:spLocks/>
            </p:cNvSpPr>
            <p:nvPr/>
          </p:nvSpPr>
          <p:spPr>
            <a:xfrm>
              <a:off x="7004491" y="3322906"/>
              <a:ext cx="2503576" cy="317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793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None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DM Sans 14pt" pitchFamily="2" charset="77"/>
                </a:rPr>
                <a:t>110 implementations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A467D8E-D7DB-675E-12CF-0CA60EA0E9A8}"/>
                </a:ext>
              </a:extLst>
            </p:cNvPr>
            <p:cNvSpPr txBox="1"/>
            <p:nvPr/>
          </p:nvSpPr>
          <p:spPr>
            <a:xfrm>
              <a:off x="6708158" y="4201319"/>
              <a:ext cx="3096242" cy="693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Each app implements MCP once. Each tool implements MCP once. Everything just works together.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D1783BF-547F-6C18-03BA-C89D06954BE0}"/>
                </a:ext>
              </a:extLst>
            </p:cNvPr>
            <p:cNvSpPr txBox="1"/>
            <p:nvPr/>
          </p:nvSpPr>
          <p:spPr>
            <a:xfrm>
              <a:off x="6809758" y="2975875"/>
              <a:ext cx="2893042" cy="2826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600"/>
                </a:lnSpc>
                <a:spcAft>
                  <a:spcPts val="600"/>
                </a:spcAft>
                <a:buNone/>
              </a:pPr>
              <a:r>
                <a:rPr lang="en-US" sz="110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10 clients + 100 servers =</a:t>
              </a: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D5D95768-5D13-B86F-A333-48996660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What Is MCP?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A7015-C127-3D04-626B-52BD46EB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7267" y="1159796"/>
            <a:ext cx="7477466" cy="317934"/>
          </a:xfrm>
        </p:spPr>
        <p:txBody>
          <a:bodyPr/>
          <a:lstStyle/>
          <a:p>
            <a:pPr algn="ctr"/>
            <a:r>
              <a:rPr lang="en-US" dirty="0"/>
              <a:t>"USB-C for AI" — one universal connector between AI and your tools.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6AD330-85B0-6EBA-E757-C1995A69C8A5}"/>
              </a:ext>
            </a:extLst>
          </p:cNvPr>
          <p:cNvGrpSpPr/>
          <p:nvPr/>
        </p:nvGrpSpPr>
        <p:grpSpPr>
          <a:xfrm>
            <a:off x="5321548" y="3573247"/>
            <a:ext cx="1254457" cy="192843"/>
            <a:chOff x="5321548" y="2974052"/>
            <a:chExt cx="1369921" cy="21059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F659E4-6B34-38A7-4FB6-D2A30DD03BE6}"/>
                </a:ext>
              </a:extLst>
            </p:cNvPr>
            <p:cNvSpPr/>
            <p:nvPr/>
          </p:nvSpPr>
          <p:spPr>
            <a:xfrm>
              <a:off x="5321548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C765C2-9673-61C3-F3CD-88D0BEEE9574}"/>
                </a:ext>
              </a:extLst>
            </p:cNvPr>
            <p:cNvSpPr/>
            <p:nvPr/>
          </p:nvSpPr>
          <p:spPr>
            <a:xfrm>
              <a:off x="6480876" y="2974052"/>
              <a:ext cx="210593" cy="21059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E5C094-241B-7CEF-C4F5-E4A4D5CEB46F}"/>
                </a:ext>
              </a:extLst>
            </p:cNvPr>
            <p:cNvCxnSpPr>
              <a:stCxn id="12" idx="6"/>
              <a:endCxn id="13" idx="2"/>
            </p:cNvCxnSpPr>
            <p:nvPr/>
          </p:nvCxnSpPr>
          <p:spPr>
            <a:xfrm>
              <a:off x="5532141" y="3079349"/>
              <a:ext cx="948735" cy="0"/>
            </a:xfrm>
            <a:prstGeom prst="line">
              <a:avLst/>
            </a:prstGeom>
            <a:ln>
              <a:gradFill flip="none" rotWithShape="1"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3881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F15B9-2DC5-674F-922B-69FF587E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27D5-3AC3-9644-1EFC-61D21BFFD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7" y="457201"/>
            <a:ext cx="4571600" cy="574453"/>
          </a:xfrm>
        </p:spPr>
        <p:txBody>
          <a:bodyPr/>
          <a:lstStyle/>
          <a:p>
            <a:r>
              <a:rPr lang="en-US" dirty="0"/>
              <a:t>MCP By the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77A96-7AB1-69F3-1D48-C8551669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866" y="5736810"/>
            <a:ext cx="7892333" cy="207244"/>
          </a:xfrm>
        </p:spPr>
        <p:txBody>
          <a:bodyPr/>
          <a:lstStyle/>
          <a:p>
            <a:r>
              <a:rPr lang="en-US" sz="1200" dirty="0">
                <a:solidFill>
                  <a:schemeClr val="bg1">
                    <a:alpha val="67000"/>
                  </a:schemeClr>
                </a:solidFill>
              </a:rPr>
              <a:t>Released by Anthropic (Nov 2024) • Donated to Linux Foundation (Dec 2025) • Vendor-neutral open standard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9B11C3-5E03-6158-E804-7CC5CCD1BB86}"/>
              </a:ext>
            </a:extLst>
          </p:cNvPr>
          <p:cNvGrpSpPr/>
          <p:nvPr/>
        </p:nvGrpSpPr>
        <p:grpSpPr>
          <a:xfrm>
            <a:off x="1093495" y="1317008"/>
            <a:ext cx="2115372" cy="1199084"/>
            <a:chOff x="1093495" y="1317008"/>
            <a:chExt cx="2115372" cy="1199084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18F59DC-4B03-3BDE-40EC-747291C35E11}"/>
                </a:ext>
              </a:extLst>
            </p:cNvPr>
            <p:cNvSpPr/>
            <p:nvPr/>
          </p:nvSpPr>
          <p:spPr>
            <a:xfrm>
              <a:off x="1093495" y="1317008"/>
              <a:ext cx="2115372" cy="11990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0" name="Stat3Txt">
              <a:extLst>
                <a:ext uri="{FF2B5EF4-FFF2-40B4-BE49-F238E27FC236}">
                  <a16:creationId xmlns:a16="http://schemas.microsoft.com/office/drawing/2014/main" id="{1DFAB20A-FEF4-DB83-06EA-C240100BCC8B}"/>
                </a:ext>
              </a:extLst>
            </p:cNvPr>
            <p:cNvSpPr/>
            <p:nvPr/>
          </p:nvSpPr>
          <p:spPr>
            <a:xfrm>
              <a:off x="1276376" y="1415222"/>
              <a:ext cx="1653092" cy="992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15,000+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Public MCP Servers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542F0E1-AFDC-5F5E-F148-C1CCB20233DF}"/>
              </a:ext>
            </a:extLst>
          </p:cNvPr>
          <p:cNvGrpSpPr/>
          <p:nvPr/>
        </p:nvGrpSpPr>
        <p:grpSpPr>
          <a:xfrm>
            <a:off x="1093495" y="2695482"/>
            <a:ext cx="2115372" cy="1199084"/>
            <a:chOff x="1093495" y="2695482"/>
            <a:chExt cx="2115372" cy="1199084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697C348C-229A-1CED-9995-032F2BE2CF44}"/>
                </a:ext>
              </a:extLst>
            </p:cNvPr>
            <p:cNvSpPr/>
            <p:nvPr/>
          </p:nvSpPr>
          <p:spPr>
            <a:xfrm>
              <a:off x="1093495" y="2695482"/>
              <a:ext cx="2115372" cy="11990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2" name="Stat4Txt">
              <a:extLst>
                <a:ext uri="{FF2B5EF4-FFF2-40B4-BE49-F238E27FC236}">
                  <a16:creationId xmlns:a16="http://schemas.microsoft.com/office/drawing/2014/main" id="{8D83F445-0742-C583-91A1-5FAAA9D24937}"/>
                </a:ext>
              </a:extLst>
            </p:cNvPr>
            <p:cNvSpPr/>
            <p:nvPr/>
          </p:nvSpPr>
          <p:spPr>
            <a:xfrm>
              <a:off x="1276375" y="2722374"/>
              <a:ext cx="1500692" cy="11349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300+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MCP Clients</a:t>
              </a:r>
              <a:endPara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0D452FD-33B1-A61E-E1B8-9B5452A86467}"/>
              </a:ext>
            </a:extLst>
          </p:cNvPr>
          <p:cNvGrpSpPr/>
          <p:nvPr/>
        </p:nvGrpSpPr>
        <p:grpSpPr>
          <a:xfrm>
            <a:off x="1093495" y="4073956"/>
            <a:ext cx="2115372" cy="1199084"/>
            <a:chOff x="1093495" y="4073956"/>
            <a:chExt cx="2115372" cy="1199084"/>
          </a:xfrm>
        </p:grpSpPr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17884639-3B15-CDCA-A769-EF6D686CB1B9}"/>
                </a:ext>
              </a:extLst>
            </p:cNvPr>
            <p:cNvSpPr/>
            <p:nvPr/>
          </p:nvSpPr>
          <p:spPr>
            <a:xfrm>
              <a:off x="1093495" y="4073956"/>
              <a:ext cx="2115372" cy="1199084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marL="0" marR="0" lvl="0" indent="0" algn="l" defTabSz="1219170" rtl="0" eaLnBrk="1" fontAlgn="auto" latinLnBrk="0" hangingPunct="1">
                <a:lnSpc>
                  <a:spcPts val="1867"/>
                </a:lnSpc>
                <a:spcBef>
                  <a:spcPts val="0"/>
                </a:spcBef>
                <a:spcAft>
                  <a:spcPts val="4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  <p:sp>
          <p:nvSpPr>
            <p:cNvPr id="14" name="Stat5Txt">
              <a:extLst>
                <a:ext uri="{FF2B5EF4-FFF2-40B4-BE49-F238E27FC236}">
                  <a16:creationId xmlns:a16="http://schemas.microsoft.com/office/drawing/2014/main" id="{5D4A469C-FA18-8E7F-F06A-907C1A5B44BB}"/>
                </a:ext>
              </a:extLst>
            </p:cNvPr>
            <p:cNvSpPr/>
            <p:nvPr/>
          </p:nvSpPr>
          <p:spPr>
            <a:xfrm>
              <a:off x="1276375" y="4170476"/>
              <a:ext cx="1746225" cy="995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3200" b="1" i="0" u="none" strike="noStrike" kern="0" cap="none" spc="-15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97M+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E8F0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Arial"/>
                </a:rPr>
                <a:t>Monthly SDK Downloads</a:t>
              </a:r>
              <a:endParaRPr kumimoji="0" lang="en-US" sz="900" b="0" i="1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90CFEA1-7772-F154-3936-AA7CF93E3F45}"/>
              </a:ext>
            </a:extLst>
          </p:cNvPr>
          <p:cNvSpPr txBox="1"/>
          <p:nvPr/>
        </p:nvSpPr>
        <p:spPr>
          <a:xfrm>
            <a:off x="4084668" y="1224050"/>
            <a:ext cx="4025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DM Sans 14pt SemiBold" pitchFamily="2" charset="77"/>
              </a:rPr>
              <a:t>Adopted by the Entire Industry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C516742-AFD6-B0FB-D5D3-EDEF9E57B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72268" y="1935296"/>
            <a:ext cx="1618664" cy="4722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9B4D0DE-6C20-811B-87A0-291120469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268" y="2718650"/>
            <a:ext cx="1389275" cy="5063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616FA6D-F247-C22F-CD19-093D8A051B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2268" y="3663185"/>
            <a:ext cx="1676398" cy="35992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2605DC2-B241-F522-AB32-04ECED7CCB36}"/>
              </a:ext>
            </a:extLst>
          </p:cNvPr>
          <p:cNvGrpSpPr/>
          <p:nvPr/>
        </p:nvGrpSpPr>
        <p:grpSpPr>
          <a:xfrm>
            <a:off x="6654878" y="1935296"/>
            <a:ext cx="1669134" cy="441204"/>
            <a:chOff x="6730062" y="1935296"/>
            <a:chExt cx="1669134" cy="44120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88AF6D8-7F9E-FD26-DDE3-7D224CE29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30062" y="1935296"/>
              <a:ext cx="441204" cy="441204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352BC2-452C-7EE5-58BD-F4DC12F4B248}"/>
                </a:ext>
              </a:extLst>
            </p:cNvPr>
            <p:cNvSpPr txBox="1"/>
            <p:nvPr/>
          </p:nvSpPr>
          <p:spPr>
            <a:xfrm>
              <a:off x="7255934" y="1966070"/>
              <a:ext cx="1143262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VS Code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58FBC44A-B0C9-E851-2461-B574715750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4878" y="2572321"/>
            <a:ext cx="1676321" cy="8217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4A38EA1-7D70-4E38-787D-A2ACD307E5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8442" y1="46905" x2="38442" y2="46905"/>
                        <a14:foregroundMark x1="44107" y1="47063" x2="44107" y2="47063"/>
                        <a14:foregroundMark x1="50104" y1="48968" x2="50104" y2="48968"/>
                        <a14:foregroundMark x1="57726" y1="49365" x2="57726" y2="49365"/>
                        <a14:foregroundMark x1="61349" y1="49762" x2="61349" y2="49762"/>
                        <a14:foregroundMark x1="68846" y1="49603" x2="68846" y2="49603"/>
                      </a14:backgroundRemoval>
                    </a14:imgEffect>
                  </a14:imgLayer>
                </a14:imgProps>
              </a:ext>
            </a:extLst>
          </a:blip>
          <a:srcRect l="25322" t="36311" r="26095" b="38435"/>
          <a:stretch>
            <a:fillRect/>
          </a:stretch>
        </p:blipFill>
        <p:spPr>
          <a:xfrm>
            <a:off x="6654878" y="3579030"/>
            <a:ext cx="1806555" cy="49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94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1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1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6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1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5693-1794-259B-9BBA-681F20C9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66" y="457201"/>
            <a:ext cx="7435133" cy="558799"/>
          </a:xfrm>
        </p:spPr>
        <p:txBody>
          <a:bodyPr/>
          <a:lstStyle/>
          <a:p>
            <a:r>
              <a:rPr lang="en-US" dirty="0"/>
              <a:t>MCP in the Real World: Network Automation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414448-9068-AA8A-0AD5-945907A49EE1}"/>
              </a:ext>
            </a:extLst>
          </p:cNvPr>
          <p:cNvSpPr txBox="1">
            <a:spLocks/>
          </p:cNvSpPr>
          <p:nvPr/>
        </p:nvSpPr>
        <p:spPr>
          <a:xfrm>
            <a:off x="438866" y="5923077"/>
            <a:ext cx="7892333" cy="20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US" sz="1200" dirty="0">
                <a:solidFill>
                  <a:schemeClr val="bg1">
                    <a:alpha val="67000"/>
                  </a:schemeClr>
                </a:solidFill>
              </a:rPr>
              <a:t>Source: </a:t>
            </a:r>
            <a:r>
              <a:rPr lang="en-US" sz="1200" dirty="0" err="1">
                <a:solidFill>
                  <a:schemeClr val="bg1">
                    <a:alpha val="67000"/>
                  </a:schemeClr>
                </a:solidFill>
              </a:rPr>
              <a:t>Itential</a:t>
            </a:r>
            <a:r>
              <a:rPr lang="en-US" sz="1200" dirty="0">
                <a:solidFill>
                  <a:schemeClr val="bg1">
                    <a:alpha val="67000"/>
                  </a:schemeClr>
                </a:solidFill>
              </a:rPr>
              <a:t> — The Ultimate MCP Guide: 56 Essential MCP Servers for AI-Driven Network Automation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326B-FE4E-0151-22E5-358CD447879D}"/>
              </a:ext>
            </a:extLst>
          </p:cNvPr>
          <p:cNvSpPr txBox="1"/>
          <p:nvPr/>
        </p:nvSpPr>
        <p:spPr>
          <a:xfrm>
            <a:off x="350869" y="1034705"/>
            <a:ext cx="9241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DM Sans 14pt Medium" pitchFamily="2" charset="77"/>
              </a:rPr>
              <a:t>56 production-ready MCP servers now span every layer of the network stack — making “</a:t>
            </a:r>
            <a:r>
              <a:rPr lang="en-US" sz="1800" dirty="0" err="1">
                <a:solidFill>
                  <a:schemeClr val="bg1"/>
                </a:solidFill>
                <a:latin typeface="DM Sans 14pt Medium" pitchFamily="2" charset="77"/>
              </a:rPr>
              <a:t>VibeOps</a:t>
            </a:r>
            <a:r>
              <a:rPr lang="en-US" sz="1800" dirty="0">
                <a:solidFill>
                  <a:schemeClr val="bg1"/>
                </a:solidFill>
                <a:latin typeface="DM Sans 14pt Medium" pitchFamily="2" charset="77"/>
              </a:rPr>
              <a:t>” a reality today.</a:t>
            </a:r>
          </a:p>
          <a:p>
            <a:endParaRPr lang="en-US" sz="1800" dirty="0">
              <a:solidFill>
                <a:schemeClr val="bg1"/>
              </a:solidFill>
              <a:latin typeface="DM Sans 14pt Medium" pitchFamily="2" charset="77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69E396-FBE5-AF7A-B546-04F34CF50AA7}"/>
              </a:ext>
            </a:extLst>
          </p:cNvPr>
          <p:cNvGrpSpPr/>
          <p:nvPr/>
        </p:nvGrpSpPr>
        <p:grpSpPr>
          <a:xfrm>
            <a:off x="438866" y="1958035"/>
            <a:ext cx="5301534" cy="3585145"/>
            <a:chOff x="438866" y="1958035"/>
            <a:chExt cx="5301534" cy="358514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E77F52A6-2E57-A38C-5A72-29FFBD1C57A2}"/>
                </a:ext>
              </a:extLst>
            </p:cNvPr>
            <p:cNvSpPr/>
            <p:nvPr/>
          </p:nvSpPr>
          <p:spPr>
            <a:xfrm>
              <a:off x="438866" y="1958035"/>
              <a:ext cx="5301534" cy="358514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15000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50802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140B02-3E5F-44F3-B482-DE56FCA1F869}"/>
                </a:ext>
              </a:extLst>
            </p:cNvPr>
            <p:cNvSpPr txBox="1"/>
            <p:nvPr/>
          </p:nvSpPr>
          <p:spPr>
            <a:xfrm>
              <a:off x="706467" y="2166416"/>
              <a:ext cx="2746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accent2"/>
                  </a:solidFill>
                  <a:latin typeface="DM Sans 14pt SemiBold" pitchFamily="2" charset="77"/>
                </a:rPr>
                <a:t>MCP Server Categories</a:t>
              </a:r>
            </a:p>
          </p:txBody>
        </p:sp>
        <p:sp>
          <p:nvSpPr>
            <p:cNvPr id="6" name="Text Placeholder 3">
              <a:extLst>
                <a:ext uri="{FF2B5EF4-FFF2-40B4-BE49-F238E27FC236}">
                  <a16:creationId xmlns:a16="http://schemas.microsoft.com/office/drawing/2014/main" id="{ECA367D2-3DE6-9C96-4DDE-B4FD47FCB95C}"/>
                </a:ext>
              </a:extLst>
            </p:cNvPr>
            <p:cNvSpPr txBox="1">
              <a:spLocks/>
            </p:cNvSpPr>
            <p:nvPr/>
          </p:nvSpPr>
          <p:spPr>
            <a:xfrm>
              <a:off x="812801" y="2667824"/>
              <a:ext cx="4588932" cy="215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</a:pPr>
              <a:r>
                <a:rPr lang="en-US" sz="1200" dirty="0"/>
                <a:t>Device &amp; Platform Automation (Cisco, Arista, Juniper)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Source of Truth &amp; ITSM (</a:t>
              </a:r>
              <a:r>
                <a:rPr lang="en-US" sz="1200" dirty="0" err="1"/>
                <a:t>NetBox</a:t>
              </a:r>
              <a:r>
                <a:rPr lang="en-US" sz="1200" dirty="0"/>
                <a:t>, ServiceNow)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Cloud Infrastructure (AWS, Azure, GCP, Terraform)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Observability &amp; Monitoring (Grafana, Datadog, Prometheus)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Security &amp; Compliance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Incident Management (PagerDuty, </a:t>
              </a:r>
              <a:r>
                <a:rPr lang="en-US" sz="1200" dirty="0" err="1"/>
                <a:t>Opsgenie</a:t>
              </a:r>
              <a:r>
                <a:rPr lang="en-US" sz="1200" dirty="0"/>
                <a:t>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Developer &amp; </a:t>
              </a:r>
              <a:r>
                <a:rPr lang="en-US" sz="1200" dirty="0" err="1"/>
                <a:t>GitOps</a:t>
              </a:r>
              <a:r>
                <a:rPr lang="en-US" sz="1200" dirty="0"/>
                <a:t> Workflows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Diagramming, Visualization &amp; Packet Analysis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A3A4E45-8F41-1C3E-CDEF-0D0A1ABED3EC}"/>
              </a:ext>
            </a:extLst>
          </p:cNvPr>
          <p:cNvGrpSpPr/>
          <p:nvPr/>
        </p:nvGrpSpPr>
        <p:grpSpPr>
          <a:xfrm>
            <a:off x="6009933" y="1958035"/>
            <a:ext cx="5301534" cy="3585145"/>
            <a:chOff x="6009933" y="1958035"/>
            <a:chExt cx="5301534" cy="3585145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3CEC46B6-28D4-9CFB-A49B-BF64EF484873}"/>
                </a:ext>
              </a:extLst>
            </p:cNvPr>
            <p:cNvSpPr/>
            <p:nvPr/>
          </p:nvSpPr>
          <p:spPr>
            <a:xfrm>
              <a:off x="6009933" y="1958035"/>
              <a:ext cx="5301534" cy="3585145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5">
                    <a:alpha val="14601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5">
                  <a:lumMod val="5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269699-2AE7-42EB-5074-9DF8963900D4}"/>
                </a:ext>
              </a:extLst>
            </p:cNvPr>
            <p:cNvSpPr txBox="1"/>
            <p:nvPr/>
          </p:nvSpPr>
          <p:spPr>
            <a:xfrm>
              <a:off x="6277534" y="2166416"/>
              <a:ext cx="19014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chemeClr val="accent5"/>
                  </a:solidFill>
                  <a:latin typeface="DM Sans 14pt SemiBold" pitchFamily="2" charset="77"/>
                </a:rPr>
                <a:t>Key Takeaways</a:t>
              </a:r>
            </a:p>
          </p:txBody>
        </p:sp>
        <p:sp>
          <p:nvSpPr>
            <p:cNvPr id="12" name="Text Placeholder 3">
              <a:extLst>
                <a:ext uri="{FF2B5EF4-FFF2-40B4-BE49-F238E27FC236}">
                  <a16:creationId xmlns:a16="http://schemas.microsoft.com/office/drawing/2014/main" id="{F1263653-E31A-283E-A242-2EECD47CEB05}"/>
                </a:ext>
              </a:extLst>
            </p:cNvPr>
            <p:cNvSpPr txBox="1">
              <a:spLocks/>
            </p:cNvSpPr>
            <p:nvPr/>
          </p:nvSpPr>
          <p:spPr>
            <a:xfrm>
              <a:off x="6383868" y="2667824"/>
              <a:ext cx="4588932" cy="215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</a:pPr>
              <a:r>
                <a:rPr lang="en-US" sz="1200" dirty="0"/>
                <a:t>MCP is the connective tissue of AI-native operations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“</a:t>
              </a:r>
              <a:r>
                <a:rPr lang="en-US" sz="1200" dirty="0" err="1"/>
                <a:t>VibeOps</a:t>
              </a:r>
              <a:r>
                <a:rPr lang="en-US" sz="1200" dirty="0"/>
                <a:t>” — natural language driven operations — is working today, not future concept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Network automation market projected to reach $12.38B by 2030 (18%+ CAGR)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Governance built in: read-only defaults, explicit write flags, Git-based audit trails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AI agents can now query CMDBs, push configs, and check cloud spend via natural language</a:t>
              </a:r>
            </a:p>
            <a:p>
              <a:pPr>
                <a:spcAft>
                  <a:spcPts val="900"/>
                </a:spcAft>
              </a:pPr>
              <a:r>
                <a:rPr lang="en-US" sz="1200" dirty="0"/>
                <a:t>The automation gap was never about technology — it was a translation gap that MCP bridges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1493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464914-311F-A103-E060-0F1A0E941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2906" b="33439"/>
          <a:stretch>
            <a:fillRect/>
          </a:stretch>
        </p:blipFill>
        <p:spPr>
          <a:xfrm>
            <a:off x="5287617" y="896862"/>
            <a:ext cx="6904383" cy="5961138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26FA32E-33EA-3B41-FA6D-B742E6B89598}"/>
              </a:ext>
            </a:extLst>
          </p:cNvPr>
          <p:cNvSpPr txBox="1">
            <a:spLocks/>
          </p:cNvSpPr>
          <p:nvPr/>
        </p:nvSpPr>
        <p:spPr>
          <a:xfrm>
            <a:off x="934913" y="2334200"/>
            <a:ext cx="7607954" cy="10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00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lt1"/>
                </a:solidFill>
                <a:latin typeface="DM Sans 14pt" pitchFamily="2" charset="77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○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4571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■"/>
              <a:def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117475" indent="34925">
              <a:spcAft>
                <a:spcPts val="1200"/>
              </a:spcAft>
            </a:pPr>
            <a:r>
              <a:rPr lang="en-US" sz="5400" b="1" dirty="0">
                <a:latin typeface="Bebas Neue" panose="020B0606020202050201" pitchFamily="34" charset="77"/>
              </a:rPr>
              <a:t>AI Agents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</a:rPr>
              <a:t>AI That Takes Action</a:t>
            </a:r>
          </a:p>
        </p:txBody>
      </p:sp>
    </p:spTree>
    <p:extLst>
      <p:ext uri="{BB962C8B-B14F-4D97-AF65-F5344CB8AC3E}">
        <p14:creationId xmlns:p14="http://schemas.microsoft.com/office/powerpoint/2010/main" val="2798729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2121A5-566B-C4AE-58D9-D28E9178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856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What Are AI Agents?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F2C953-2AD2-14A0-E91D-530F66F04DC8}"/>
              </a:ext>
            </a:extLst>
          </p:cNvPr>
          <p:cNvSpPr txBox="1"/>
          <p:nvPr/>
        </p:nvSpPr>
        <p:spPr>
          <a:xfrm>
            <a:off x="1481306" y="1034705"/>
            <a:ext cx="924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/>
                </a:solidFill>
                <a:latin typeface="DM Sans 14pt Medium" pitchFamily="2" charset="77"/>
              </a:rPr>
              <a:t>LLMs that can use tools, call APIs, and complete tasks independently.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78C0DB-4F72-CAA1-A20D-BEE99DD593B9}"/>
              </a:ext>
            </a:extLst>
          </p:cNvPr>
          <p:cNvCxnSpPr>
            <a:cxnSpLocks/>
          </p:cNvCxnSpPr>
          <p:nvPr/>
        </p:nvCxnSpPr>
        <p:spPr>
          <a:xfrm>
            <a:off x="3342106" y="4758266"/>
            <a:ext cx="2753894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EB760F1-0B94-5413-18A9-39A4975BF2BD}"/>
              </a:ext>
            </a:extLst>
          </p:cNvPr>
          <p:cNvGrpSpPr/>
          <p:nvPr/>
        </p:nvGrpSpPr>
        <p:grpSpPr>
          <a:xfrm>
            <a:off x="2094558" y="2184401"/>
            <a:ext cx="2490863" cy="2243665"/>
            <a:chOff x="2094558" y="2184401"/>
            <a:chExt cx="2490863" cy="224366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10F3C4A-6E55-C0AC-F727-4252C4E6C214}"/>
                </a:ext>
              </a:extLst>
            </p:cNvPr>
            <p:cNvSpPr/>
            <p:nvPr/>
          </p:nvSpPr>
          <p:spPr>
            <a:xfrm>
              <a:off x="2094558" y="2184401"/>
              <a:ext cx="2490863" cy="2243665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Text Placeholder 5">
              <a:extLst>
                <a:ext uri="{FF2B5EF4-FFF2-40B4-BE49-F238E27FC236}">
                  <a16:creationId xmlns:a16="http://schemas.microsoft.com/office/drawing/2014/main" id="{22DBDA0B-0911-3F46-CA74-094509F19663}"/>
                </a:ext>
              </a:extLst>
            </p:cNvPr>
            <p:cNvSpPr txBox="1">
              <a:spLocks/>
            </p:cNvSpPr>
            <p:nvPr/>
          </p:nvSpPr>
          <p:spPr>
            <a:xfrm>
              <a:off x="2094558" y="3241335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Chatbot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You ask, it answers</a:t>
              </a: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85C3B28-060F-6BB1-0DFE-19C75C27B6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13506" y="2521672"/>
              <a:ext cx="452966" cy="452966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F510620-742A-C541-C87F-587AF16B27C6}"/>
              </a:ext>
            </a:extLst>
          </p:cNvPr>
          <p:cNvGrpSpPr/>
          <p:nvPr/>
        </p:nvGrpSpPr>
        <p:grpSpPr>
          <a:xfrm>
            <a:off x="4846225" y="2184401"/>
            <a:ext cx="2496580" cy="2243665"/>
            <a:chOff x="4846225" y="2184401"/>
            <a:chExt cx="2496580" cy="224366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47D6497-7FBB-4913-6C91-9425816C8CDF}"/>
                </a:ext>
              </a:extLst>
            </p:cNvPr>
            <p:cNvSpPr/>
            <p:nvPr/>
          </p:nvSpPr>
          <p:spPr>
            <a:xfrm>
              <a:off x="4851942" y="2184401"/>
              <a:ext cx="2490863" cy="2243665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" name="Text Placeholder 5">
              <a:extLst>
                <a:ext uri="{FF2B5EF4-FFF2-40B4-BE49-F238E27FC236}">
                  <a16:creationId xmlns:a16="http://schemas.microsoft.com/office/drawing/2014/main" id="{93A70C38-78BC-4300-DEC8-7BB3E3F6E296}"/>
                </a:ext>
              </a:extLst>
            </p:cNvPr>
            <p:cNvSpPr txBox="1">
              <a:spLocks/>
            </p:cNvSpPr>
            <p:nvPr/>
          </p:nvSpPr>
          <p:spPr>
            <a:xfrm>
              <a:off x="4846225" y="3241335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Assistant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Uses tools when asked</a:t>
              </a: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1C5EBE0A-0887-4DBD-262A-C8723DE9AB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70890" y="2521509"/>
              <a:ext cx="452966" cy="4529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C9809-F879-EF51-BED7-0B7A8C542266}"/>
              </a:ext>
            </a:extLst>
          </p:cNvPr>
          <p:cNvGrpSpPr/>
          <p:nvPr/>
        </p:nvGrpSpPr>
        <p:grpSpPr>
          <a:xfrm>
            <a:off x="7609326" y="2184401"/>
            <a:ext cx="2496361" cy="2243665"/>
            <a:chOff x="7609326" y="2184401"/>
            <a:chExt cx="2496361" cy="2243665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F5A6340-DDD0-AF8B-F614-6BF50FC081D2}"/>
                </a:ext>
              </a:extLst>
            </p:cNvPr>
            <p:cNvSpPr/>
            <p:nvPr/>
          </p:nvSpPr>
          <p:spPr>
            <a:xfrm>
              <a:off x="7609326" y="2184401"/>
              <a:ext cx="2490863" cy="2243665"/>
            </a:xfrm>
            <a:prstGeom prst="roundRect">
              <a:avLst>
                <a:gd name="adj" fmla="val 4242"/>
              </a:avLst>
            </a:prstGeom>
            <a:gradFill flip="none" rotWithShape="1">
              <a:gsLst>
                <a:gs pos="0">
                  <a:schemeClr val="accent2">
                    <a:lumMod val="50000"/>
                    <a:alpha val="54286"/>
                  </a:schemeClr>
                </a:gs>
                <a:gs pos="26000">
                  <a:schemeClr val="tx1">
                    <a:alpha val="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50000"/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" name="Text Placeholder 5">
              <a:extLst>
                <a:ext uri="{FF2B5EF4-FFF2-40B4-BE49-F238E27FC236}">
                  <a16:creationId xmlns:a16="http://schemas.microsoft.com/office/drawing/2014/main" id="{DC24FA51-0C80-F1B2-C25F-5B2EE9FB9E68}"/>
                </a:ext>
              </a:extLst>
            </p:cNvPr>
            <p:cNvSpPr txBox="1">
              <a:spLocks/>
            </p:cNvSpPr>
            <p:nvPr/>
          </p:nvSpPr>
          <p:spPr>
            <a:xfrm>
              <a:off x="7614825" y="3241335"/>
              <a:ext cx="2490862" cy="3896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2000" b="1" dirty="0">
                  <a:solidFill>
                    <a:schemeClr val="accent2"/>
                  </a:solidFill>
                  <a:latin typeface="DM Sans 14pt" pitchFamily="2" charset="77"/>
                </a:rPr>
                <a:t>Agent</a:t>
              </a:r>
              <a:endParaRPr lang="en-US" b="1" dirty="0">
                <a:solidFill>
                  <a:schemeClr val="accent2"/>
                </a:solidFill>
                <a:latin typeface="DM Sans 14pt" pitchFamily="2" charset="77"/>
              </a:endParaRPr>
            </a:p>
            <a:p>
              <a:pPr marL="7938" indent="0" algn="ctr">
                <a:spcAft>
                  <a:spcPts val="1200"/>
                </a:spcAft>
                <a:buFont typeface="Arial" panose="020B0604020202020204" pitchFamily="34" charset="0"/>
                <a:buNone/>
              </a:pPr>
              <a:r>
                <a:rPr lang="en-US" sz="1200" dirty="0"/>
                <a:t>Plans &amp; acts autonomously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BCC68016-6BCA-11CB-8B60-4D9BFC5A05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638703" y="2521509"/>
              <a:ext cx="436937" cy="436937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BE2724F-91B0-10B6-C877-6733DE7BE065}"/>
              </a:ext>
            </a:extLst>
          </p:cNvPr>
          <p:cNvGrpSpPr/>
          <p:nvPr/>
        </p:nvGrpSpPr>
        <p:grpSpPr>
          <a:xfrm>
            <a:off x="2244826" y="4281905"/>
            <a:ext cx="2194560" cy="972510"/>
            <a:chOff x="2244826" y="4281905"/>
            <a:chExt cx="2194560" cy="97251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22C6B5-874B-F8F6-9525-DBC98961C5A4}"/>
                </a:ext>
              </a:extLst>
            </p:cNvPr>
            <p:cNvSpPr/>
            <p:nvPr/>
          </p:nvSpPr>
          <p:spPr>
            <a:xfrm>
              <a:off x="3195945" y="4281905"/>
              <a:ext cx="292321" cy="292321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F38DEF8-BB99-60AE-6C82-0CCE083412C5}"/>
                </a:ext>
              </a:extLst>
            </p:cNvPr>
            <p:cNvCxnSpPr>
              <a:cxnSpLocks/>
            </p:cNvCxnSpPr>
            <p:nvPr/>
          </p:nvCxnSpPr>
          <p:spPr>
            <a:xfrm>
              <a:off x="3342106" y="4658893"/>
              <a:ext cx="0" cy="193491"/>
            </a:xfrm>
            <a:prstGeom prst="line">
              <a:avLst/>
            </a:prstGeom>
            <a:ln w="3175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CFF50CC0-4A5C-CB1A-8DD7-4B1391A88E7C}"/>
                </a:ext>
              </a:extLst>
            </p:cNvPr>
            <p:cNvSpPr/>
            <p:nvPr/>
          </p:nvSpPr>
          <p:spPr>
            <a:xfrm>
              <a:off x="2244826" y="4934375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2022-2023</a:t>
              </a:r>
              <a:endParaRPr lang="en-US" sz="11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44CCB9E-3C10-EA56-E172-539CB90CF5ED}"/>
              </a:ext>
            </a:extLst>
          </p:cNvPr>
          <p:cNvGrpSpPr/>
          <p:nvPr/>
        </p:nvGrpSpPr>
        <p:grpSpPr>
          <a:xfrm>
            <a:off x="4994376" y="4281905"/>
            <a:ext cx="2194560" cy="966582"/>
            <a:chOff x="4994376" y="4281905"/>
            <a:chExt cx="2194560" cy="96658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C62CC5-CEB3-F15C-ECA3-F392F206E4C8}"/>
                </a:ext>
              </a:extLst>
            </p:cNvPr>
            <p:cNvSpPr/>
            <p:nvPr/>
          </p:nvSpPr>
          <p:spPr>
            <a:xfrm>
              <a:off x="5956079" y="4281905"/>
              <a:ext cx="292321" cy="292321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F059739-2D80-D1E8-E4F6-DA3D6B5BA302}"/>
                </a:ext>
              </a:extLst>
            </p:cNvPr>
            <p:cNvCxnSpPr>
              <a:cxnSpLocks/>
            </p:cNvCxnSpPr>
            <p:nvPr/>
          </p:nvCxnSpPr>
          <p:spPr>
            <a:xfrm>
              <a:off x="6102240" y="4658893"/>
              <a:ext cx="0" cy="193491"/>
            </a:xfrm>
            <a:prstGeom prst="line">
              <a:avLst/>
            </a:prstGeom>
            <a:ln w="3175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0CDE0E64-731A-1EE3-1A81-E66BE49C0D91}"/>
                </a:ext>
              </a:extLst>
            </p:cNvPr>
            <p:cNvSpPr/>
            <p:nvPr/>
          </p:nvSpPr>
          <p:spPr>
            <a:xfrm>
              <a:off x="4994376" y="4928447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2024</a:t>
              </a:r>
              <a:endParaRPr lang="en-US" sz="11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1D64E3-4CF8-5252-1BBF-B1ED6CFE65AC}"/>
              </a:ext>
            </a:extLst>
          </p:cNvPr>
          <p:cNvGrpSpPr/>
          <p:nvPr/>
        </p:nvGrpSpPr>
        <p:grpSpPr>
          <a:xfrm>
            <a:off x="7752616" y="4281905"/>
            <a:ext cx="2194560" cy="966582"/>
            <a:chOff x="7752616" y="4281905"/>
            <a:chExt cx="2194560" cy="96658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60056D5-28A5-CF24-F4BC-B1948B054FD7}"/>
                </a:ext>
              </a:extLst>
            </p:cNvPr>
            <p:cNvSpPr/>
            <p:nvPr/>
          </p:nvSpPr>
          <p:spPr>
            <a:xfrm>
              <a:off x="8716212" y="4281905"/>
              <a:ext cx="292321" cy="292321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136DFF9-906C-F9E3-22F3-A5E84D6DB0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2374" y="4658893"/>
              <a:ext cx="0" cy="193491"/>
            </a:xfrm>
            <a:prstGeom prst="line">
              <a:avLst/>
            </a:prstGeom>
            <a:ln w="3175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 14">
              <a:extLst>
                <a:ext uri="{FF2B5EF4-FFF2-40B4-BE49-F238E27FC236}">
                  <a16:creationId xmlns:a16="http://schemas.microsoft.com/office/drawing/2014/main" id="{9D6B388E-8BFA-E3BF-462F-B13D9CC5FCE2}"/>
                </a:ext>
              </a:extLst>
            </p:cNvPr>
            <p:cNvSpPr/>
            <p:nvPr/>
          </p:nvSpPr>
          <p:spPr>
            <a:xfrm>
              <a:off x="7752616" y="4928447"/>
              <a:ext cx="21945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chemeClr val="bg1"/>
                  </a:solidFill>
                  <a:latin typeface="DM Sans 14pt" pitchFamily="2" charset="77"/>
                  <a:ea typeface="Calibri" pitchFamily="34" charset="-122"/>
                  <a:cs typeface="Calibri" pitchFamily="34" charset="-120"/>
                </a:rPr>
                <a:t>2025-2026</a:t>
              </a:r>
              <a:endParaRPr lang="en-US" sz="11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A6B1015-A820-5C29-B47F-7A66D7188581}"/>
              </a:ext>
            </a:extLst>
          </p:cNvPr>
          <p:cNvCxnSpPr>
            <a:cxnSpLocks/>
          </p:cNvCxnSpPr>
          <p:nvPr/>
        </p:nvCxnSpPr>
        <p:spPr>
          <a:xfrm>
            <a:off x="6111063" y="4758266"/>
            <a:ext cx="2753894" cy="0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48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32BC-A4B0-096B-5BE3-1C59BF57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The Modern AI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9F929-87E2-72A8-717B-FD18960F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200" y="1159796"/>
            <a:ext cx="4571600" cy="304937"/>
          </a:xfrm>
        </p:spPr>
        <p:txBody>
          <a:bodyPr/>
          <a:lstStyle/>
          <a:p>
            <a:pPr algn="ctr"/>
            <a:r>
              <a:rPr lang="en-US" dirty="0"/>
              <a:t>How it all fits together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8FE71B-B018-955F-1FEB-9E4533A79AC4}"/>
              </a:ext>
            </a:extLst>
          </p:cNvPr>
          <p:cNvGrpSpPr/>
          <p:nvPr/>
        </p:nvGrpSpPr>
        <p:grpSpPr>
          <a:xfrm>
            <a:off x="3352800" y="4678749"/>
            <a:ext cx="5486400" cy="548640"/>
            <a:chOff x="3352800" y="4678749"/>
            <a:chExt cx="5486400" cy="54864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6F4EA745-4EC1-DA48-653D-834FC6100C01}"/>
                </a:ext>
              </a:extLst>
            </p:cNvPr>
            <p:cNvSpPr/>
            <p:nvPr/>
          </p:nvSpPr>
          <p:spPr>
            <a:xfrm>
              <a:off x="3352800" y="4678749"/>
              <a:ext cx="5486400" cy="54864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43824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3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7CC70EB-21FA-8160-10E0-7778F6687616}"/>
                </a:ext>
              </a:extLst>
            </p:cNvPr>
            <p:cNvSpPr/>
            <p:nvPr/>
          </p:nvSpPr>
          <p:spPr>
            <a:xfrm>
              <a:off x="3352800" y="4678749"/>
              <a:ext cx="5486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Local Models (Ollama / LM Studio)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008ABC-875F-0588-5A8A-32D69F5D3DB7}"/>
              </a:ext>
            </a:extLst>
          </p:cNvPr>
          <p:cNvGrpSpPr/>
          <p:nvPr/>
        </p:nvGrpSpPr>
        <p:grpSpPr>
          <a:xfrm>
            <a:off x="3078480" y="3992948"/>
            <a:ext cx="6035040" cy="548641"/>
            <a:chOff x="3078480" y="3992948"/>
            <a:chExt cx="6035040" cy="548641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A7B715B-B62A-69D4-D466-5B3E301743C4}"/>
                </a:ext>
              </a:extLst>
            </p:cNvPr>
            <p:cNvSpPr/>
            <p:nvPr/>
          </p:nvSpPr>
          <p:spPr>
            <a:xfrm>
              <a:off x="3078480" y="3992948"/>
              <a:ext cx="6035040" cy="54864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43824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3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D26DA081-C621-B797-4532-55708F8C32CE}"/>
                </a:ext>
              </a:extLst>
            </p:cNvPr>
            <p:cNvSpPr/>
            <p:nvPr/>
          </p:nvSpPr>
          <p:spPr>
            <a:xfrm>
              <a:off x="3078480" y="3992949"/>
              <a:ext cx="60350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Cloud APIs (OpenAI / Google / Anthropic)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C65D4A1-71BD-50A1-1400-78C29CC736EE}"/>
              </a:ext>
            </a:extLst>
          </p:cNvPr>
          <p:cNvGrpSpPr/>
          <p:nvPr/>
        </p:nvGrpSpPr>
        <p:grpSpPr>
          <a:xfrm>
            <a:off x="2804160" y="3307148"/>
            <a:ext cx="6583680" cy="548641"/>
            <a:chOff x="2804160" y="3307148"/>
            <a:chExt cx="6583680" cy="548641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CEE7CD1-FC19-AAD2-5325-1AD677A86015}"/>
                </a:ext>
              </a:extLst>
            </p:cNvPr>
            <p:cNvSpPr/>
            <p:nvPr/>
          </p:nvSpPr>
          <p:spPr>
            <a:xfrm>
              <a:off x="2804160" y="3307148"/>
              <a:ext cx="6583680" cy="54864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43824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3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5FCD7B72-4733-C81D-2D4B-A71516DF788A}"/>
                </a:ext>
              </a:extLst>
            </p:cNvPr>
            <p:cNvSpPr/>
            <p:nvPr/>
          </p:nvSpPr>
          <p:spPr>
            <a:xfrm>
              <a:off x="2804160" y="3307149"/>
              <a:ext cx="65836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RAG (Your Data + Vector Search)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8B3D5-C2AA-C9FB-7620-8FD17D8E9E45}"/>
              </a:ext>
            </a:extLst>
          </p:cNvPr>
          <p:cNvGrpSpPr/>
          <p:nvPr/>
        </p:nvGrpSpPr>
        <p:grpSpPr>
          <a:xfrm>
            <a:off x="2529840" y="2621348"/>
            <a:ext cx="7132320" cy="548641"/>
            <a:chOff x="2529840" y="2621348"/>
            <a:chExt cx="7132320" cy="548641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B9D9476-E2C4-FD93-98CF-211E82FFBB2B}"/>
                </a:ext>
              </a:extLst>
            </p:cNvPr>
            <p:cNvSpPr/>
            <p:nvPr/>
          </p:nvSpPr>
          <p:spPr>
            <a:xfrm>
              <a:off x="2529840" y="2621348"/>
              <a:ext cx="7132320" cy="54864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43824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3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E4DCA22F-73EB-497B-9CF8-6C18F8708A73}"/>
                </a:ext>
              </a:extLst>
            </p:cNvPr>
            <p:cNvSpPr/>
            <p:nvPr/>
          </p:nvSpPr>
          <p:spPr>
            <a:xfrm>
              <a:off x="2529840" y="2621349"/>
              <a:ext cx="7132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MCP (Universal Tool Connection)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C1C3F0C-0D0B-1076-EEBC-63BAE47390B9}"/>
              </a:ext>
            </a:extLst>
          </p:cNvPr>
          <p:cNvGrpSpPr/>
          <p:nvPr/>
        </p:nvGrpSpPr>
        <p:grpSpPr>
          <a:xfrm>
            <a:off x="2255520" y="1935548"/>
            <a:ext cx="7680960" cy="548641"/>
            <a:chOff x="2255520" y="1935548"/>
            <a:chExt cx="7680960" cy="54864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B4F354B-8817-AC61-64F9-FFB6FD7B33B4}"/>
                </a:ext>
              </a:extLst>
            </p:cNvPr>
            <p:cNvSpPr/>
            <p:nvPr/>
          </p:nvSpPr>
          <p:spPr>
            <a:xfrm>
              <a:off x="2255520" y="1935548"/>
              <a:ext cx="7680960" cy="548640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accent2">
                    <a:alpha val="43824"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accent2">
                  <a:lumMod val="50000"/>
                  <a:alpha val="36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0068C456-3687-72C3-6D2A-04C1CA01BEF8}"/>
                </a:ext>
              </a:extLst>
            </p:cNvPr>
            <p:cNvSpPr/>
            <p:nvPr/>
          </p:nvSpPr>
          <p:spPr>
            <a:xfrm>
              <a:off x="2255520" y="1935549"/>
              <a:ext cx="768096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chemeClr val="bg1"/>
                  </a:solidFill>
                  <a:latin typeface="DM Sans 14pt" pitchFamily="2" charset="77"/>
                  <a:ea typeface="Trebuchet MS" pitchFamily="34" charset="-122"/>
                  <a:cs typeface="Trebuchet MS" pitchFamily="34" charset="-120"/>
                </a:rPr>
                <a:t>AI Agents (Autonomous Workflows)</a:t>
              </a:r>
              <a:endParaRPr lang="en-US" sz="1300" dirty="0">
                <a:solidFill>
                  <a:schemeClr val="bg1"/>
                </a:solidFill>
                <a:latin typeface="DM Sans 14pt" pitchFamily="2" charset="77"/>
              </a:endParaRPr>
            </a:p>
          </p:txBody>
        </p: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EFC56C6-0EC3-934B-6E7C-5A887E81A8DD}"/>
              </a:ext>
            </a:extLst>
          </p:cNvPr>
          <p:cNvSpPr txBox="1">
            <a:spLocks/>
          </p:cNvSpPr>
          <p:nvPr/>
        </p:nvSpPr>
        <p:spPr>
          <a:xfrm>
            <a:off x="2319867" y="5698204"/>
            <a:ext cx="7552266" cy="30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93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0000"/>
              <a:buFont typeface="Arial" panose="020B0604020202020204" pitchFamily="34" charset="0"/>
              <a:buNone/>
              <a:tabLst/>
              <a:defRPr sz="1600" b="0" i="0" u="none" strike="noStrike" cap="none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Inter"/>
              </a:defRPr>
            </a:lvl1pPr>
            <a:lvl2pPr marL="1219170" marR="0" lvl="1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828754" marR="0" lvl="2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2438339" marR="0" lvl="3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3047924" marR="0" lvl="4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3657509" marR="0" lvl="5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4267093" marR="0" lvl="6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●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4876678" marR="0" lvl="7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○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5486263" marR="0" lvl="8" indent="-3979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Inter"/>
              <a:buChar char="■"/>
              <a:defRPr sz="1467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Each layer builds on the ones below. Start at the bottom and work up.</a:t>
            </a:r>
          </a:p>
        </p:txBody>
      </p:sp>
    </p:spTree>
    <p:extLst>
      <p:ext uri="{BB962C8B-B14F-4D97-AF65-F5344CB8AC3E}">
        <p14:creationId xmlns:p14="http://schemas.microsoft.com/office/powerpoint/2010/main" val="3433785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4294E-4C9D-42A5-D74F-00A9D2F36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200" y="457201"/>
            <a:ext cx="4571600" cy="574453"/>
          </a:xfrm>
        </p:spPr>
        <p:txBody>
          <a:bodyPr/>
          <a:lstStyle/>
          <a:p>
            <a:pPr algn="ctr"/>
            <a:r>
              <a:rPr lang="en-US" dirty="0"/>
              <a:t>Your Learning Path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4AB4F12-5DD8-CB75-F02A-5F7396AFACBF}"/>
              </a:ext>
            </a:extLst>
          </p:cNvPr>
          <p:cNvGrpSpPr/>
          <p:nvPr/>
        </p:nvGrpSpPr>
        <p:grpSpPr>
          <a:xfrm>
            <a:off x="3732389" y="1824566"/>
            <a:ext cx="2074331" cy="1604434"/>
            <a:chOff x="3732389" y="1824566"/>
            <a:chExt cx="2074331" cy="1604434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2CEFB8E-E1F0-B4F0-3FC9-EE8324DAD8E5}"/>
                </a:ext>
              </a:extLst>
            </p:cNvPr>
            <p:cNvGrpSpPr/>
            <p:nvPr/>
          </p:nvGrpSpPr>
          <p:grpSpPr>
            <a:xfrm>
              <a:off x="3732389" y="1824566"/>
              <a:ext cx="1333501" cy="368300"/>
              <a:chOff x="3611036" y="1824566"/>
              <a:chExt cx="1333501" cy="368300"/>
            </a:xfrm>
          </p:grpSpPr>
          <p:sp>
            <p:nvSpPr>
              <p:cNvPr id="17" name="Text Placeholder 2">
                <a:extLst>
                  <a:ext uri="{FF2B5EF4-FFF2-40B4-BE49-F238E27FC236}">
                    <a16:creationId xmlns:a16="http://schemas.microsoft.com/office/drawing/2014/main" id="{FFCB3D01-4F3B-3169-1AAB-93E6D77A03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8003" y="1885880"/>
                <a:ext cx="856534" cy="245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7938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10000"/>
                  <a:buFont typeface="Arial" panose="020B0604020202020204" pitchFamily="34" charset="0"/>
                  <a:buNone/>
                  <a:tabLst/>
                  <a:defRPr sz="160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Inter"/>
                  </a:defRPr>
                </a:lvl1pPr>
                <a:lvl2pPr marL="1219170" marR="0" lvl="1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2pPr>
                <a:lvl3pPr marL="1828754" marR="0" lvl="2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3pPr>
                <a:lvl4pPr marL="2438339" marR="0" lvl="3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4pPr>
                <a:lvl5pPr marL="3047924" marR="0" lvl="4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5pPr>
                <a:lvl6pPr marL="3657509" marR="0" lvl="5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6pPr>
                <a:lvl7pPr marL="4267093" marR="0" lvl="6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7pPr>
                <a:lvl8pPr marL="4876678" marR="0" lvl="7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8pPr>
                <a:lvl9pPr marL="5486263" marR="0" lvl="8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9pPr>
              </a:lstStyle>
              <a:p>
                <a:r>
                  <a:rPr lang="en-US" dirty="0">
                    <a:solidFill>
                      <a:schemeClr val="accent2"/>
                    </a:solidFill>
                    <a:latin typeface="DM Sans 14pt" pitchFamily="2" charset="77"/>
                  </a:rPr>
                  <a:t>Week 2</a:t>
                </a:r>
              </a:p>
            </p:txBody>
          </p:sp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B425683A-64C4-9590-AC8C-DF5F28A0E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611036" y="1824566"/>
                <a:ext cx="368300" cy="368300"/>
              </a:xfrm>
              <a:prstGeom prst="rect">
                <a:avLst/>
              </a:prstGeom>
            </p:spPr>
          </p:pic>
        </p:grpSp>
        <p:sp>
          <p:nvSpPr>
            <p:cNvPr id="24" name="Text Placeholder 3">
              <a:extLst>
                <a:ext uri="{FF2B5EF4-FFF2-40B4-BE49-F238E27FC236}">
                  <a16:creationId xmlns:a16="http://schemas.microsoft.com/office/drawing/2014/main" id="{C5E3A6DA-FD34-23CE-8E9C-3752F0709681}"/>
                </a:ext>
              </a:extLst>
            </p:cNvPr>
            <p:cNvSpPr txBox="1">
              <a:spLocks/>
            </p:cNvSpPr>
            <p:nvPr/>
          </p:nvSpPr>
          <p:spPr>
            <a:xfrm>
              <a:off x="3732389" y="2510543"/>
              <a:ext cx="2074331" cy="918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Pick a cloud provider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Get an API key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Make your first API call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D741C9-1A20-B32B-AC91-8D9421748078}"/>
              </a:ext>
            </a:extLst>
          </p:cNvPr>
          <p:cNvGrpSpPr/>
          <p:nvPr/>
        </p:nvGrpSpPr>
        <p:grpSpPr>
          <a:xfrm>
            <a:off x="6385278" y="1824566"/>
            <a:ext cx="2074331" cy="1604434"/>
            <a:chOff x="6385278" y="1824566"/>
            <a:chExt cx="2074331" cy="160443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B40A444-B18E-6C02-323B-1DB7C2C79A98}"/>
                </a:ext>
              </a:extLst>
            </p:cNvPr>
            <p:cNvGrpSpPr/>
            <p:nvPr/>
          </p:nvGrpSpPr>
          <p:grpSpPr>
            <a:xfrm>
              <a:off x="6385278" y="1824566"/>
              <a:ext cx="1333501" cy="368300"/>
              <a:chOff x="6515098" y="1824566"/>
              <a:chExt cx="1333501" cy="368300"/>
            </a:xfrm>
          </p:grpSpPr>
          <p:sp>
            <p:nvSpPr>
              <p:cNvPr id="19" name="Text Placeholder 2">
                <a:extLst>
                  <a:ext uri="{FF2B5EF4-FFF2-40B4-BE49-F238E27FC236}">
                    <a16:creationId xmlns:a16="http://schemas.microsoft.com/office/drawing/2014/main" id="{A9AB1078-0764-9197-B39D-79A6D7C494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92065" y="1885880"/>
                <a:ext cx="856534" cy="245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7938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10000"/>
                  <a:buFont typeface="Arial" panose="020B0604020202020204" pitchFamily="34" charset="0"/>
                  <a:buNone/>
                  <a:tabLst/>
                  <a:defRPr sz="160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Inter"/>
                  </a:defRPr>
                </a:lvl1pPr>
                <a:lvl2pPr marL="1219170" marR="0" lvl="1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2pPr>
                <a:lvl3pPr marL="1828754" marR="0" lvl="2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3pPr>
                <a:lvl4pPr marL="2438339" marR="0" lvl="3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4pPr>
                <a:lvl5pPr marL="3047924" marR="0" lvl="4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5pPr>
                <a:lvl6pPr marL="3657509" marR="0" lvl="5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6pPr>
                <a:lvl7pPr marL="4267093" marR="0" lvl="6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7pPr>
                <a:lvl8pPr marL="4876678" marR="0" lvl="7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8pPr>
                <a:lvl9pPr marL="5486263" marR="0" lvl="8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9pPr>
              </a:lstStyle>
              <a:p>
                <a:r>
                  <a:rPr lang="en-US" dirty="0">
                    <a:solidFill>
                      <a:schemeClr val="accent2"/>
                    </a:solidFill>
                    <a:latin typeface="DM Sans 14pt" pitchFamily="2" charset="77"/>
                  </a:rPr>
                  <a:t>Week 3</a:t>
                </a:r>
              </a:p>
            </p:txBody>
          </p:sp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90625FB4-1F1E-031B-696F-E268CA463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515098" y="1824566"/>
                <a:ext cx="368300" cy="368300"/>
              </a:xfrm>
              <a:prstGeom prst="rect">
                <a:avLst/>
              </a:prstGeom>
            </p:spPr>
          </p:pic>
        </p:grpSp>
        <p:sp>
          <p:nvSpPr>
            <p:cNvPr id="25" name="Text Placeholder 3">
              <a:extLst>
                <a:ext uri="{FF2B5EF4-FFF2-40B4-BE49-F238E27FC236}">
                  <a16:creationId xmlns:a16="http://schemas.microsoft.com/office/drawing/2014/main" id="{7D04812F-21EE-1175-DCE7-8E86D08096B9}"/>
                </a:ext>
              </a:extLst>
            </p:cNvPr>
            <p:cNvSpPr txBox="1">
              <a:spLocks/>
            </p:cNvSpPr>
            <p:nvPr/>
          </p:nvSpPr>
          <p:spPr>
            <a:xfrm>
              <a:off x="6385278" y="2510543"/>
              <a:ext cx="2074331" cy="918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Add AI to a script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Automate a real task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Experiment with prompts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D492D5-313B-5BB8-A121-8AF26735BD75}"/>
              </a:ext>
            </a:extLst>
          </p:cNvPr>
          <p:cNvGrpSpPr/>
          <p:nvPr/>
        </p:nvGrpSpPr>
        <p:grpSpPr>
          <a:xfrm>
            <a:off x="9038166" y="1824566"/>
            <a:ext cx="2074334" cy="1604434"/>
            <a:chOff x="9038166" y="1824566"/>
            <a:chExt cx="2074334" cy="160443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3101783-EBC0-F3C5-E543-1527FC7BE482}"/>
                </a:ext>
              </a:extLst>
            </p:cNvPr>
            <p:cNvGrpSpPr/>
            <p:nvPr/>
          </p:nvGrpSpPr>
          <p:grpSpPr>
            <a:xfrm>
              <a:off x="9038166" y="1824566"/>
              <a:ext cx="1333501" cy="368300"/>
              <a:chOff x="9038166" y="1824566"/>
              <a:chExt cx="1333501" cy="368300"/>
            </a:xfrm>
          </p:grpSpPr>
          <p:sp>
            <p:nvSpPr>
              <p:cNvPr id="21" name="Text Placeholder 2">
                <a:extLst>
                  <a:ext uri="{FF2B5EF4-FFF2-40B4-BE49-F238E27FC236}">
                    <a16:creationId xmlns:a16="http://schemas.microsoft.com/office/drawing/2014/main" id="{6CE28B2C-B89C-2786-51D3-74AB1DBDD1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5133" y="1885880"/>
                <a:ext cx="856534" cy="245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7938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10000"/>
                  <a:buFont typeface="Arial" panose="020B0604020202020204" pitchFamily="34" charset="0"/>
                  <a:buNone/>
                  <a:tabLst/>
                  <a:defRPr sz="160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Inter"/>
                  </a:defRPr>
                </a:lvl1pPr>
                <a:lvl2pPr marL="1219170" marR="0" lvl="1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2pPr>
                <a:lvl3pPr marL="1828754" marR="0" lvl="2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3pPr>
                <a:lvl4pPr marL="2438339" marR="0" lvl="3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4pPr>
                <a:lvl5pPr marL="3047924" marR="0" lvl="4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5pPr>
                <a:lvl6pPr marL="3657509" marR="0" lvl="5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6pPr>
                <a:lvl7pPr marL="4267093" marR="0" lvl="6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7pPr>
                <a:lvl8pPr marL="4876678" marR="0" lvl="7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8pPr>
                <a:lvl9pPr marL="5486263" marR="0" lvl="8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9pPr>
              </a:lstStyle>
              <a:p>
                <a:r>
                  <a:rPr lang="en-US" dirty="0">
                    <a:solidFill>
                      <a:schemeClr val="accent2"/>
                    </a:solidFill>
                    <a:latin typeface="DM Sans 14pt" pitchFamily="2" charset="77"/>
                  </a:rPr>
                  <a:t>Week 3</a:t>
                </a:r>
              </a:p>
            </p:txBody>
          </p:sp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7AA12A69-3900-F2F2-D31F-CCE0D9DEF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038166" y="1824566"/>
                <a:ext cx="368300" cy="368300"/>
              </a:xfrm>
              <a:prstGeom prst="rect">
                <a:avLst/>
              </a:prstGeom>
            </p:spPr>
          </p:pic>
        </p:grpSp>
        <p:sp>
          <p:nvSpPr>
            <p:cNvPr id="26" name="Text Placeholder 3">
              <a:extLst>
                <a:ext uri="{FF2B5EF4-FFF2-40B4-BE49-F238E27FC236}">
                  <a16:creationId xmlns:a16="http://schemas.microsoft.com/office/drawing/2014/main" id="{CEEB4CC6-31BA-52A5-E001-24D1DD6C55B3}"/>
                </a:ext>
              </a:extLst>
            </p:cNvPr>
            <p:cNvSpPr txBox="1">
              <a:spLocks/>
            </p:cNvSpPr>
            <p:nvPr/>
          </p:nvSpPr>
          <p:spPr>
            <a:xfrm>
              <a:off x="9038169" y="2510543"/>
              <a:ext cx="2074331" cy="918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Explore RAG &amp; MCP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Build an agent workflow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Share what you learned!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3ECB90E-693B-BDD5-4AA1-A4CE2C00549C}"/>
              </a:ext>
            </a:extLst>
          </p:cNvPr>
          <p:cNvGrpSpPr/>
          <p:nvPr/>
        </p:nvGrpSpPr>
        <p:grpSpPr>
          <a:xfrm>
            <a:off x="1079500" y="1824566"/>
            <a:ext cx="2074331" cy="1604434"/>
            <a:chOff x="1079500" y="1824566"/>
            <a:chExt cx="2074331" cy="1604434"/>
          </a:xfrm>
        </p:grpSpPr>
        <p:sp>
          <p:nvSpPr>
            <p:cNvPr id="23" name="Text Placeholder 3">
              <a:extLst>
                <a:ext uri="{FF2B5EF4-FFF2-40B4-BE49-F238E27FC236}">
                  <a16:creationId xmlns:a16="http://schemas.microsoft.com/office/drawing/2014/main" id="{C0E00CF0-0279-92D9-BE0D-36CD3264A9AA}"/>
                </a:ext>
              </a:extLst>
            </p:cNvPr>
            <p:cNvSpPr txBox="1">
              <a:spLocks/>
            </p:cNvSpPr>
            <p:nvPr/>
          </p:nvSpPr>
          <p:spPr>
            <a:xfrm>
              <a:off x="1079500" y="2510543"/>
              <a:ext cx="2074331" cy="9184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293688" marR="0" lvl="0" indent="-2857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10000"/>
                <a:buFont typeface="Arial" panose="020B0604020202020204" pitchFamily="34" charset="0"/>
                <a:buChar char="•"/>
                <a:tabLst/>
                <a:defRPr sz="1600" b="0" i="0" u="none" strike="noStrike" cap="none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●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○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39792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100"/>
                <a:buFont typeface="Inter"/>
                <a:buChar char="■"/>
                <a:defRPr sz="1467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Install </a:t>
              </a:r>
              <a:r>
                <a:rPr lang="en-US" sz="1200" dirty="0" err="1"/>
                <a:t>Ollama</a:t>
              </a:r>
              <a:endParaRPr lang="en-US" sz="1200" dirty="0"/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Chat with a local model</a:t>
              </a:r>
            </a:p>
            <a:p>
              <a:pPr>
                <a:spcAft>
                  <a:spcPts val="900"/>
                </a:spcAft>
                <a:buClr>
                  <a:schemeClr val="accent2">
                    <a:lumMod val="20000"/>
                    <a:lumOff val="80000"/>
                  </a:schemeClr>
                </a:buClr>
                <a:buFont typeface="+mj-lt"/>
                <a:buAutoNum type="arabicPeriod"/>
              </a:pPr>
              <a:r>
                <a:rPr lang="en-US" sz="1200" dirty="0"/>
                <a:t>Try different models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0EA7CF-69C7-9111-F277-26EB758BC05A}"/>
                </a:ext>
              </a:extLst>
            </p:cNvPr>
            <p:cNvGrpSpPr/>
            <p:nvPr/>
          </p:nvGrpSpPr>
          <p:grpSpPr>
            <a:xfrm>
              <a:off x="1079500" y="1824566"/>
              <a:ext cx="1333501" cy="368300"/>
              <a:chOff x="1079500" y="1824566"/>
              <a:chExt cx="1333501" cy="368300"/>
            </a:xfrm>
          </p:grpSpPr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0E9DDEB3-0728-96EB-6A3E-D6EFF73C0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079500" y="1824566"/>
                <a:ext cx="368300" cy="368300"/>
              </a:xfrm>
              <a:prstGeom prst="rect">
                <a:avLst/>
              </a:prstGeom>
            </p:spPr>
          </p:pic>
          <p:sp>
            <p:nvSpPr>
              <p:cNvPr id="32" name="Text Placeholder 2">
                <a:extLst>
                  <a:ext uri="{FF2B5EF4-FFF2-40B4-BE49-F238E27FC236}">
                    <a16:creationId xmlns:a16="http://schemas.microsoft.com/office/drawing/2014/main" id="{70B06AE4-BCBF-EBE1-506E-1D9D13D9AE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6467" y="1885880"/>
                <a:ext cx="856534" cy="245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7938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10000"/>
                  <a:buFont typeface="Arial" panose="020B0604020202020204" pitchFamily="34" charset="0"/>
                  <a:buNone/>
                  <a:tabLst/>
                  <a:defRPr sz="1600" b="0" i="0" u="none" strike="noStrike" cap="none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Inter"/>
                  </a:defRPr>
                </a:lvl1pPr>
                <a:lvl2pPr marL="1219170" marR="0" lvl="1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2pPr>
                <a:lvl3pPr marL="1828754" marR="0" lvl="2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3pPr>
                <a:lvl4pPr marL="2438339" marR="0" lvl="3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4pPr>
                <a:lvl5pPr marL="3047924" marR="0" lvl="4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5pPr>
                <a:lvl6pPr marL="3657509" marR="0" lvl="5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6pPr>
                <a:lvl7pPr marL="4267093" marR="0" lvl="6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●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7pPr>
                <a:lvl8pPr marL="4876678" marR="0" lvl="7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○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8pPr>
                <a:lvl9pPr marL="5486263" marR="0" lvl="8" indent="-39792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100"/>
                  <a:buFont typeface="Inter"/>
                  <a:buChar char="■"/>
                  <a:defRPr sz="1467" b="0" i="0" u="none" strike="noStrike" cap="none">
                    <a:solidFill>
                      <a:schemeClr val="lt2"/>
                    </a:solidFill>
                    <a:latin typeface="Inter"/>
                    <a:ea typeface="Inter"/>
                    <a:cs typeface="Inter"/>
                    <a:sym typeface="Inter"/>
                  </a:defRPr>
                </a:lvl9pPr>
              </a:lstStyle>
              <a:p>
                <a:r>
                  <a:rPr lang="en-US">
                    <a:solidFill>
                      <a:schemeClr val="accent2"/>
                    </a:solidFill>
                    <a:latin typeface="DM Sans 14pt" pitchFamily="2" charset="77"/>
                  </a:rPr>
                  <a:t>Week 1</a:t>
                </a:r>
                <a:endParaRPr lang="en-US" dirty="0">
                  <a:solidFill>
                    <a:schemeClr val="accent2"/>
                  </a:solidFill>
                  <a:latin typeface="DM Sans 14pt" pitchFamily="2" charset="7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6071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>
          <a:extLst>
            <a:ext uri="{FF2B5EF4-FFF2-40B4-BE49-F238E27FC236}">
              <a16:creationId xmlns:a16="http://schemas.microsoft.com/office/drawing/2014/main" id="{0E641D2D-C205-D5B0-19CB-89835B92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76">
            <a:extLst>
              <a:ext uri="{FF2B5EF4-FFF2-40B4-BE49-F238E27FC236}">
                <a16:creationId xmlns:a16="http://schemas.microsoft.com/office/drawing/2014/main" id="{3A607C98-6359-CFF7-BF7D-923300C85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2237" y="1027397"/>
            <a:ext cx="7152000" cy="225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sz="6600" dirty="0"/>
              <a:t>AI Doesn't Bite.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3EDF268-6A97-6835-9DC2-7C253422F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238" y="5727690"/>
            <a:ext cx="1353562" cy="4043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46835B3-6C2E-98A6-81CB-F8884D548E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2569" b="25244"/>
          <a:stretch>
            <a:fillRect/>
          </a:stretch>
        </p:blipFill>
        <p:spPr>
          <a:xfrm>
            <a:off x="5285535" y="952695"/>
            <a:ext cx="6906466" cy="59053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87FFF6-25C1-DC18-011B-A2012DC6ED4F}"/>
              </a:ext>
            </a:extLst>
          </p:cNvPr>
          <p:cNvSpPr txBox="1"/>
          <p:nvPr/>
        </p:nvSpPr>
        <p:spPr>
          <a:xfrm>
            <a:off x="572667" y="2613099"/>
            <a:ext cx="6734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>
                <a:solidFill>
                  <a:schemeClr val="accent2"/>
                </a:solidFill>
                <a:latin typeface="DM Sans 14pt" pitchFamily="2" charset="77"/>
              </a:rPr>
              <a:t>Start local. Experiment freely. Build something cool.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37C4D4-C44B-9361-C95F-839262FFB7EE}"/>
              </a:ext>
            </a:extLst>
          </p:cNvPr>
          <p:cNvGrpSpPr/>
          <p:nvPr/>
        </p:nvGrpSpPr>
        <p:grpSpPr>
          <a:xfrm>
            <a:off x="608441" y="3429000"/>
            <a:ext cx="4534506" cy="1508246"/>
            <a:chOff x="608441" y="3429000"/>
            <a:chExt cx="4534506" cy="1508246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0F8C18EC-1938-0F62-9418-B43A76B5111A}"/>
                </a:ext>
              </a:extLst>
            </p:cNvPr>
            <p:cNvSpPr/>
            <p:nvPr/>
          </p:nvSpPr>
          <p:spPr>
            <a:xfrm>
              <a:off x="608441" y="3429000"/>
              <a:ext cx="4446160" cy="1508246"/>
            </a:xfrm>
            <a:prstGeom prst="roundRect">
              <a:avLst>
                <a:gd name="adj" fmla="val 4242"/>
              </a:avLst>
            </a:prstGeom>
            <a:gradFill>
              <a:gsLst>
                <a:gs pos="14000">
                  <a:schemeClr val="bg2"/>
                </a:gs>
                <a:gs pos="100000">
                  <a:schemeClr val="bg2">
                    <a:alpha val="0"/>
                  </a:schemeClr>
                </a:gs>
              </a:gsLst>
              <a:lin ang="2700000" scaled="1"/>
            </a:gradFill>
            <a:ln w="3175">
              <a:solidFill>
                <a:schemeClr val="bg2">
                  <a:lumMod val="90000"/>
                  <a:lumOff val="10000"/>
                  <a:alpha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43840" tIns="121920" rIns="243840" bIns="121920" rtlCol="0" anchor="t"/>
            <a:lstStyle/>
            <a:p>
              <a:pPr defTabSz="1219170">
                <a:lnSpc>
                  <a:spcPts val="1867"/>
                </a:lnSpc>
                <a:spcAft>
                  <a:spcPts val="400"/>
                </a:spcAft>
              </a:pPr>
              <a:endParaRPr lang="en-US" sz="12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8DC6D2-86D8-E857-3066-21751F028986}"/>
                </a:ext>
              </a:extLst>
            </p:cNvPr>
            <p:cNvSpPr txBox="1"/>
            <p:nvPr/>
          </p:nvSpPr>
          <p:spPr>
            <a:xfrm>
              <a:off x="739487" y="3614777"/>
              <a:ext cx="220439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en-US" sz="1800" dirty="0">
                  <a:solidFill>
                    <a:schemeClr val="bg1"/>
                  </a:solidFill>
                  <a:latin typeface="DM Sans 14pt" pitchFamily="2" charset="77"/>
                </a:rPr>
                <a:t>Get Started Today</a:t>
              </a:r>
            </a:p>
          </p:txBody>
        </p:sp>
        <p:sp>
          <p:nvSpPr>
            <p:cNvPr id="5" name="Subtitle 11">
              <a:extLst>
                <a:ext uri="{FF2B5EF4-FFF2-40B4-BE49-F238E27FC236}">
                  <a16:creationId xmlns:a16="http://schemas.microsoft.com/office/drawing/2014/main" id="{32EBB94C-0442-0285-9F0F-AF06DE82CD4E}"/>
                </a:ext>
              </a:extLst>
            </p:cNvPr>
            <p:cNvSpPr txBox="1">
              <a:spLocks/>
            </p:cNvSpPr>
            <p:nvPr/>
          </p:nvSpPr>
          <p:spPr>
            <a:xfrm>
              <a:off x="817585" y="4132512"/>
              <a:ext cx="2276430" cy="659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585" marR="0" lvl="0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110000"/>
                <a:buFont typeface="Arial" panose="020B0604020202020204" pitchFamily="34" charset="0"/>
                <a:buNone/>
                <a:defRPr sz="2400" b="0" i="0" u="none" strike="noStrike" cap="none">
                  <a:solidFill>
                    <a:schemeClr val="lt1"/>
                  </a:solidFill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r>
                <a:rPr lang="en-US" sz="12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2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ollama.com</a:t>
              </a:r>
              <a:endPara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r>
                <a:rPr lang="en-US" sz="12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2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platform.openai.com</a:t>
              </a:r>
              <a:endPara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9" name="Subtitle 11">
              <a:extLst>
                <a:ext uri="{FF2B5EF4-FFF2-40B4-BE49-F238E27FC236}">
                  <a16:creationId xmlns:a16="http://schemas.microsoft.com/office/drawing/2014/main" id="{FCFDCDDA-A42D-6DD8-4056-1FC2EF16C640}"/>
                </a:ext>
              </a:extLst>
            </p:cNvPr>
            <p:cNvSpPr txBox="1">
              <a:spLocks/>
            </p:cNvSpPr>
            <p:nvPr/>
          </p:nvSpPr>
          <p:spPr>
            <a:xfrm>
              <a:off x="2866517" y="4132512"/>
              <a:ext cx="2276430" cy="659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609585" marR="0" lvl="0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110000"/>
                <a:buFont typeface="Arial" panose="020B0604020202020204" pitchFamily="34" charset="0"/>
                <a:buNone/>
                <a:defRPr sz="2400" b="0" i="0" u="none" strike="noStrike" cap="none">
                  <a:solidFill>
                    <a:schemeClr val="lt1"/>
                  </a:solidFill>
                  <a:latin typeface="DM Sans 14pt" pitchFamily="2" charset="77"/>
                  <a:ea typeface="Open Sans" panose="020B0606030504020204" pitchFamily="34" charset="0"/>
                  <a:cs typeface="Open Sans" panose="020B0606030504020204" pitchFamily="34" charset="0"/>
                  <a:sym typeface="Inter"/>
                </a:defRPr>
              </a:lvl1pPr>
              <a:lvl2pPr marL="1219170" marR="0" lvl="1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2pPr>
              <a:lvl3pPr marL="1828754" marR="0" lvl="2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3pPr>
              <a:lvl4pPr marL="2438339" marR="0" lvl="3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4pPr>
              <a:lvl5pPr marL="3047924" marR="0" lvl="4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5pPr>
              <a:lvl6pPr marL="3657509" marR="0" lvl="5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6pPr>
              <a:lvl7pPr marL="4267093" marR="0" lvl="6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7pPr>
              <a:lvl8pPr marL="4876678" marR="0" lvl="7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○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8pPr>
              <a:lvl9pPr marL="5486263" marR="0" lvl="8" indent="-457189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■"/>
                <a:defRPr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defRPr>
              </a:lvl9pPr>
            </a:lstStyle>
            <a:p>
              <a:pPr marL="0" indent="0"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r>
                <a:rPr lang="en-US" sz="12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2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lmstudio.ai</a:t>
              </a:r>
              <a:endPara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spcAft>
                  <a:spcPts val="600"/>
                </a:spcAft>
              </a:pPr>
              <a:r>
                <a:rPr lang="en-US" sz="1200" dirty="0">
                  <a:solidFill>
                    <a:schemeClr val="accent2"/>
                  </a:solidFill>
                  <a:ea typeface="Calibri" pitchFamily="34" charset="-122"/>
                  <a:cs typeface="Calibri" pitchFamily="34" charset="-120"/>
                </a:rPr>
                <a:t>→</a:t>
              </a:r>
              <a:r>
                <a:rPr lang="en-US" sz="1200" dirty="0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  </a:t>
              </a:r>
              <a:r>
                <a:rPr lang="en-US" sz="1200" dirty="0" err="1">
                  <a:solidFill>
                    <a:schemeClr val="bg1"/>
                  </a:solidFill>
                  <a:ea typeface="Calibri" pitchFamily="34" charset="-122"/>
                  <a:cs typeface="Calibri" pitchFamily="34" charset="-120"/>
                </a:rPr>
                <a:t>console.anthropic.com</a:t>
              </a:r>
              <a:endParaRPr lang="en-US" sz="12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40849CC-BD93-9D5D-EAB6-F1678D046EA3}"/>
              </a:ext>
            </a:extLst>
          </p:cNvPr>
          <p:cNvSpPr txBox="1"/>
          <p:nvPr/>
        </p:nvSpPr>
        <p:spPr>
          <a:xfrm>
            <a:off x="572667" y="770568"/>
            <a:ext cx="27801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800" dirty="0">
                <a:solidFill>
                  <a:schemeClr val="accent2">
                    <a:lumMod val="20000"/>
                    <a:lumOff val="80000"/>
                  </a:schemeClr>
                </a:solidFill>
                <a:latin typeface="DM Sans 14pt" pitchFamily="2" charset="77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58894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DF60C721-EF5C-CC7C-87EE-E6F296A72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569" b="53251"/>
          <a:stretch>
            <a:fillRect/>
          </a:stretch>
        </p:blipFill>
        <p:spPr>
          <a:xfrm rot="10800000">
            <a:off x="0" y="0"/>
            <a:ext cx="6906466" cy="3692882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A1DE9A6-3C5A-024E-811E-1C42E912CB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569" b="53251"/>
          <a:stretch>
            <a:fillRect/>
          </a:stretch>
        </p:blipFill>
        <p:spPr>
          <a:xfrm>
            <a:off x="5285535" y="3165119"/>
            <a:ext cx="6906466" cy="36928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6956A15-FE86-27DE-6B9A-5D3B5A7CC8DA}"/>
              </a:ext>
            </a:extLst>
          </p:cNvPr>
          <p:cNvSpPr/>
          <p:nvPr/>
        </p:nvSpPr>
        <p:spPr>
          <a:xfrm>
            <a:off x="939802" y="1740613"/>
            <a:ext cx="3087913" cy="3087913"/>
          </a:xfrm>
          <a:prstGeom prst="rect">
            <a:avLst/>
          </a:prstGeom>
          <a:solidFill>
            <a:schemeClr val="tx1">
              <a:alpha val="6235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1251257-DE3F-196A-E2F8-345EA57E62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02" y="1740613"/>
            <a:ext cx="3087913" cy="308791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F1FCB79-1839-17CF-523E-1E974D4A98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1685" y="1760345"/>
            <a:ext cx="8620315" cy="3727357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67021-B3A8-7483-F68D-6CEC542357A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01743" y="1658938"/>
            <a:ext cx="4570412" cy="712787"/>
          </a:xfrm>
          <a:prstGeom prst="rect">
            <a:avLst/>
          </a:prstGeo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  <a:latin typeface="DM Sans 14pt" pitchFamily="2" charset="77"/>
              </a:rPr>
              <a:t>Join the</a:t>
            </a:r>
          </a:p>
        </p:txBody>
      </p:sp>
    </p:spTree>
    <p:extLst>
      <p:ext uri="{BB962C8B-B14F-4D97-AF65-F5344CB8AC3E}">
        <p14:creationId xmlns:p14="http://schemas.microsoft.com/office/powerpoint/2010/main" val="2319076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8E1656C8-BE86-8C9A-9C92-10847E3E4E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569" b="53251"/>
          <a:stretch>
            <a:fillRect/>
          </a:stretch>
        </p:blipFill>
        <p:spPr>
          <a:xfrm flipV="1">
            <a:off x="3512009" y="4966"/>
            <a:ext cx="8679992" cy="464118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55CFC-C676-E009-1560-9C80D50661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4357" y="1036514"/>
            <a:ext cx="7175003" cy="1636400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>
                <a:solidFill>
                  <a:schemeClr val="accent2"/>
                </a:solidFill>
                <a:latin typeface="DM Sans 14pt SemiBold" pitchFamily="2" charset="77"/>
              </a:rPr>
              <a:t>Enter to Win!</a:t>
            </a:r>
            <a:br>
              <a:rPr lang="en-US" sz="4800" b="1" dirty="0">
                <a:solidFill>
                  <a:schemeClr val="accent2"/>
                </a:solidFill>
                <a:latin typeface="DM Sans 14pt SemiBold" pitchFamily="2" charset="77"/>
              </a:rPr>
            </a:br>
            <a:r>
              <a:rPr lang="en-US" sz="4000" b="1" dirty="0">
                <a:solidFill>
                  <a:schemeClr val="bg1"/>
                </a:solidFill>
                <a:latin typeface="DM Sans 14pt SemiBold" pitchFamily="2" charset="77"/>
              </a:rPr>
              <a:t>Mac Mini + </a:t>
            </a:r>
            <a:br>
              <a:rPr lang="en-US" sz="4000" b="1" dirty="0">
                <a:solidFill>
                  <a:schemeClr val="bg1"/>
                </a:solidFill>
                <a:latin typeface="DM Sans 14pt SemiBold" pitchFamily="2" charset="77"/>
              </a:rPr>
            </a:br>
            <a:r>
              <a:rPr lang="en-US" sz="4000" b="1" dirty="0">
                <a:solidFill>
                  <a:schemeClr val="bg1"/>
                </a:solidFill>
                <a:latin typeface="DM Sans 14pt SemiBold" pitchFamily="2" charset="77"/>
              </a:rPr>
              <a:t>1 Month Claude Max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D30637-AA02-13B2-0F1A-2B871552819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11430" y="3672151"/>
            <a:ext cx="4994044" cy="1351525"/>
          </a:xfrm>
          <a:prstGeom prst="rect">
            <a:avLst/>
          </a:prstGeom>
        </p:spPr>
        <p:txBody>
          <a:bodyPr/>
          <a:lstStyle/>
          <a:p>
            <a:pPr marL="342900" indent="-342900"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DM Sans 14pt" pitchFamily="2" charset="77"/>
              </a:rPr>
              <a:t>Scan your badge at the Itential Booth or </a:t>
            </a:r>
            <a:r>
              <a:rPr lang="en-US" sz="2400" dirty="0" err="1">
                <a:solidFill>
                  <a:schemeClr val="bg1"/>
                </a:solidFill>
                <a:latin typeface="DM Sans 14pt" pitchFamily="2" charset="77"/>
              </a:rPr>
              <a:t>VibeOps</a:t>
            </a:r>
            <a:r>
              <a:rPr lang="en-US" sz="2400" dirty="0">
                <a:solidFill>
                  <a:schemeClr val="bg1"/>
                </a:solidFill>
                <a:latin typeface="DM Sans 14pt" pitchFamily="2" charset="77"/>
              </a:rPr>
              <a:t> Lounge </a:t>
            </a:r>
          </a:p>
          <a:p>
            <a:pPr marL="342900" indent="-342900"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DM Sans 14pt" pitchFamily="2" charset="77"/>
              </a:rPr>
              <a:t>Must be present to win</a:t>
            </a:r>
          </a:p>
          <a:p>
            <a:pPr marL="342900" indent="-342900">
              <a:spcAft>
                <a:spcPts val="1200"/>
              </a:spcAft>
              <a:buClrTx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DM Sans 14pt" pitchFamily="2" charset="77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45BA80-7A36-5EBE-B93A-7CB28BB211F2}"/>
              </a:ext>
            </a:extLst>
          </p:cNvPr>
          <p:cNvGrpSpPr/>
          <p:nvPr/>
        </p:nvGrpSpPr>
        <p:grpSpPr>
          <a:xfrm>
            <a:off x="4409098" y="1287638"/>
            <a:ext cx="7175003" cy="5381253"/>
            <a:chOff x="5377356" y="856709"/>
            <a:chExt cx="6043906" cy="453293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53E664-9DDE-D5B6-61DA-1341EF7CB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/>
          </p:blipFill>
          <p:spPr>
            <a:xfrm>
              <a:off x="5377356" y="856709"/>
              <a:ext cx="6043906" cy="4532930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E71C87-FED0-CFEA-3007-11D712572ACB}"/>
                </a:ext>
              </a:extLst>
            </p:cNvPr>
            <p:cNvSpPr/>
            <p:nvPr/>
          </p:nvSpPr>
          <p:spPr>
            <a:xfrm>
              <a:off x="8188823" y="3607662"/>
              <a:ext cx="2081907" cy="130795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3FBF65D-8651-A961-9A11-E25657E43AB8}"/>
                </a:ext>
              </a:extLst>
            </p:cNvPr>
            <p:cNvGrpSpPr/>
            <p:nvPr/>
          </p:nvGrpSpPr>
          <p:grpSpPr>
            <a:xfrm>
              <a:off x="7704133" y="3294233"/>
              <a:ext cx="3717129" cy="1153696"/>
              <a:chOff x="7043798" y="5012929"/>
              <a:chExt cx="3717129" cy="1153696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D09DB86-01F4-875E-A00D-73113AAF2FCC}"/>
                  </a:ext>
                </a:extLst>
              </p:cNvPr>
              <p:cNvSpPr/>
              <p:nvPr/>
            </p:nvSpPr>
            <p:spPr>
              <a:xfrm>
                <a:off x="7336983" y="5206303"/>
                <a:ext cx="3423944" cy="960322"/>
              </a:xfrm>
              <a:prstGeom prst="roundRect">
                <a:avLst>
                  <a:gd name="adj" fmla="val 4242"/>
                </a:avLst>
              </a:prstGeom>
              <a:gradFill>
                <a:gsLst>
                  <a:gs pos="13000">
                    <a:schemeClr val="accent1">
                      <a:alpha val="13799"/>
                    </a:schemeClr>
                  </a:gs>
                  <a:gs pos="100000">
                    <a:schemeClr val="bg2">
                      <a:alpha val="0"/>
                    </a:schemeClr>
                  </a:gs>
                </a:gsLst>
                <a:lin ang="2700000" scaled="1"/>
              </a:gradFill>
              <a:ln w="3175">
                <a:solidFill>
                  <a:schemeClr val="accent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43840" tIns="121920" rIns="243840" bIns="121920" rtlCol="0" anchor="t"/>
              <a:lstStyle/>
              <a:p>
                <a:pPr defTabSz="1219170">
                  <a:lnSpc>
                    <a:spcPts val="1867"/>
                  </a:lnSpc>
                  <a:spcAft>
                    <a:spcPts val="400"/>
                  </a:spcAft>
                </a:pPr>
                <a:endParaRPr lang="en-US" sz="1200" dirty="0">
                  <a:solidFill>
                    <a:srgbClr val="FFFFFF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16ADBA9-7D08-D465-2E84-018B51C9C6E0}"/>
                  </a:ext>
                </a:extLst>
              </p:cNvPr>
              <p:cNvGrpSpPr/>
              <p:nvPr/>
            </p:nvGrpSpPr>
            <p:grpSpPr>
              <a:xfrm>
                <a:off x="7656347" y="5392592"/>
                <a:ext cx="2785215" cy="587741"/>
                <a:chOff x="2196791" y="4820600"/>
                <a:chExt cx="6680354" cy="1409700"/>
              </a:xfrm>
            </p:grpSpPr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5055A96D-7A56-0318-2CAF-916145F2C6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23222"/>
                <a:stretch>
                  <a:fillRect/>
                </a:stretch>
              </p:blipFill>
              <p:spPr>
                <a:xfrm>
                  <a:off x="3836021" y="4820600"/>
                  <a:ext cx="5041124" cy="1409700"/>
                </a:xfrm>
                <a:prstGeom prst="rect">
                  <a:avLst/>
                </a:prstGeom>
              </p:spPr>
            </p:pic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B6D1BE5E-9FB3-1711-2D8A-A0DC748188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-1743" r="76777"/>
                <a:stretch>
                  <a:fillRect/>
                </a:stretch>
              </p:blipFill>
              <p:spPr>
                <a:xfrm>
                  <a:off x="2196791" y="4820600"/>
                  <a:ext cx="1639230" cy="1409700"/>
                </a:xfrm>
                <a:prstGeom prst="rect">
                  <a:avLst/>
                </a:prstGeom>
              </p:spPr>
            </p:pic>
          </p:grp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C339B51F-BB42-DB30-FB7E-62449469B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043798" y="5012929"/>
                <a:ext cx="586368" cy="586368"/>
              </a:xfrm>
              <a:prstGeom prst="rect">
                <a:avLst/>
              </a:prstGeom>
            </p:spPr>
          </p:pic>
        </p:grpSp>
      </p:grp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086C8B2-0674-85E8-0B06-894628613590}"/>
              </a:ext>
            </a:extLst>
          </p:cNvPr>
          <p:cNvSpPr txBox="1">
            <a:spLocks/>
          </p:cNvSpPr>
          <p:nvPr/>
        </p:nvSpPr>
        <p:spPr>
          <a:xfrm>
            <a:off x="811430" y="5408429"/>
            <a:ext cx="4841831" cy="48222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1E"/>
              </a:buClr>
              <a:buFont typeface="Arial"/>
              <a:defRPr sz="1867" b="0" i="0" u="none" strike="noStrike" cap="none">
                <a:solidFill>
                  <a:srgbClr val="00001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  <a:buClrTx/>
            </a:pPr>
            <a:r>
              <a:rPr lang="en-US" sz="2400" dirty="0">
                <a:solidFill>
                  <a:schemeClr val="accent2"/>
                </a:solidFill>
                <a:latin typeface="DM Sans 14pt" pitchFamily="2" charset="77"/>
              </a:rPr>
              <a:t>Wed // 06.03 @ 4PM</a:t>
            </a:r>
          </a:p>
        </p:txBody>
      </p:sp>
    </p:spTree>
    <p:extLst>
      <p:ext uri="{BB962C8B-B14F-4D97-AF65-F5344CB8AC3E}">
        <p14:creationId xmlns:p14="http://schemas.microsoft.com/office/powerpoint/2010/main" val="2944350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AF1E089-E1F3-1847-63B6-7B5ADEE45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48936" y="1370546"/>
            <a:ext cx="3824868" cy="10046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C3860-2503-AAB6-D9F9-C380BE3A1B0F}"/>
              </a:ext>
            </a:extLst>
          </p:cNvPr>
          <p:cNvSpPr txBox="1"/>
          <p:nvPr/>
        </p:nvSpPr>
        <p:spPr>
          <a:xfrm>
            <a:off x="1248936" y="2676292"/>
            <a:ext cx="5999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All the presentations from the </a:t>
            </a:r>
            <a:r>
              <a:rPr lang="en-US" sz="3600" b="1" dirty="0" err="1">
                <a:solidFill>
                  <a:schemeClr val="bg1"/>
                </a:solidFill>
                <a:latin typeface="DM Sans 14pt SemiBold" pitchFamily="2" charset="77"/>
              </a:rPr>
              <a:t>VibeOps</a:t>
            </a:r>
            <a:r>
              <a:rPr lang="en-US" sz="3600" b="1" dirty="0">
                <a:solidFill>
                  <a:schemeClr val="bg1"/>
                </a:solidFill>
                <a:latin typeface="DM Sans 14pt SemiBold" pitchFamily="2" charset="77"/>
              </a:rPr>
              <a:t> Lounge are available on GitHub.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49754-3001-C8B8-6295-066E536EA989}"/>
              </a:ext>
            </a:extLst>
          </p:cNvPr>
          <p:cNvSpPr txBox="1"/>
          <p:nvPr/>
        </p:nvSpPr>
        <p:spPr>
          <a:xfrm>
            <a:off x="1248936" y="4928839"/>
            <a:ext cx="720581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github.com</a:t>
            </a:r>
            <a:r>
              <a:rPr lang="en-US" dirty="0">
                <a:solidFill>
                  <a:schemeClr val="accent2"/>
                </a:solidFill>
              </a:rPr>
              <a:t>/automateyournetwork/CiscoLive2026_VibeOpsLounge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09BA482-4213-B0E8-A092-BDAAD412DF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569" b="53251"/>
          <a:stretch>
            <a:fillRect/>
          </a:stretch>
        </p:blipFill>
        <p:spPr>
          <a:xfrm rot="16200000">
            <a:off x="6892326" y="1582559"/>
            <a:ext cx="6906466" cy="36928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2D6303E-4733-1FA9-04C8-0BF9A427C3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4030" y="1549505"/>
            <a:ext cx="2882069" cy="323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31675"/>
      </p:ext>
    </p:extLst>
  </p:cSld>
  <p:clrMapOvr>
    <a:masterClrMapping/>
  </p:clrMapOvr>
</p:sld>
</file>

<file path=ppt/theme/theme1.xml><?xml version="1.0" encoding="utf-8"?>
<a:theme xmlns:a="http://schemas.openxmlformats.org/drawingml/2006/main" name="1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Itential">
  <a:themeElements>
    <a:clrScheme name="Custom 13">
      <a:dk1>
        <a:srgbClr val="00001E"/>
      </a:dk1>
      <a:lt1>
        <a:srgbClr val="FFFFFF"/>
      </a:lt1>
      <a:dk2>
        <a:srgbClr val="070C31"/>
      </a:dk2>
      <a:lt2>
        <a:srgbClr val="F2F6F6"/>
      </a:lt2>
      <a:accent1>
        <a:srgbClr val="0099FF"/>
      </a:accent1>
      <a:accent2>
        <a:srgbClr val="FF0095"/>
      </a:accent2>
      <a:accent3>
        <a:srgbClr val="AD0AFD"/>
      </a:accent3>
      <a:accent4>
        <a:srgbClr val="CCFF00"/>
      </a:accent4>
      <a:accent5>
        <a:srgbClr val="00F3DB"/>
      </a:accent5>
      <a:accent6>
        <a:srgbClr val="F36B20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Itential 2025">
      <a:dk1>
        <a:srgbClr val="00001E"/>
      </a:dk1>
      <a:lt1>
        <a:srgbClr val="FFFFFF"/>
      </a:lt1>
      <a:dk2>
        <a:srgbClr val="00001E"/>
      </a:dk2>
      <a:lt2>
        <a:srgbClr val="FFFFFF"/>
      </a:lt2>
      <a:accent1>
        <a:srgbClr val="0099FF"/>
      </a:accent1>
      <a:accent2>
        <a:srgbClr val="FF0095"/>
      </a:accent2>
      <a:accent3>
        <a:srgbClr val="00001E"/>
      </a:accent3>
      <a:accent4>
        <a:srgbClr val="E8EDF2"/>
      </a:accent4>
      <a:accent5>
        <a:srgbClr val="0099FF"/>
      </a:accent5>
      <a:accent6>
        <a:srgbClr val="F0F4F8"/>
      </a:accent6>
      <a:hlink>
        <a:srgbClr val="0099FF"/>
      </a:hlink>
      <a:folHlink>
        <a:srgbClr val="1B93D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2694</TotalTime>
  <Words>1939</Words>
  <Application>Microsoft Macintosh PowerPoint</Application>
  <PresentationFormat>Widescreen</PresentationFormat>
  <Paragraphs>391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54" baseType="lpstr">
      <vt:lpstr>Inter SemiBold</vt:lpstr>
      <vt:lpstr>Open Sans Light</vt:lpstr>
      <vt:lpstr>Arial</vt:lpstr>
      <vt:lpstr>JetBrains Mono SemiBold</vt:lpstr>
      <vt:lpstr>DM Sans 14pt</vt:lpstr>
      <vt:lpstr>Consolas</vt:lpstr>
      <vt:lpstr>JetBrains Mono ExtraBold</vt:lpstr>
      <vt:lpstr>Calibri</vt:lpstr>
      <vt:lpstr>DM Sans 14pt Medium</vt:lpstr>
      <vt:lpstr>DM Sans</vt:lpstr>
      <vt:lpstr>JetBrains Mono</vt:lpstr>
      <vt:lpstr>DM Sans 14pt SemiBold</vt:lpstr>
      <vt:lpstr>Inter Medium</vt:lpstr>
      <vt:lpstr>Open Sans Extrabold</vt:lpstr>
      <vt:lpstr>Inter</vt:lpstr>
      <vt:lpstr>Open Sans</vt:lpstr>
      <vt:lpstr>Bebas Neue</vt:lpstr>
      <vt:lpstr>JetBrains Mono Medium</vt:lpstr>
      <vt:lpstr>1_Itential</vt:lpstr>
      <vt:lpstr>2_Itential</vt:lpstr>
      <vt:lpstr>AI Doesn't Bite</vt:lpstr>
      <vt:lpstr>But first…</vt:lpstr>
      <vt:lpstr>The AI Hype Cycle Has Peaked</vt:lpstr>
      <vt:lpstr>Top Barriers to AI Adoption</vt:lpstr>
      <vt:lpstr>Networking Is Even Further Behind</vt:lpstr>
      <vt:lpstr>The Good News?</vt:lpstr>
      <vt:lpstr>What We'll Cover Today</vt:lpstr>
      <vt:lpstr>PowerPoint Presentation</vt:lpstr>
      <vt:lpstr>Why Start Local?</vt:lpstr>
      <vt:lpstr>The Local AI Toolkit</vt:lpstr>
      <vt:lpstr>What GPU Do You Need?</vt:lpstr>
      <vt:lpstr>Up &amp; Running</vt:lpstr>
      <vt:lpstr>PowerPoint Presentation</vt:lpstr>
      <vt:lpstr>The Big Three</vt:lpstr>
      <vt:lpstr>Pricing at a Glance</vt:lpstr>
      <vt:lpstr>Get an API Key</vt:lpstr>
      <vt:lpstr>PowerPoint Presentation</vt:lpstr>
      <vt:lpstr>The Key Insight</vt:lpstr>
      <vt:lpstr>Integration Patterns</vt:lpstr>
      <vt:lpstr>PowerPoint Presentation</vt:lpstr>
      <vt:lpstr>PowerPoint Presentation</vt:lpstr>
      <vt:lpstr>How RAG Works</vt:lpstr>
      <vt:lpstr>PowerPoint Presentation</vt:lpstr>
      <vt:lpstr>What Is MCP?</vt:lpstr>
      <vt:lpstr>MCP By the Numbers</vt:lpstr>
      <vt:lpstr>MCP in the Real World: Network Automation</vt:lpstr>
      <vt:lpstr>PowerPoint Presentation</vt:lpstr>
      <vt:lpstr>What Are AI Agents?</vt:lpstr>
      <vt:lpstr>The Modern AI Stack</vt:lpstr>
      <vt:lpstr>Your Learning Path</vt:lpstr>
      <vt:lpstr>AI Doesn't Bite.</vt:lpstr>
      <vt:lpstr>PowerPoint Presentation</vt:lpstr>
      <vt:lpstr>Enter to Win! Mac Mini +  1 Month Claude Max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Megan Burgwald</cp:lastModifiedBy>
  <cp:revision>62</cp:revision>
  <dcterms:modified xsi:type="dcterms:W3CDTF">2026-05-27T15:17:34Z</dcterms:modified>
</cp:coreProperties>
</file>