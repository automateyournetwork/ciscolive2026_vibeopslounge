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40" r:id="rId1"/>
    <p:sldMasterId id="2147483828" r:id="rId2"/>
  </p:sldMasterIdLst>
  <p:notesMasterIdLst>
    <p:notesMasterId r:id="rId3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147473425" r:id="rId11"/>
    <p:sldId id="2147473427" r:id="rId12"/>
    <p:sldId id="2147473426" r:id="rId13"/>
    <p:sldId id="2147473428" r:id="rId14"/>
    <p:sldId id="2147473429" r:id="rId15"/>
    <p:sldId id="2147473430" r:id="rId16"/>
    <p:sldId id="2147473432" r:id="rId17"/>
    <p:sldId id="2147473433" r:id="rId18"/>
    <p:sldId id="2147473434" r:id="rId19"/>
    <p:sldId id="2147473435" r:id="rId20"/>
    <p:sldId id="2147473436" r:id="rId21"/>
    <p:sldId id="2147473437" r:id="rId22"/>
    <p:sldId id="2147473438" r:id="rId23"/>
    <p:sldId id="2147473431" r:id="rId24"/>
    <p:sldId id="2147473440" r:id="rId25"/>
    <p:sldId id="2147473441" r:id="rId26"/>
    <p:sldId id="2147473439" r:id="rId27"/>
    <p:sldId id="2147473442" r:id="rId28"/>
    <p:sldId id="2147473444" r:id="rId29"/>
    <p:sldId id="2147473443" r:id="rId30"/>
    <p:sldId id="2147473445" r:id="rId31"/>
    <p:sldId id="2147473446" r:id="rId32"/>
    <p:sldId id="2147473447" r:id="rId33"/>
    <p:sldId id="2147473448" r:id="rId34"/>
  </p:sldIdLst>
  <p:sldSz cx="12192000" cy="6858000"/>
  <p:notesSz cx="6858000" cy="9144000"/>
  <p:embeddedFontLst>
    <p:embeddedFont>
      <p:font typeface="Bebas Neue" panose="020B0606020202050201" pitchFamily="34" charset="77"/>
      <p:regular r:id="rId36"/>
    </p:embeddedFont>
    <p:embeddedFont>
      <p:font typeface="Consolas" panose="020B0609020204030204" pitchFamily="49" charset="0"/>
      <p:regular r:id="rId37"/>
      <p:bold r:id="rId38"/>
      <p:italic r:id="rId39"/>
      <p:boldItalic r:id="rId40"/>
    </p:embeddedFont>
    <p:embeddedFont>
      <p:font typeface="DM Sans" pitchFamily="2" charset="77"/>
      <p:regular r:id="rId41"/>
      <p:bold r:id="rId42"/>
      <p:italic r:id="rId43"/>
      <p:boldItalic r:id="rId44"/>
    </p:embeddedFont>
    <p:embeddedFont>
      <p:font typeface="DM Sans 14pt" pitchFamily="2" charset="77"/>
      <p:regular r:id="rId45"/>
      <p:bold r:id="rId46"/>
      <p:italic r:id="rId47"/>
      <p:boldItalic r:id="rId48"/>
    </p:embeddedFont>
    <p:embeddedFont>
      <p:font typeface="DM Sans 14pt SemiBold" pitchFamily="2" charset="77"/>
      <p:regular r:id="rId49"/>
      <p:bold r:id="rId50"/>
      <p:italic r:id="rId51"/>
      <p:boldItalic r:id="rId52"/>
    </p:embeddedFont>
    <p:embeddedFont>
      <p:font typeface="Inter" panose="02000503000000020004" pitchFamily="2" charset="0"/>
      <p:regular r:id="rId53"/>
      <p:bold r:id="rId54"/>
      <p:italic r:id="rId55"/>
      <p:boldItalic r:id="rId56"/>
    </p:embeddedFont>
    <p:embeddedFont>
      <p:font typeface="Inter Medium" panose="020F0502020204030204" pitchFamily="34" charset="0"/>
      <p:regular r:id="rId57"/>
      <p:bold r:id="rId58"/>
      <p:italic r:id="rId59"/>
      <p:boldItalic r:id="rId60"/>
    </p:embeddedFont>
    <p:embeddedFont>
      <p:font typeface="Inter SemiBold" panose="020F0502020204030204" pitchFamily="34" charset="0"/>
      <p:regular r:id="rId61"/>
      <p:bold r:id="rId62"/>
      <p:italic r:id="rId63"/>
      <p:boldItalic r:id="rId64"/>
    </p:embeddedFont>
    <p:embeddedFont>
      <p:font typeface="JetBrains Mono" panose="02000009000000000000" pitchFamily="49" charset="0"/>
      <p:regular r:id="rId65"/>
      <p:bold r:id="rId66"/>
      <p:italic r:id="rId67"/>
      <p:boldItalic r:id="rId68"/>
    </p:embeddedFont>
    <p:embeddedFont>
      <p:font typeface="JetBrains Mono ExtraBold" panose="020F0502020204030204" pitchFamily="34" charset="0"/>
      <p:bold r:id="rId69"/>
      <p:italic r:id="rId70"/>
      <p:boldItalic r:id="rId71"/>
    </p:embeddedFont>
    <p:embeddedFont>
      <p:font typeface="JetBrains Mono Medium" panose="020F0502020204030204" pitchFamily="34" charset="0"/>
      <p:regular r:id="rId72"/>
      <p:bold r:id="rId73"/>
      <p:italic r:id="rId74"/>
      <p:boldItalic r:id="rId75"/>
    </p:embeddedFont>
    <p:embeddedFont>
      <p:font typeface="JetBrains Mono SemiBold" panose="020F0502020204030204" pitchFamily="34" charset="0"/>
      <p:regular r:id="rId76"/>
      <p:bold r:id="rId77"/>
      <p:italic r:id="rId78"/>
      <p:boldItalic r:id="rId79"/>
    </p:embeddedFont>
    <p:embeddedFont>
      <p:font typeface="Open Sans" panose="020B0606030504020204" pitchFamily="34" charset="0"/>
      <p:regular r:id="rId80"/>
      <p:bold r:id="rId81"/>
      <p:italic r:id="rId82"/>
      <p:boldItalic r:id="rId83"/>
    </p:embeddedFont>
    <p:embeddedFont>
      <p:font typeface="Open Sans Extrabold" panose="020B0606030504020204" pitchFamily="34" charset="0"/>
      <p:bold r:id="rId84"/>
      <p:italic r:id="rId85"/>
      <p:boldItalic r:id="rId86"/>
    </p:embeddedFont>
    <p:embeddedFont>
      <p:font typeface="Open Sans Light" panose="020B0306030504020204" pitchFamily="34" charset="0"/>
      <p:regular r:id="rId87"/>
      <p:italic r:id="rId8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1EC180-500D-4391-9AB7-3260FDF59E6C}">
  <a:tblStyle styleId="{C21EC180-500D-4391-9AB7-3260FDF59E6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602"/>
    <p:restoredTop sz="96301"/>
  </p:normalViewPr>
  <p:slideViewPr>
    <p:cSldViewPr snapToGrid="0">
      <p:cViewPr varScale="1">
        <p:scale>
          <a:sx n="123" d="100"/>
          <a:sy n="123" d="100"/>
        </p:scale>
        <p:origin x="7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63" Type="http://schemas.openxmlformats.org/officeDocument/2006/relationships/font" Target="fonts/font28.fntdata"/><Relationship Id="rId68" Type="http://schemas.openxmlformats.org/officeDocument/2006/relationships/font" Target="fonts/font33.fntdata"/><Relationship Id="rId84" Type="http://schemas.openxmlformats.org/officeDocument/2006/relationships/font" Target="fonts/font49.fntdata"/><Relationship Id="rId89" Type="http://schemas.openxmlformats.org/officeDocument/2006/relationships/presProps" Target="pres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font" Target="fonts/font2.fntdata"/><Relationship Id="rId53" Type="http://schemas.openxmlformats.org/officeDocument/2006/relationships/font" Target="fonts/font18.fntdata"/><Relationship Id="rId58" Type="http://schemas.openxmlformats.org/officeDocument/2006/relationships/font" Target="fonts/font23.fntdata"/><Relationship Id="rId74" Type="http://schemas.openxmlformats.org/officeDocument/2006/relationships/font" Target="fonts/font39.fntdata"/><Relationship Id="rId79" Type="http://schemas.openxmlformats.org/officeDocument/2006/relationships/font" Target="fonts/font44.fntdata"/><Relationship Id="rId5" Type="http://schemas.openxmlformats.org/officeDocument/2006/relationships/slide" Target="slides/slide3.xml"/><Relationship Id="rId90" Type="http://schemas.openxmlformats.org/officeDocument/2006/relationships/viewProps" Target="viewProps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56" Type="http://schemas.openxmlformats.org/officeDocument/2006/relationships/font" Target="fonts/font21.fntdata"/><Relationship Id="rId64" Type="http://schemas.openxmlformats.org/officeDocument/2006/relationships/font" Target="fonts/font29.fntdata"/><Relationship Id="rId69" Type="http://schemas.openxmlformats.org/officeDocument/2006/relationships/font" Target="fonts/font34.fntdata"/><Relationship Id="rId77" Type="http://schemas.openxmlformats.org/officeDocument/2006/relationships/font" Target="fonts/font42.fntdata"/><Relationship Id="rId8" Type="http://schemas.openxmlformats.org/officeDocument/2006/relationships/slide" Target="slides/slide6.xml"/><Relationship Id="rId51" Type="http://schemas.openxmlformats.org/officeDocument/2006/relationships/font" Target="fonts/font16.fntdata"/><Relationship Id="rId72" Type="http://schemas.openxmlformats.org/officeDocument/2006/relationships/font" Target="fonts/font37.fntdata"/><Relationship Id="rId80" Type="http://schemas.openxmlformats.org/officeDocument/2006/relationships/font" Target="fonts/font45.fntdata"/><Relationship Id="rId85" Type="http://schemas.openxmlformats.org/officeDocument/2006/relationships/font" Target="fonts/font50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59" Type="http://schemas.openxmlformats.org/officeDocument/2006/relationships/font" Target="fonts/font24.fntdata"/><Relationship Id="rId67" Type="http://schemas.openxmlformats.org/officeDocument/2006/relationships/font" Target="fonts/font32.fntdata"/><Relationship Id="rId20" Type="http://schemas.openxmlformats.org/officeDocument/2006/relationships/slide" Target="slides/slide18.xml"/><Relationship Id="rId41" Type="http://schemas.openxmlformats.org/officeDocument/2006/relationships/font" Target="fonts/font6.fntdata"/><Relationship Id="rId54" Type="http://schemas.openxmlformats.org/officeDocument/2006/relationships/font" Target="fonts/font19.fntdata"/><Relationship Id="rId62" Type="http://schemas.openxmlformats.org/officeDocument/2006/relationships/font" Target="fonts/font27.fntdata"/><Relationship Id="rId70" Type="http://schemas.openxmlformats.org/officeDocument/2006/relationships/font" Target="fonts/font35.fntdata"/><Relationship Id="rId75" Type="http://schemas.openxmlformats.org/officeDocument/2006/relationships/font" Target="fonts/font40.fntdata"/><Relationship Id="rId83" Type="http://schemas.openxmlformats.org/officeDocument/2006/relationships/font" Target="fonts/font48.fntdata"/><Relationship Id="rId88" Type="http://schemas.openxmlformats.org/officeDocument/2006/relationships/font" Target="fonts/font53.fntdata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1.fntdata"/><Relationship Id="rId49" Type="http://schemas.openxmlformats.org/officeDocument/2006/relationships/font" Target="fonts/font14.fntdata"/><Relationship Id="rId57" Type="http://schemas.openxmlformats.org/officeDocument/2006/relationships/font" Target="fonts/font22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9.fntdata"/><Relationship Id="rId52" Type="http://schemas.openxmlformats.org/officeDocument/2006/relationships/font" Target="fonts/font17.fntdata"/><Relationship Id="rId60" Type="http://schemas.openxmlformats.org/officeDocument/2006/relationships/font" Target="fonts/font25.fntdata"/><Relationship Id="rId65" Type="http://schemas.openxmlformats.org/officeDocument/2006/relationships/font" Target="fonts/font30.fntdata"/><Relationship Id="rId73" Type="http://schemas.openxmlformats.org/officeDocument/2006/relationships/font" Target="fonts/font38.fntdata"/><Relationship Id="rId78" Type="http://schemas.openxmlformats.org/officeDocument/2006/relationships/font" Target="fonts/font43.fntdata"/><Relationship Id="rId81" Type="http://schemas.openxmlformats.org/officeDocument/2006/relationships/font" Target="fonts/font46.fntdata"/><Relationship Id="rId86" Type="http://schemas.openxmlformats.org/officeDocument/2006/relationships/font" Target="fonts/font5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font" Target="fonts/font4.fntdata"/><Relationship Id="rId34" Type="http://schemas.openxmlformats.org/officeDocument/2006/relationships/slide" Target="slides/slide32.xml"/><Relationship Id="rId50" Type="http://schemas.openxmlformats.org/officeDocument/2006/relationships/font" Target="fonts/font15.fntdata"/><Relationship Id="rId55" Type="http://schemas.openxmlformats.org/officeDocument/2006/relationships/font" Target="fonts/font20.fntdata"/><Relationship Id="rId76" Type="http://schemas.openxmlformats.org/officeDocument/2006/relationships/font" Target="fonts/font41.fntdata"/><Relationship Id="rId7" Type="http://schemas.openxmlformats.org/officeDocument/2006/relationships/slide" Target="slides/slide5.xml"/><Relationship Id="rId71" Type="http://schemas.openxmlformats.org/officeDocument/2006/relationships/font" Target="fonts/font36.fntdata"/><Relationship Id="rId9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66" Type="http://schemas.openxmlformats.org/officeDocument/2006/relationships/font" Target="fonts/font31.fntdata"/><Relationship Id="rId87" Type="http://schemas.openxmlformats.org/officeDocument/2006/relationships/font" Target="fonts/font52.fntdata"/><Relationship Id="rId61" Type="http://schemas.openxmlformats.org/officeDocument/2006/relationships/font" Target="fonts/font26.fntdata"/><Relationship Id="rId82" Type="http://schemas.openxmlformats.org/officeDocument/2006/relationships/font" Target="fonts/font47.fntdata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10331470e32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10331470e32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sv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svg"/></Relationships>
</file>

<file path=ppt/slideLayouts/_rels/slideLayout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svg"/></Relationships>
</file>

<file path=ppt/slideLayouts/_rels/slideLayout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" preserve="1">
  <p:cSld name="01_TitleSlide_Navy">
    <p:bg>
      <p:bgPr>
        <a:solidFill>
          <a:schemeClr val="tx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"/>
          <p:cNvSpPr txBox="1">
            <a:spLocks noGrp="1"/>
          </p:cNvSpPr>
          <p:nvPr>
            <p:ph type="subTitle" idx="1"/>
          </p:nvPr>
        </p:nvSpPr>
        <p:spPr>
          <a:xfrm>
            <a:off x="638500" y="1160233"/>
            <a:ext cx="4542400" cy="2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JetBrains Mono"/>
              <a:buNone/>
              <a:defRPr sz="1733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8" name="Google Shape;8;p2"/>
          <p:cNvSpPr txBox="1">
            <a:spLocks noGrp="1"/>
          </p:cNvSpPr>
          <p:nvPr>
            <p:ph type="title"/>
          </p:nvPr>
        </p:nvSpPr>
        <p:spPr>
          <a:xfrm>
            <a:off x="638500" y="1803333"/>
            <a:ext cx="7152000" cy="29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Inter"/>
              <a:buNone/>
              <a:defRPr sz="72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58AA2F5-FD4F-95AE-6AC7-A881A1E355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5697767"/>
            <a:ext cx="1841009" cy="54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6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 1" preserve="1">
  <p:cSld name="01_TitleSlide_Navy-Grid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>
            <a:off x="638500" y="845600"/>
            <a:ext cx="4568800" cy="3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638500" y="1312133"/>
            <a:ext cx="10801600" cy="20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Inter"/>
              <a:buNone/>
              <a:defRPr sz="66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36CD7C8-327E-5F0A-F7F0-227A7769A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4160016"/>
            <a:ext cx="1841009" cy="549987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2E0592F6-6538-A264-2200-99E1F1B590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623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2" preserve="1">
  <p:cSld name="01_TitleSlide_Navy Grid Pink">
    <p:bg>
      <p:bgPr>
        <a:solidFill>
          <a:schemeClr val="tx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5858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2" preserve="1" userDrawn="1">
  <p:cSld name="01_TitleSlide_Navy-BottomGrid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" name="Google Shape;27;p6">
            <a:extLst>
              <a:ext uri="{FF2B5EF4-FFF2-40B4-BE49-F238E27FC236}">
                <a16:creationId xmlns:a16="http://schemas.microsoft.com/office/drawing/2014/main" id="{9234CE04-3F00-9581-BBED-882ADF136F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48E2C95-8F92-25CF-FC6D-2520B3C576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E235D16-DA19-F83B-7FDF-DD7F21151AA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670092"/>
            <a:ext cx="1891956" cy="56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727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Blue" preserve="1">
  <p:cSld name="05_SpeakerSlide01">
    <p:bg>
      <p:bgPr>
        <a:solidFill>
          <a:schemeClr val="tx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438867" y="963500"/>
            <a:ext cx="57704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2"/>
          </p:nvPr>
        </p:nvSpPr>
        <p:spPr>
          <a:xfrm>
            <a:off x="8094433" y="2431933"/>
            <a:ext cx="265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39" name="Google Shape;39;p8"/>
          <p:cNvSpPr txBox="1">
            <a:spLocks noGrp="1"/>
          </p:cNvSpPr>
          <p:nvPr>
            <p:ph type="subTitle" idx="3"/>
          </p:nvPr>
        </p:nvSpPr>
        <p:spPr>
          <a:xfrm>
            <a:off x="8094445" y="27971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0" name="Google Shape;40;p8"/>
          <p:cNvSpPr>
            <a:spLocks noGrp="1"/>
          </p:cNvSpPr>
          <p:nvPr>
            <p:ph type="pic" idx="4"/>
          </p:nvPr>
        </p:nvSpPr>
        <p:spPr>
          <a:xfrm>
            <a:off x="8094437" y="9634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Google Shape;41;p8"/>
          <p:cNvSpPr txBox="1">
            <a:spLocks noGrp="1"/>
          </p:cNvSpPr>
          <p:nvPr>
            <p:ph type="subTitle" idx="5"/>
          </p:nvPr>
        </p:nvSpPr>
        <p:spPr>
          <a:xfrm>
            <a:off x="8094433" y="5227033"/>
            <a:ext cx="270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ubTitle" idx="6"/>
          </p:nvPr>
        </p:nvSpPr>
        <p:spPr>
          <a:xfrm>
            <a:off x="8094445" y="55922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3" name="Google Shape;43;p8"/>
          <p:cNvSpPr>
            <a:spLocks noGrp="1"/>
          </p:cNvSpPr>
          <p:nvPr>
            <p:ph type="pic" idx="7"/>
          </p:nvPr>
        </p:nvSpPr>
        <p:spPr>
          <a:xfrm>
            <a:off x="8094437" y="37585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B95795-7C29-F017-9AC2-8F4E8BBD287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17280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6FABB7-CE29-173E-772F-E7CDAEB51B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632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 preserve="1">
  <p:cSld name="SpeakerSlide02">
    <p:bg>
      <p:bgPr>
        <a:solidFill>
          <a:schemeClr val="tx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>
            <a:spLocks noGrp="1"/>
          </p:cNvSpPr>
          <p:nvPr>
            <p:ph type="pic" idx="2"/>
          </p:nvPr>
        </p:nvSpPr>
        <p:spPr>
          <a:xfrm>
            <a:off x="77301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7" name="Google Shape;47;p9"/>
          <p:cNvSpPr>
            <a:spLocks noGrp="1"/>
          </p:cNvSpPr>
          <p:nvPr>
            <p:ph type="pic" idx="3"/>
          </p:nvPr>
        </p:nvSpPr>
        <p:spPr>
          <a:xfrm>
            <a:off x="41189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438871" y="963512"/>
            <a:ext cx="71520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JetBrains Mono"/>
              <a:buNone/>
              <a:defRPr sz="1733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4"/>
          </p:nvPr>
        </p:nvSpPr>
        <p:spPr>
          <a:xfrm>
            <a:off x="5077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5"/>
          </p:nvPr>
        </p:nvSpPr>
        <p:spPr>
          <a:xfrm>
            <a:off x="5077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9"/>
          <p:cNvSpPr>
            <a:spLocks noGrp="1"/>
          </p:cNvSpPr>
          <p:nvPr>
            <p:ph type="pic" idx="6"/>
          </p:nvPr>
        </p:nvSpPr>
        <p:spPr>
          <a:xfrm>
            <a:off x="5077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7"/>
          </p:nvPr>
        </p:nvSpPr>
        <p:spPr>
          <a:xfrm>
            <a:off x="41189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ubTitle" idx="8"/>
          </p:nvPr>
        </p:nvSpPr>
        <p:spPr>
          <a:xfrm>
            <a:off x="41189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9"/>
          </p:nvPr>
        </p:nvSpPr>
        <p:spPr>
          <a:xfrm>
            <a:off x="77301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ubTitle" idx="13"/>
          </p:nvPr>
        </p:nvSpPr>
        <p:spPr>
          <a:xfrm>
            <a:off x="77301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A4A4E1-6468-5D96-0072-9FA802E7017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EF75230-4955-CCC9-BE15-069A33AC63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764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Gray" preserve="1">
  <p:cSld name="SpeakerSlide03">
    <p:bg>
      <p:bgPr>
        <a:solidFill>
          <a:schemeClr val="tx1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subTitle" idx="1"/>
          </p:nvPr>
        </p:nvSpPr>
        <p:spPr>
          <a:xfrm>
            <a:off x="5077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61" name="Google Shape;61;p10"/>
          <p:cNvSpPr txBox="1">
            <a:spLocks noGrp="1"/>
          </p:cNvSpPr>
          <p:nvPr>
            <p:ph type="title"/>
          </p:nvPr>
        </p:nvSpPr>
        <p:spPr>
          <a:xfrm>
            <a:off x="438871" y="947563"/>
            <a:ext cx="7152000" cy="1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subTitle" idx="2"/>
          </p:nvPr>
        </p:nvSpPr>
        <p:spPr>
          <a:xfrm>
            <a:off x="5077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3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64" name="Google Shape;64;p10"/>
          <p:cNvSpPr>
            <a:spLocks noGrp="1"/>
          </p:cNvSpPr>
          <p:nvPr>
            <p:ph type="pic" idx="4"/>
          </p:nvPr>
        </p:nvSpPr>
        <p:spPr>
          <a:xfrm>
            <a:off x="5076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Google Shape;65;p10"/>
          <p:cNvSpPr txBox="1">
            <a:spLocks noGrp="1"/>
          </p:cNvSpPr>
          <p:nvPr>
            <p:ph type="subTitle" idx="5"/>
          </p:nvPr>
        </p:nvSpPr>
        <p:spPr>
          <a:xfrm>
            <a:off x="28066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6"/>
          </p:nvPr>
        </p:nvSpPr>
        <p:spPr>
          <a:xfrm>
            <a:off x="28066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7"/>
          </p:nvPr>
        </p:nvSpPr>
        <p:spPr>
          <a:xfrm>
            <a:off x="28066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10"/>
          <p:cNvSpPr txBox="1">
            <a:spLocks noGrp="1"/>
          </p:cNvSpPr>
          <p:nvPr>
            <p:ph type="subTitle" idx="8"/>
          </p:nvPr>
        </p:nvSpPr>
        <p:spPr>
          <a:xfrm>
            <a:off x="5165567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subTitle" idx="9"/>
          </p:nvPr>
        </p:nvSpPr>
        <p:spPr>
          <a:xfrm>
            <a:off x="5165579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13"/>
          </p:nvPr>
        </p:nvSpPr>
        <p:spPr>
          <a:xfrm>
            <a:off x="5165551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subTitle" idx="14"/>
          </p:nvPr>
        </p:nvSpPr>
        <p:spPr>
          <a:xfrm>
            <a:off x="75245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5"/>
          </p:nvPr>
        </p:nvSpPr>
        <p:spPr>
          <a:xfrm>
            <a:off x="75245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16"/>
          </p:nvPr>
        </p:nvSpPr>
        <p:spPr>
          <a:xfrm>
            <a:off x="75244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Google Shape;74;p10"/>
          <p:cNvSpPr txBox="1">
            <a:spLocks noGrp="1"/>
          </p:cNvSpPr>
          <p:nvPr>
            <p:ph type="subTitle" idx="17"/>
          </p:nvPr>
        </p:nvSpPr>
        <p:spPr>
          <a:xfrm>
            <a:off x="98834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subTitle" idx="18"/>
          </p:nvPr>
        </p:nvSpPr>
        <p:spPr>
          <a:xfrm>
            <a:off x="98834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6" name="Google Shape;76;p10"/>
          <p:cNvSpPr>
            <a:spLocks noGrp="1"/>
          </p:cNvSpPr>
          <p:nvPr>
            <p:ph type="pic" idx="19"/>
          </p:nvPr>
        </p:nvSpPr>
        <p:spPr>
          <a:xfrm>
            <a:off x="98834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0CDC17-0E4F-3FC2-ED8A-A367509C724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4C69F84-6907-EB6A-28AB-48B490963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60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4Speakers" preserve="1">
  <p:cSld name="SpeakerSlide04">
    <p:bg>
      <p:bgPr>
        <a:solidFill>
          <a:schemeClr val="tx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1"/>
          <p:cNvSpPr>
            <a:spLocks noGrp="1"/>
          </p:cNvSpPr>
          <p:nvPr>
            <p:ph type="pic" idx="2"/>
          </p:nvPr>
        </p:nvSpPr>
        <p:spPr>
          <a:xfrm>
            <a:off x="440367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2122689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2" name="Google Shape;82;p11"/>
          <p:cNvSpPr txBox="1">
            <a:spLocks noGrp="1"/>
          </p:cNvSpPr>
          <p:nvPr>
            <p:ph type="subTitle" idx="3"/>
          </p:nvPr>
        </p:nvSpPr>
        <p:spPr>
          <a:xfrm>
            <a:off x="2122689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4" name="Google Shape;84;p11"/>
          <p:cNvSpPr txBox="1">
            <a:spLocks noGrp="1"/>
          </p:cNvSpPr>
          <p:nvPr>
            <p:ph type="subTitle" idx="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5" name="Google Shape;85;p11"/>
          <p:cNvSpPr>
            <a:spLocks noGrp="1"/>
          </p:cNvSpPr>
          <p:nvPr>
            <p:ph type="pic" idx="5"/>
          </p:nvPr>
        </p:nvSpPr>
        <p:spPr>
          <a:xfrm>
            <a:off x="440367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6"/>
          </p:nvPr>
        </p:nvSpPr>
        <p:spPr>
          <a:xfrm>
            <a:off x="2122689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7" name="Google Shape;87;p11"/>
          <p:cNvSpPr txBox="1">
            <a:spLocks noGrp="1"/>
          </p:cNvSpPr>
          <p:nvPr>
            <p:ph type="subTitle" idx="7"/>
          </p:nvPr>
        </p:nvSpPr>
        <p:spPr>
          <a:xfrm>
            <a:off x="2122689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>
            <a:spLocks noGrp="1"/>
          </p:cNvSpPr>
          <p:nvPr>
            <p:ph type="pic" idx="8"/>
          </p:nvPr>
        </p:nvSpPr>
        <p:spPr>
          <a:xfrm>
            <a:off x="6096000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9" name="Google Shape;89;p11"/>
          <p:cNvSpPr txBox="1">
            <a:spLocks noGrp="1"/>
          </p:cNvSpPr>
          <p:nvPr>
            <p:ph type="subTitle" idx="9"/>
          </p:nvPr>
        </p:nvSpPr>
        <p:spPr>
          <a:xfrm>
            <a:off x="7778323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3"/>
          </p:nvPr>
        </p:nvSpPr>
        <p:spPr>
          <a:xfrm>
            <a:off x="7778323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1" name="Google Shape;91;p11"/>
          <p:cNvSpPr>
            <a:spLocks noGrp="1"/>
          </p:cNvSpPr>
          <p:nvPr>
            <p:ph type="pic" idx="14"/>
          </p:nvPr>
        </p:nvSpPr>
        <p:spPr>
          <a:xfrm>
            <a:off x="6096000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2" name="Google Shape;92;p11"/>
          <p:cNvSpPr txBox="1">
            <a:spLocks noGrp="1"/>
          </p:cNvSpPr>
          <p:nvPr>
            <p:ph type="subTitle" idx="15"/>
          </p:nvPr>
        </p:nvSpPr>
        <p:spPr>
          <a:xfrm>
            <a:off x="7778323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ubTitle" idx="16"/>
          </p:nvPr>
        </p:nvSpPr>
        <p:spPr>
          <a:xfrm>
            <a:off x="7778323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EE2A1F-3830-A5CB-E1F6-27CBACECC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3A70757-D141-ED17-1765-6C3A06590E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33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6Speakers" preserve="1">
  <p:cSld name="SpeakerSlide05">
    <p:bg>
      <p:bgPr>
        <a:solidFill>
          <a:schemeClr val="tx1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subTitle" idx="1"/>
          </p:nvPr>
        </p:nvSpPr>
        <p:spPr>
          <a:xfrm>
            <a:off x="9587163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subTitle" idx="2"/>
          </p:nvPr>
        </p:nvSpPr>
        <p:spPr>
          <a:xfrm>
            <a:off x="9587163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9" name="Google Shape;99;p12"/>
          <p:cNvSpPr txBox="1">
            <a:spLocks noGrp="1"/>
          </p:cNvSpPr>
          <p:nvPr>
            <p:ph type="subTitle" idx="3"/>
          </p:nvPr>
        </p:nvSpPr>
        <p:spPr>
          <a:xfrm>
            <a:off x="9587163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0" name="Google Shape;100;p12"/>
          <p:cNvSpPr txBox="1">
            <a:spLocks noGrp="1"/>
          </p:cNvSpPr>
          <p:nvPr>
            <p:ph type="subTitle" idx="4"/>
          </p:nvPr>
        </p:nvSpPr>
        <p:spPr>
          <a:xfrm>
            <a:off x="9587163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1" name="Google Shape;101;p12"/>
          <p:cNvSpPr txBox="1">
            <a:spLocks noGrp="1"/>
          </p:cNvSpPr>
          <p:nvPr>
            <p:ph type="subTitle" idx="5"/>
          </p:nvPr>
        </p:nvSpPr>
        <p:spPr>
          <a:xfrm>
            <a:off x="5720160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ubTitle" idx="6"/>
          </p:nvPr>
        </p:nvSpPr>
        <p:spPr>
          <a:xfrm>
            <a:off x="5720160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subTitle" idx="7"/>
          </p:nvPr>
        </p:nvSpPr>
        <p:spPr>
          <a:xfrm>
            <a:off x="5720160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4" name="Google Shape;104;p12"/>
          <p:cNvSpPr txBox="1">
            <a:spLocks noGrp="1"/>
          </p:cNvSpPr>
          <p:nvPr>
            <p:ph type="subTitle" idx="8"/>
          </p:nvPr>
        </p:nvSpPr>
        <p:spPr>
          <a:xfrm>
            <a:off x="5720160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5" name="Google Shape;105;p12"/>
          <p:cNvSpPr txBox="1">
            <a:spLocks noGrp="1"/>
          </p:cNvSpPr>
          <p:nvPr>
            <p:ph type="subTitle" idx="9"/>
          </p:nvPr>
        </p:nvSpPr>
        <p:spPr>
          <a:xfrm>
            <a:off x="1853156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6" name="Google Shape;106;p12"/>
          <p:cNvSpPr txBox="1">
            <a:spLocks noGrp="1"/>
          </p:cNvSpPr>
          <p:nvPr>
            <p:ph type="subTitle" idx="13"/>
          </p:nvPr>
        </p:nvSpPr>
        <p:spPr>
          <a:xfrm>
            <a:off x="1853156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8" name="Google Shape;108;p12"/>
          <p:cNvSpPr txBox="1">
            <a:spLocks noGrp="1"/>
          </p:cNvSpPr>
          <p:nvPr>
            <p:ph type="subTitle" idx="1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subTitle" idx="15"/>
          </p:nvPr>
        </p:nvSpPr>
        <p:spPr>
          <a:xfrm>
            <a:off x="1853156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110" name="Google Shape;110;p12"/>
          <p:cNvSpPr txBox="1">
            <a:spLocks noGrp="1"/>
          </p:cNvSpPr>
          <p:nvPr>
            <p:ph type="subTitle" idx="16"/>
          </p:nvPr>
        </p:nvSpPr>
        <p:spPr>
          <a:xfrm>
            <a:off x="1853156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>
            <a:spLocks noGrp="1"/>
          </p:cNvSpPr>
          <p:nvPr>
            <p:ph type="pic" idx="17"/>
          </p:nvPr>
        </p:nvSpPr>
        <p:spPr>
          <a:xfrm>
            <a:off x="431515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2" name="Google Shape;112;p12"/>
          <p:cNvSpPr>
            <a:spLocks noGrp="1"/>
          </p:cNvSpPr>
          <p:nvPr>
            <p:ph type="pic" idx="18"/>
          </p:nvPr>
        </p:nvSpPr>
        <p:spPr>
          <a:xfrm>
            <a:off x="431515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3" name="Google Shape;113;p12"/>
          <p:cNvSpPr>
            <a:spLocks noGrp="1"/>
          </p:cNvSpPr>
          <p:nvPr>
            <p:ph type="pic" idx="19"/>
          </p:nvPr>
        </p:nvSpPr>
        <p:spPr>
          <a:xfrm>
            <a:off x="4351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4" name="Google Shape;114;p12"/>
          <p:cNvSpPr>
            <a:spLocks noGrp="1"/>
          </p:cNvSpPr>
          <p:nvPr>
            <p:ph type="pic" idx="20"/>
          </p:nvPr>
        </p:nvSpPr>
        <p:spPr>
          <a:xfrm>
            <a:off x="4351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5" name="Google Shape;115;p12"/>
          <p:cNvSpPr>
            <a:spLocks noGrp="1"/>
          </p:cNvSpPr>
          <p:nvPr>
            <p:ph type="pic" idx="21"/>
          </p:nvPr>
        </p:nvSpPr>
        <p:spPr>
          <a:xfrm>
            <a:off x="8218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6" name="Google Shape;116;p12"/>
          <p:cNvSpPr>
            <a:spLocks noGrp="1"/>
          </p:cNvSpPr>
          <p:nvPr>
            <p:ph type="pic" idx="22"/>
          </p:nvPr>
        </p:nvSpPr>
        <p:spPr>
          <a:xfrm>
            <a:off x="8218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7933D-EFC4-3BD7-44B9-335DA6A4AC2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8EEE5E6-A727-0F66-9DDA-E4112CFC0C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943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01_InnerTitleSlide_Navy">
    <p:bg>
      <p:bgPr>
        <a:solidFill>
          <a:schemeClr val="tx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847B5073-C644-4CC3-5893-95EF9CBD07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77B06A8-919E-DF26-AD96-2E43767EA7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9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2_InnerTitleSlide_White">
    <p:bg>
      <p:bgPr>
        <a:solidFill>
          <a:schemeClr val="tx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B653F79-5381-8107-6BFB-B0D18A53E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40EAC56-B67D-35DA-0CC7-17532D7DB9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5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03_Text-heavy Split-Navy">
    <p:bg>
      <p:bgPr>
        <a:solidFill>
          <a:schemeClr val="tx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" name="Google Shape;128;p14">
            <a:extLst>
              <a:ext uri="{FF2B5EF4-FFF2-40B4-BE49-F238E27FC236}">
                <a16:creationId xmlns:a16="http://schemas.microsoft.com/office/drawing/2014/main" id="{94FB350F-6CF0-CB81-8DAF-37C927AE2949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684619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CC101B06-5940-D2DE-E578-DAA4C200593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9DE3563-D4BC-BEDC-A82D-EE3DD9186D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317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QuarterSplit-Whit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400" y="0"/>
            <a:ext cx="358404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2770677" cy="566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2800" b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4035954" y="458509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266444"/>
            <a:ext cx="2800201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807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HalfSplit-Whit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6859304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33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05_SpeakerSlide1-Navy">
    <p:bg>
      <p:bgPr>
        <a:solidFill>
          <a:schemeClr val="tx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8BD8C-DBF7-7B4F-FEEE-E15B35A4BBA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18D02B2-FE57-8646-28F5-30AB6E28C7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924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6_SpeakerSlide1-White">
    <p:bg>
      <p:bgPr>
        <a:solidFill>
          <a:schemeClr val="bg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3DBA5-08F6-B16B-930C-50CD5175249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91CD24E-765A-60F7-1878-3719FA3FFD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304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2" preserve="1">
  <p:cSld name="05_SpeakerSlide-Alt-Navy">
    <p:bg>
      <p:bgPr>
        <a:solidFill>
          <a:schemeClr val="tx1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>
            <a:spLocks noGrp="1"/>
          </p:cNvSpPr>
          <p:nvPr>
            <p:ph type="pic" idx="2"/>
          </p:nvPr>
        </p:nvSpPr>
        <p:spPr>
          <a:xfrm>
            <a:off x="888433" y="688800"/>
            <a:ext cx="3579200" cy="3403600"/>
          </a:xfrm>
          <a:prstGeom prst="roundRect">
            <a:avLst>
              <a:gd name="adj" fmla="val 3520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5334895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3" name="Google Shape;143;p16"/>
          <p:cNvSpPr txBox="1">
            <a:spLocks noGrp="1"/>
          </p:cNvSpPr>
          <p:nvPr>
            <p:ph type="subTitle" idx="1"/>
          </p:nvPr>
        </p:nvSpPr>
        <p:spPr>
          <a:xfrm>
            <a:off x="5334900" y="717933"/>
            <a:ext cx="44180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0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44" name="Google Shape;144;p16"/>
          <p:cNvSpPr txBox="1">
            <a:spLocks noGrp="1"/>
          </p:cNvSpPr>
          <p:nvPr>
            <p:ph type="subTitle" idx="3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5" name="Google Shape;145;p16"/>
          <p:cNvSpPr txBox="1">
            <a:spLocks noGrp="1"/>
          </p:cNvSpPr>
          <p:nvPr>
            <p:ph type="body" idx="4"/>
          </p:nvPr>
        </p:nvSpPr>
        <p:spPr>
          <a:xfrm>
            <a:off x="877828" y="4575467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rgbClr val="0099FF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6" name="Google Shape;146;p16"/>
          <p:cNvSpPr txBox="1">
            <a:spLocks noGrp="1"/>
          </p:cNvSpPr>
          <p:nvPr>
            <p:ph type="body" idx="5"/>
          </p:nvPr>
        </p:nvSpPr>
        <p:spPr>
          <a:xfrm>
            <a:off x="877828" y="5075741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B337281-1A85-1251-8C68-062FE93F9A4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9707AE-136D-EB51-B779-A5FEE6F820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1842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4 + Photos" preserve="1">
  <p:cSld name="05_Speaker4 + Photos">
    <p:bg>
      <p:bgPr>
        <a:solidFill>
          <a:schemeClr val="tx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76572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1" name="Google Shape;151;p17"/>
          <p:cNvSpPr txBox="1">
            <a:spLocks noGrp="1"/>
          </p:cNvSpPr>
          <p:nvPr>
            <p:ph type="body" idx="1"/>
          </p:nvPr>
        </p:nvSpPr>
        <p:spPr>
          <a:xfrm>
            <a:off x="4388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2" name="Google Shape;152;p17"/>
          <p:cNvSpPr txBox="1">
            <a:spLocks noGrp="1"/>
          </p:cNvSpPr>
          <p:nvPr>
            <p:ph type="body" idx="2"/>
          </p:nvPr>
        </p:nvSpPr>
        <p:spPr>
          <a:xfrm>
            <a:off x="4388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3" name="Google Shape;153;p17"/>
          <p:cNvSpPr>
            <a:spLocks noGrp="1"/>
          </p:cNvSpPr>
          <p:nvPr>
            <p:ph type="pic" idx="3"/>
          </p:nvPr>
        </p:nvSpPr>
        <p:spPr>
          <a:xfrm>
            <a:off x="438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4" name="Google Shape;154;p17"/>
          <p:cNvSpPr>
            <a:spLocks noGrp="1"/>
          </p:cNvSpPr>
          <p:nvPr>
            <p:ph type="pic" idx="4"/>
          </p:nvPr>
        </p:nvSpPr>
        <p:spPr>
          <a:xfrm>
            <a:off x="3485133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5" name="Google Shape;155;p17"/>
          <p:cNvSpPr>
            <a:spLocks noGrp="1"/>
          </p:cNvSpPr>
          <p:nvPr>
            <p:ph type="pic" idx="5"/>
          </p:nvPr>
        </p:nvSpPr>
        <p:spPr>
          <a:xfrm>
            <a:off x="6531467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6" name="Google Shape;156;p17"/>
          <p:cNvSpPr>
            <a:spLocks noGrp="1"/>
          </p:cNvSpPr>
          <p:nvPr>
            <p:ph type="pic" idx="6"/>
          </p:nvPr>
        </p:nvSpPr>
        <p:spPr>
          <a:xfrm>
            <a:off x="9577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7"/>
          </p:nvPr>
        </p:nvSpPr>
        <p:spPr>
          <a:xfrm>
            <a:off x="3485135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8" name="Google Shape;158;p17"/>
          <p:cNvSpPr txBox="1">
            <a:spLocks noGrp="1"/>
          </p:cNvSpPr>
          <p:nvPr>
            <p:ph type="body" idx="8"/>
          </p:nvPr>
        </p:nvSpPr>
        <p:spPr>
          <a:xfrm>
            <a:off x="3485133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9" name="Google Shape;159;p17"/>
          <p:cNvSpPr txBox="1">
            <a:spLocks noGrp="1"/>
          </p:cNvSpPr>
          <p:nvPr>
            <p:ph type="body" idx="9"/>
          </p:nvPr>
        </p:nvSpPr>
        <p:spPr>
          <a:xfrm>
            <a:off x="6531401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0" name="Google Shape;160;p17"/>
          <p:cNvSpPr txBox="1">
            <a:spLocks noGrp="1"/>
          </p:cNvSpPr>
          <p:nvPr>
            <p:ph type="body" idx="13"/>
          </p:nvPr>
        </p:nvSpPr>
        <p:spPr>
          <a:xfrm>
            <a:off x="6531400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4"/>
          </p:nvPr>
        </p:nvSpPr>
        <p:spPr>
          <a:xfrm>
            <a:off x="95776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2" name="Google Shape;162;p17"/>
          <p:cNvSpPr txBox="1">
            <a:spLocks noGrp="1"/>
          </p:cNvSpPr>
          <p:nvPr>
            <p:ph type="body" idx="15"/>
          </p:nvPr>
        </p:nvSpPr>
        <p:spPr>
          <a:xfrm>
            <a:off x="95776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7B55B22-7B15-8EB6-42D5-384C7184378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68E1AB4-BF66-E566-C3F4-24D67F875E8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915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" preserve="1">
  <p:cSld name="TitleOnly-NavyWhite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/>
          <p:nvPr/>
        </p:nvSpPr>
        <p:spPr>
          <a:xfrm>
            <a:off x="33" y="0"/>
            <a:ext cx="12192000" cy="6159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2600763" y="395412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000" b="0">
                <a:solidFill>
                  <a:schemeClr val="bg1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2E19C42-3C71-BE21-7F6E-A72328F89F0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FB51793-C2A8-115D-0718-80F8D63B93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97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Text Heavy-2Col-White">
    <p:bg>
      <p:bgPr>
        <a:solidFill>
          <a:schemeClr val="bg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EEBDF09-5706-9221-9A10-3AA8F44C011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0862B4-7E47-4B48-2873-C13ADABA5B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509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Text Heavy-2Col-Navy">
    <p:bg>
      <p:bgPr>
        <a:solidFill>
          <a:schemeClr val="tx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A3B5DCC-88D1-8D3D-5B4F-B547E1F2B4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E105C49-8291-F386-6BB5-C5DFA2B496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3050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DesktopScreen" preserve="1">
  <p:cSld name="11_DesktopScreen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C368743-3F87-5CDF-FBFD-2E95E4D496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9828"/>
          <a:stretch>
            <a:fillRect/>
          </a:stretch>
        </p:blipFill>
        <p:spPr>
          <a:xfrm>
            <a:off x="4474581" y="0"/>
            <a:ext cx="7717420" cy="6858000"/>
          </a:xfrm>
          <a:prstGeom prst="rect">
            <a:avLst/>
          </a:prstGeom>
        </p:spPr>
      </p:pic>
      <p:pic>
        <p:nvPicPr>
          <p:cNvPr id="177" name="Google Shape;17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0382" y="793604"/>
            <a:ext cx="6909473" cy="500328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78" name="Google Shape;178;p20"/>
          <p:cNvSpPr txBox="1">
            <a:spLocks noGrp="1"/>
          </p:cNvSpPr>
          <p:nvPr>
            <p:ph type="title"/>
          </p:nvPr>
        </p:nvSpPr>
        <p:spPr>
          <a:xfrm>
            <a:off x="438871" y="499001"/>
            <a:ext cx="3483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9" name="Google Shape;179;p20"/>
          <p:cNvSpPr txBox="1">
            <a:spLocks noGrp="1"/>
          </p:cNvSpPr>
          <p:nvPr>
            <p:ph type="body" idx="1"/>
          </p:nvPr>
        </p:nvSpPr>
        <p:spPr>
          <a:xfrm>
            <a:off x="438871" y="2369912"/>
            <a:ext cx="3483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80" name="Google Shape;180;p20"/>
          <p:cNvSpPr>
            <a:spLocks noGrp="1"/>
          </p:cNvSpPr>
          <p:nvPr>
            <p:ph type="pic" idx="2"/>
          </p:nvPr>
        </p:nvSpPr>
        <p:spPr>
          <a:xfrm>
            <a:off x="4946152" y="1061111"/>
            <a:ext cx="6697931" cy="4631855"/>
          </a:xfrm>
          <a:prstGeom prst="roundRect">
            <a:avLst>
              <a:gd name="adj" fmla="val 858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F7555FC-3DC6-CA4A-30FC-D9624A2EA21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74075CA-7B6C-A4F8-9295-7B1130EE55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42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Coding Screen Slide" preserve="1">
  <p:cSld name="11_Coding Screen Slide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9300C3C-AAB9-475C-1634-432139CF37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1" r="28775"/>
          <a:stretch>
            <a:fillRect/>
          </a:stretch>
        </p:blipFill>
        <p:spPr>
          <a:xfrm>
            <a:off x="6096001" y="0"/>
            <a:ext cx="6095900" cy="6858000"/>
          </a:xfrm>
          <a:prstGeom prst="rect">
            <a:avLst/>
          </a:prstGeom>
        </p:spPr>
      </p:pic>
      <p:sp>
        <p:nvSpPr>
          <p:cNvPr id="185" name="Google Shape;185;p21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4571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6" name="Google Shape;186;p21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187" name="Google Shape;187;p21"/>
          <p:cNvPicPr preferRelativeResize="0"/>
          <p:nvPr/>
        </p:nvPicPr>
        <p:blipFill rotWithShape="1">
          <a:blip r:embed="rId3">
            <a:alphaModFix/>
          </a:blip>
          <a:srcRect r="18267"/>
          <a:stretch/>
        </p:blipFill>
        <p:spPr>
          <a:xfrm>
            <a:off x="6823597" y="763538"/>
            <a:ext cx="5368440" cy="475686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>
            <a:spLocks noGrp="1"/>
          </p:cNvSpPr>
          <p:nvPr>
            <p:ph type="body" idx="2"/>
          </p:nvPr>
        </p:nvSpPr>
        <p:spPr>
          <a:xfrm>
            <a:off x="7222109" y="13335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97923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defRPr sz="1467">
                <a:solidFill>
                  <a:schemeClr val="bg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61BF3EB-878E-A61B-F70B-4FDC802D59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DA8105E-AE7C-10C6-C3F1-CDA2A8A9F6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868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Split" preserve="1">
  <p:cSld name="10_StatsHalfSplit-White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2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6861704" y="1190649"/>
            <a:ext cx="451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94" name="Google Shape;194;p22"/>
          <p:cNvSpPr txBox="1">
            <a:spLocks noGrp="1"/>
          </p:cNvSpPr>
          <p:nvPr>
            <p:ph type="subTitle" idx="1"/>
          </p:nvPr>
        </p:nvSpPr>
        <p:spPr>
          <a:xfrm>
            <a:off x="6879203" y="4388312"/>
            <a:ext cx="451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5" name="Google Shape;195;p22"/>
          <p:cNvSpPr txBox="1">
            <a:spLocks noGrp="1"/>
          </p:cNvSpPr>
          <p:nvPr>
            <p:ph type="title" idx="2"/>
          </p:nvPr>
        </p:nvSpPr>
        <p:spPr>
          <a:xfrm>
            <a:off x="780903" y="1190649"/>
            <a:ext cx="45540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96" name="Google Shape;196;p22"/>
          <p:cNvSpPr txBox="1">
            <a:spLocks noGrp="1"/>
          </p:cNvSpPr>
          <p:nvPr>
            <p:ph type="subTitle" idx="3"/>
          </p:nvPr>
        </p:nvSpPr>
        <p:spPr>
          <a:xfrm>
            <a:off x="763429" y="4388312"/>
            <a:ext cx="455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38AB5-74A5-48FE-24A0-DEDE8810E0C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D8C7DFC-5643-36E4-CB26-E851435201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20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  <p15:guide id="3" pos="721" userDrawn="1">
          <p15:clr>
            <a:schemeClr val="accent6"/>
          </p15:clr>
        </p15:guide>
        <p15:guide id="4" pos="6959" userDrawn="1">
          <p15:clr>
            <a:schemeClr val="accent6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03_Text-heavy 2 columns-NavyWhite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/>
          <p:nvPr/>
        </p:nvSpPr>
        <p:spPr>
          <a:xfrm>
            <a:off x="6096000" y="1342267"/>
            <a:ext cx="6093600" cy="4846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2267" y="1342267"/>
            <a:ext cx="6093600" cy="4846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2" name="Google Shape;202;p23"/>
          <p:cNvSpPr txBox="1">
            <a:spLocks noGrp="1"/>
          </p:cNvSpPr>
          <p:nvPr>
            <p:ph type="title"/>
          </p:nvPr>
        </p:nvSpPr>
        <p:spPr>
          <a:xfrm>
            <a:off x="2691800" y="457201"/>
            <a:ext cx="68084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5" name="Google Shape;205;p23"/>
          <p:cNvSpPr txBox="1">
            <a:spLocks noGrp="1"/>
          </p:cNvSpPr>
          <p:nvPr>
            <p:ph type="body" idx="1"/>
          </p:nvPr>
        </p:nvSpPr>
        <p:spPr>
          <a:xfrm>
            <a:off x="518700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6" name="Google Shape;206;p23"/>
          <p:cNvSpPr txBox="1">
            <a:spLocks noGrp="1"/>
          </p:cNvSpPr>
          <p:nvPr>
            <p:ph type="body" idx="2"/>
          </p:nvPr>
        </p:nvSpPr>
        <p:spPr>
          <a:xfrm>
            <a:off x="518700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7" name="Google Shape;207;p23"/>
          <p:cNvSpPr txBox="1">
            <a:spLocks noGrp="1"/>
          </p:cNvSpPr>
          <p:nvPr>
            <p:ph type="body" idx="3"/>
          </p:nvPr>
        </p:nvSpPr>
        <p:spPr>
          <a:xfrm>
            <a:off x="6667933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8" name="Google Shape;208;p23"/>
          <p:cNvSpPr txBox="1">
            <a:spLocks noGrp="1"/>
          </p:cNvSpPr>
          <p:nvPr>
            <p:ph type="body" idx="4"/>
          </p:nvPr>
        </p:nvSpPr>
        <p:spPr>
          <a:xfrm>
            <a:off x="6667933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217E901-D256-287A-40FA-AD1A653A219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B0478E-EDBD-CCC8-E5FD-C714EA4A38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6204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  <p15:guide id="3" pos="721" userDrawn="1">
          <p15:clr>
            <a:schemeClr val="accent6"/>
          </p15:clr>
        </p15:guide>
        <p15:guide id="4" pos="6959" userDrawn="1">
          <p15:clr>
            <a:schemeClr val="accent6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Navy Bar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  <p:sp>
        <p:nvSpPr>
          <p:cNvPr id="2" name="Google Shape;785;p88">
            <a:extLst>
              <a:ext uri="{FF2B5EF4-FFF2-40B4-BE49-F238E27FC236}">
                <a16:creationId xmlns:a16="http://schemas.microsoft.com/office/drawing/2014/main" id="{CCEF1BEA-FA12-A68C-3D50-B981DBE40FD4}"/>
              </a:ext>
            </a:extLst>
          </p:cNvPr>
          <p:cNvSpPr/>
          <p:nvPr userDrawn="1"/>
        </p:nvSpPr>
        <p:spPr>
          <a:xfrm>
            <a:off x="9567" y="9567"/>
            <a:ext cx="12182400" cy="17212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</p:spTree>
    <p:extLst>
      <p:ext uri="{BB962C8B-B14F-4D97-AF65-F5344CB8AC3E}">
        <p14:creationId xmlns:p14="http://schemas.microsoft.com/office/powerpoint/2010/main" val="145614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White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79412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Navy">
    <p:bg>
      <p:bgPr>
        <a:solidFill>
          <a:schemeClr val="tx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BF00F8E-0C3D-E1DF-D1B6-47CF6C7E915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FF05D5D-4558-86E1-EAAA-950EBDDFE5F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3566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09_List4-White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C87023C-99FC-892F-45C7-8BED48A86C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9F14C4F-70C5-339A-E79C-84A96C658D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1257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10_List4-Navy">
    <p:bg>
      <p:bgPr>
        <a:solidFill>
          <a:schemeClr val="tx1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3CCEE9-6BC0-373E-D29B-EC1E05C2C69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D4A3717-ACEF-B62B-E158-907BF9114E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85420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09_List4 + Icons-White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12E61FC-EE78-658A-E879-EAB7E3B3A87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7D83C27-81A8-96BE-4A69-B9E703C35C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8368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10_List4 + Icons-Navy">
    <p:bg>
      <p:bgPr>
        <a:solidFill>
          <a:schemeClr val="tx1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7105F97-9F8D-5AE1-1867-D0206D1EBE3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0BDC92E-5F9F-A49A-D636-6C77288BDF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6408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09_List6-White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1BD36F5-CF25-24F4-6212-DAFC8641D2F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BC59A85-5150-87E9-5D1B-2602D0CD1A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8037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10_List6-Navy">
    <p:bg>
      <p:bgPr>
        <a:solidFill>
          <a:schemeClr val="tx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81565C1-2B3E-E1D2-2EF7-FCFE93B84F8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215BD2A-427F-8B92-90BB-A6CA66B4F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61365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09_List3-White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8E06CA1-6CA0-086A-BDB3-B62AE9AAE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BBD9587-62FD-2397-D758-BA626C67DF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3750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10_List3-Navy">
    <p:bg>
      <p:bgPr>
        <a:solidFill>
          <a:schemeClr val="tx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E99580A-F042-9F68-D73C-C34C338F88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957770E-D43E-8541-F562-CFFF096B22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91319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08_Checkilst-Navy">
    <p:bg>
      <p:bgPr>
        <a:solidFill>
          <a:schemeClr val="tx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BB4D756-AC95-D3F0-E1AD-5C551D26F07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956C609-6BDE-7505-BB18-40CC6B5C18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1614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9_Checkilst-White">
    <p:bg>
      <p:bgPr>
        <a:solidFill>
          <a:schemeClr val="bg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221616A-7662-EE72-B6DE-0DD9CDF2335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DC35BD-A221-7112-5D6A-BB00418266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403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09_List3 HalfSplit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0"/>
          <p:cNvSpPr/>
          <p:nvPr/>
        </p:nvSpPr>
        <p:spPr>
          <a:xfrm>
            <a:off x="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83" name="Google Shape;283;p30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30"/>
          <p:cNvSpPr txBox="1">
            <a:spLocks noGrp="1"/>
          </p:cNvSpPr>
          <p:nvPr>
            <p:ph type="body" idx="1"/>
          </p:nvPr>
        </p:nvSpPr>
        <p:spPr>
          <a:xfrm>
            <a:off x="438871" y="2686051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5" name="Google Shape;285;p30"/>
          <p:cNvSpPr txBox="1">
            <a:spLocks noGrp="1"/>
          </p:cNvSpPr>
          <p:nvPr>
            <p:ph type="subTitle" idx="2"/>
          </p:nvPr>
        </p:nvSpPr>
        <p:spPr>
          <a:xfrm>
            <a:off x="438871" y="1661988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6" name="Google Shape;286;p30"/>
          <p:cNvSpPr txBox="1">
            <a:spLocks noGrp="1"/>
          </p:cNvSpPr>
          <p:nvPr>
            <p:ph type="subTitle" idx="3"/>
          </p:nvPr>
        </p:nvSpPr>
        <p:spPr>
          <a:xfrm>
            <a:off x="7751617" y="98821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7" name="Google Shape;287;p30"/>
          <p:cNvSpPr txBox="1">
            <a:spLocks noGrp="1"/>
          </p:cNvSpPr>
          <p:nvPr>
            <p:ph type="subTitle" idx="4"/>
          </p:nvPr>
        </p:nvSpPr>
        <p:spPr>
          <a:xfrm>
            <a:off x="7751617" y="13726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8" name="Google Shape;288;p30"/>
          <p:cNvSpPr txBox="1">
            <a:spLocks noGrp="1"/>
          </p:cNvSpPr>
          <p:nvPr>
            <p:ph type="subTitle" idx="5"/>
          </p:nvPr>
        </p:nvSpPr>
        <p:spPr>
          <a:xfrm>
            <a:off x="7751617" y="2765388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9" name="Google Shape;289;p30"/>
          <p:cNvSpPr txBox="1">
            <a:spLocks noGrp="1"/>
          </p:cNvSpPr>
          <p:nvPr>
            <p:ph type="subTitle" idx="6"/>
          </p:nvPr>
        </p:nvSpPr>
        <p:spPr>
          <a:xfrm>
            <a:off x="7751617" y="31497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0" name="Google Shape;290;p30"/>
          <p:cNvSpPr txBox="1">
            <a:spLocks noGrp="1"/>
          </p:cNvSpPr>
          <p:nvPr>
            <p:ph type="subTitle" idx="7"/>
          </p:nvPr>
        </p:nvSpPr>
        <p:spPr>
          <a:xfrm>
            <a:off x="7751617" y="454256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1" name="Google Shape;291;p30"/>
          <p:cNvSpPr txBox="1">
            <a:spLocks noGrp="1"/>
          </p:cNvSpPr>
          <p:nvPr>
            <p:ph type="subTitle" idx="8"/>
          </p:nvPr>
        </p:nvSpPr>
        <p:spPr>
          <a:xfrm>
            <a:off x="7751617" y="4926951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53A2F63-3861-856B-4CB7-B72FBD9520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1A84EAE-2866-153B-4B19-D4299B5AA8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0620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 Top" preserve="1">
  <p:cSld name="09_List3 Split Top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1"/>
          <p:cNvSpPr/>
          <p:nvPr/>
        </p:nvSpPr>
        <p:spPr>
          <a:xfrm>
            <a:off x="-3475" y="0"/>
            <a:ext cx="12192000" cy="268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96" name="Google Shape;296;p31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55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31"/>
          <p:cNvSpPr txBox="1">
            <a:spLocks noGrp="1"/>
          </p:cNvSpPr>
          <p:nvPr>
            <p:ph type="subTitle" idx="1"/>
          </p:nvPr>
        </p:nvSpPr>
        <p:spPr>
          <a:xfrm>
            <a:off x="438871" y="1661988"/>
            <a:ext cx="7788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8" name="Google Shape;298;p31"/>
          <p:cNvSpPr txBox="1">
            <a:spLocks noGrp="1"/>
          </p:cNvSpPr>
          <p:nvPr>
            <p:ph type="subTitle" idx="2"/>
          </p:nvPr>
        </p:nvSpPr>
        <p:spPr>
          <a:xfrm>
            <a:off x="438871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9" name="Google Shape;299;p31"/>
          <p:cNvSpPr txBox="1">
            <a:spLocks noGrp="1"/>
          </p:cNvSpPr>
          <p:nvPr>
            <p:ph type="subTitle" idx="3"/>
          </p:nvPr>
        </p:nvSpPr>
        <p:spPr>
          <a:xfrm>
            <a:off x="438871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0" name="Google Shape;300;p31"/>
          <p:cNvSpPr txBox="1">
            <a:spLocks noGrp="1"/>
          </p:cNvSpPr>
          <p:nvPr>
            <p:ph type="subTitle" idx="4"/>
          </p:nvPr>
        </p:nvSpPr>
        <p:spPr>
          <a:xfrm>
            <a:off x="4256317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1" name="Google Shape;301;p31"/>
          <p:cNvSpPr txBox="1">
            <a:spLocks noGrp="1"/>
          </p:cNvSpPr>
          <p:nvPr>
            <p:ph type="subTitle" idx="5"/>
          </p:nvPr>
        </p:nvSpPr>
        <p:spPr>
          <a:xfrm>
            <a:off x="4256317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2" name="Google Shape;302;p31"/>
          <p:cNvSpPr txBox="1">
            <a:spLocks noGrp="1"/>
          </p:cNvSpPr>
          <p:nvPr>
            <p:ph type="subTitle" idx="6"/>
          </p:nvPr>
        </p:nvSpPr>
        <p:spPr>
          <a:xfrm>
            <a:off x="8073765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3" name="Google Shape;303;p31"/>
          <p:cNvSpPr txBox="1">
            <a:spLocks noGrp="1"/>
          </p:cNvSpPr>
          <p:nvPr>
            <p:ph type="subTitle" idx="7"/>
          </p:nvPr>
        </p:nvSpPr>
        <p:spPr>
          <a:xfrm>
            <a:off x="8073765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20630B8-10B8-F782-8E4B-019E5063F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AA969CF-658B-F4CE-EC3A-9E95133596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16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+ Box" preserve="1">
  <p:cSld name="09_List3 + Box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/>
          <p:nvPr/>
        </p:nvSpPr>
        <p:spPr>
          <a:xfrm>
            <a:off x="1065200" y="2308367"/>
            <a:ext cx="30536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8" name="Google Shape;308;p32"/>
          <p:cNvSpPr/>
          <p:nvPr/>
        </p:nvSpPr>
        <p:spPr>
          <a:xfrm>
            <a:off x="4598000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9" name="Google Shape;309;p32"/>
          <p:cNvSpPr/>
          <p:nvPr/>
        </p:nvSpPr>
        <p:spPr>
          <a:xfrm>
            <a:off x="8130825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10" name="Google Shape;310;p32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32"/>
          <p:cNvSpPr txBox="1">
            <a:spLocks noGrp="1"/>
          </p:cNvSpPr>
          <p:nvPr>
            <p:ph type="subTitle" idx="1"/>
          </p:nvPr>
        </p:nvSpPr>
        <p:spPr>
          <a:xfrm>
            <a:off x="1331633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2" name="Google Shape;312;p32"/>
          <p:cNvSpPr txBox="1">
            <a:spLocks noGrp="1"/>
          </p:cNvSpPr>
          <p:nvPr>
            <p:ph type="subTitle" idx="2"/>
          </p:nvPr>
        </p:nvSpPr>
        <p:spPr>
          <a:xfrm>
            <a:off x="1331633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3" name="Google Shape;313;p32"/>
          <p:cNvSpPr txBox="1">
            <a:spLocks noGrp="1"/>
          </p:cNvSpPr>
          <p:nvPr>
            <p:ph type="subTitle" idx="3"/>
          </p:nvPr>
        </p:nvSpPr>
        <p:spPr>
          <a:xfrm>
            <a:off x="4856811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4" name="Google Shape;314;p32"/>
          <p:cNvSpPr txBox="1">
            <a:spLocks noGrp="1"/>
          </p:cNvSpPr>
          <p:nvPr>
            <p:ph type="subTitle" idx="4"/>
          </p:nvPr>
        </p:nvSpPr>
        <p:spPr>
          <a:xfrm>
            <a:off x="4856811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5" name="Google Shape;315;p32"/>
          <p:cNvSpPr txBox="1">
            <a:spLocks noGrp="1"/>
          </p:cNvSpPr>
          <p:nvPr>
            <p:ph type="subTitle" idx="5"/>
          </p:nvPr>
        </p:nvSpPr>
        <p:spPr>
          <a:xfrm>
            <a:off x="8381996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6" name="Google Shape;316;p32"/>
          <p:cNvSpPr txBox="1">
            <a:spLocks noGrp="1"/>
          </p:cNvSpPr>
          <p:nvPr>
            <p:ph type="subTitle" idx="6"/>
          </p:nvPr>
        </p:nvSpPr>
        <p:spPr>
          <a:xfrm>
            <a:off x="8381996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D0DF87F-21F4-5C11-7E9A-22621D4112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FF770EB-E5DA-0386-E45F-A179D72110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22468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" preserve="1">
  <p:cSld name="09_List4 + box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3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53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1" name="Google Shape;321;p33"/>
          <p:cNvSpPr/>
          <p:nvPr/>
        </p:nvSpPr>
        <p:spPr>
          <a:xfrm>
            <a:off x="71298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2" name="Google Shape;322;p33"/>
          <p:cNvSpPr/>
          <p:nvPr/>
        </p:nvSpPr>
        <p:spPr>
          <a:xfrm>
            <a:off x="347086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3" name="Google Shape;323;p33"/>
          <p:cNvSpPr/>
          <p:nvPr/>
        </p:nvSpPr>
        <p:spPr>
          <a:xfrm>
            <a:off x="622874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4" name="Google Shape;324;p33"/>
          <p:cNvSpPr/>
          <p:nvPr/>
        </p:nvSpPr>
        <p:spPr>
          <a:xfrm>
            <a:off x="898662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5" name="Google Shape;325;p33"/>
          <p:cNvSpPr/>
          <p:nvPr/>
        </p:nvSpPr>
        <p:spPr>
          <a:xfrm rot="10800000" flipH="1">
            <a:off x="71298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6" name="Google Shape;326;p33"/>
          <p:cNvSpPr/>
          <p:nvPr/>
        </p:nvSpPr>
        <p:spPr>
          <a:xfrm rot="10800000" flipH="1">
            <a:off x="347086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7" name="Google Shape;327;p33"/>
          <p:cNvSpPr/>
          <p:nvPr/>
        </p:nvSpPr>
        <p:spPr>
          <a:xfrm rot="10800000" flipH="1">
            <a:off x="622874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8" name="Google Shape;328;p33"/>
          <p:cNvSpPr/>
          <p:nvPr/>
        </p:nvSpPr>
        <p:spPr>
          <a:xfrm rot="10800000" flipH="1">
            <a:off x="898662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9" name="Google Shape;329;p33"/>
          <p:cNvSpPr txBox="1">
            <a:spLocks noGrp="1"/>
          </p:cNvSpPr>
          <p:nvPr>
            <p:ph type="title" idx="2"/>
          </p:nvPr>
        </p:nvSpPr>
        <p:spPr>
          <a:xfrm>
            <a:off x="712985" y="2276475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0" name="Google Shape;330;p33"/>
          <p:cNvSpPr txBox="1">
            <a:spLocks noGrp="1"/>
          </p:cNvSpPr>
          <p:nvPr>
            <p:ph type="subTitle" idx="1"/>
          </p:nvPr>
        </p:nvSpPr>
        <p:spPr>
          <a:xfrm>
            <a:off x="90466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1" name="Google Shape;331;p33"/>
          <p:cNvSpPr txBox="1">
            <a:spLocks noGrp="1"/>
          </p:cNvSpPr>
          <p:nvPr>
            <p:ph type="title" idx="3"/>
          </p:nvPr>
        </p:nvSpPr>
        <p:spPr>
          <a:xfrm>
            <a:off x="347086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2" name="Google Shape;332;p33"/>
          <p:cNvSpPr txBox="1">
            <a:spLocks noGrp="1"/>
          </p:cNvSpPr>
          <p:nvPr>
            <p:ph type="title" idx="4"/>
          </p:nvPr>
        </p:nvSpPr>
        <p:spPr>
          <a:xfrm>
            <a:off x="622874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3" name="Google Shape;333;p33"/>
          <p:cNvSpPr txBox="1">
            <a:spLocks noGrp="1"/>
          </p:cNvSpPr>
          <p:nvPr>
            <p:ph type="title" idx="5"/>
          </p:nvPr>
        </p:nvSpPr>
        <p:spPr>
          <a:xfrm>
            <a:off x="898662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4" name="Google Shape;334;p33"/>
          <p:cNvSpPr txBox="1">
            <a:spLocks noGrp="1"/>
          </p:cNvSpPr>
          <p:nvPr>
            <p:ph type="subTitle" idx="6"/>
          </p:nvPr>
        </p:nvSpPr>
        <p:spPr>
          <a:xfrm>
            <a:off x="366254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33"/>
          <p:cNvSpPr txBox="1">
            <a:spLocks noGrp="1"/>
          </p:cNvSpPr>
          <p:nvPr>
            <p:ph type="subTitle" idx="7"/>
          </p:nvPr>
        </p:nvSpPr>
        <p:spPr>
          <a:xfrm>
            <a:off x="642042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33"/>
          <p:cNvSpPr txBox="1">
            <a:spLocks noGrp="1"/>
          </p:cNvSpPr>
          <p:nvPr>
            <p:ph type="subTitle" idx="8"/>
          </p:nvPr>
        </p:nvSpPr>
        <p:spPr>
          <a:xfrm>
            <a:off x="917830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920D7F8-7542-7153-5A5E-6B39F4F15E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269CAD3-D292-6F3C-89DD-6310BFE687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22646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 + Icon" preserve="1">
  <p:cSld name="09_List4 + Box + Icon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4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34"/>
          <p:cNvSpPr/>
          <p:nvPr/>
        </p:nvSpPr>
        <p:spPr>
          <a:xfrm>
            <a:off x="71298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" name="Google Shape;342;p34"/>
          <p:cNvSpPr/>
          <p:nvPr/>
        </p:nvSpPr>
        <p:spPr>
          <a:xfrm>
            <a:off x="347086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3" name="Google Shape;343;p34"/>
          <p:cNvSpPr/>
          <p:nvPr/>
        </p:nvSpPr>
        <p:spPr>
          <a:xfrm>
            <a:off x="622874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34"/>
          <p:cNvSpPr/>
          <p:nvPr/>
        </p:nvSpPr>
        <p:spPr>
          <a:xfrm>
            <a:off x="898662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34"/>
          <p:cNvSpPr/>
          <p:nvPr/>
        </p:nvSpPr>
        <p:spPr>
          <a:xfrm rot="10800000" flipH="1">
            <a:off x="71298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6" name="Google Shape;346;p34"/>
          <p:cNvSpPr/>
          <p:nvPr/>
        </p:nvSpPr>
        <p:spPr>
          <a:xfrm rot="10800000" flipH="1">
            <a:off x="347086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7" name="Google Shape;347;p34"/>
          <p:cNvSpPr/>
          <p:nvPr/>
        </p:nvSpPr>
        <p:spPr>
          <a:xfrm rot="10800000" flipH="1">
            <a:off x="622874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8" name="Google Shape;348;p34"/>
          <p:cNvSpPr/>
          <p:nvPr/>
        </p:nvSpPr>
        <p:spPr>
          <a:xfrm rot="10800000" flipH="1">
            <a:off x="898662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34"/>
          <p:cNvSpPr txBox="1">
            <a:spLocks noGrp="1"/>
          </p:cNvSpPr>
          <p:nvPr>
            <p:ph type="subTitle" idx="1"/>
          </p:nvPr>
        </p:nvSpPr>
        <p:spPr>
          <a:xfrm>
            <a:off x="91493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0" name="Google Shape;350;p34"/>
          <p:cNvSpPr txBox="1">
            <a:spLocks noGrp="1"/>
          </p:cNvSpPr>
          <p:nvPr>
            <p:ph type="subTitle" idx="2"/>
          </p:nvPr>
        </p:nvSpPr>
        <p:spPr>
          <a:xfrm>
            <a:off x="91493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1" name="Google Shape;351;p34"/>
          <p:cNvSpPr txBox="1">
            <a:spLocks noGrp="1"/>
          </p:cNvSpPr>
          <p:nvPr>
            <p:ph type="subTitle" idx="3"/>
          </p:nvPr>
        </p:nvSpPr>
        <p:spPr>
          <a:xfrm>
            <a:off x="367281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2" name="Google Shape;352;p34"/>
          <p:cNvSpPr txBox="1">
            <a:spLocks noGrp="1"/>
          </p:cNvSpPr>
          <p:nvPr>
            <p:ph type="subTitle" idx="4"/>
          </p:nvPr>
        </p:nvSpPr>
        <p:spPr>
          <a:xfrm>
            <a:off x="367281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3" name="Google Shape;353;p34"/>
          <p:cNvSpPr txBox="1">
            <a:spLocks noGrp="1"/>
          </p:cNvSpPr>
          <p:nvPr>
            <p:ph type="subTitle" idx="5"/>
          </p:nvPr>
        </p:nvSpPr>
        <p:spPr>
          <a:xfrm>
            <a:off x="643069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4" name="Google Shape;354;p34"/>
          <p:cNvSpPr txBox="1">
            <a:spLocks noGrp="1"/>
          </p:cNvSpPr>
          <p:nvPr>
            <p:ph type="subTitle" idx="6"/>
          </p:nvPr>
        </p:nvSpPr>
        <p:spPr>
          <a:xfrm>
            <a:off x="643069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5" name="Google Shape;355;p34"/>
          <p:cNvSpPr txBox="1">
            <a:spLocks noGrp="1"/>
          </p:cNvSpPr>
          <p:nvPr>
            <p:ph type="subTitle" idx="7"/>
          </p:nvPr>
        </p:nvSpPr>
        <p:spPr>
          <a:xfrm>
            <a:off x="918857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34"/>
          <p:cNvSpPr txBox="1">
            <a:spLocks noGrp="1"/>
          </p:cNvSpPr>
          <p:nvPr>
            <p:ph type="subTitle" idx="8"/>
          </p:nvPr>
        </p:nvSpPr>
        <p:spPr>
          <a:xfrm>
            <a:off x="918857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2BE7A4B-26E0-26F2-2323-7D626208E8B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7906F2C-735F-0B76-B204-0B9DF9258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5402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09_List2-White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4279096-11BB-53AB-CEFE-950A21309C7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E7C89A0-FA15-77D8-2F0A-158D70457D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808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10_List2-Navy">
    <p:bg>
      <p:bgPr>
        <a:solidFill>
          <a:schemeClr val="tx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7206F51-A649-7186-838A-A3EBEE86944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312E949-C64A-7DE8-A8C9-A9504040E8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6854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10_List3 Split"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6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0" name="Google Shape;370;p3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36"/>
          <p:cNvSpPr txBox="1">
            <a:spLocks noGrp="1"/>
          </p:cNvSpPr>
          <p:nvPr>
            <p:ph type="subTitle" idx="2"/>
          </p:nvPr>
        </p:nvSpPr>
        <p:spPr>
          <a:xfrm>
            <a:off x="7466080" y="1450312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2" name="Google Shape;372;p36"/>
          <p:cNvSpPr txBox="1">
            <a:spLocks noGrp="1"/>
          </p:cNvSpPr>
          <p:nvPr>
            <p:ph type="subTitle" idx="3"/>
          </p:nvPr>
        </p:nvSpPr>
        <p:spPr>
          <a:xfrm>
            <a:off x="7459643" y="876725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3" name="Google Shape;373;p36"/>
          <p:cNvSpPr txBox="1">
            <a:spLocks noGrp="1"/>
          </p:cNvSpPr>
          <p:nvPr>
            <p:ph type="subTitle" idx="4"/>
          </p:nvPr>
        </p:nvSpPr>
        <p:spPr>
          <a:xfrm>
            <a:off x="7466080" y="3440619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4" name="Google Shape;374;p36"/>
          <p:cNvSpPr txBox="1">
            <a:spLocks noGrp="1"/>
          </p:cNvSpPr>
          <p:nvPr>
            <p:ph type="subTitle" idx="5"/>
          </p:nvPr>
        </p:nvSpPr>
        <p:spPr>
          <a:xfrm>
            <a:off x="7459643" y="2867031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5" name="Google Shape;375;p36"/>
          <p:cNvSpPr txBox="1">
            <a:spLocks noGrp="1"/>
          </p:cNvSpPr>
          <p:nvPr>
            <p:ph type="subTitle" idx="6"/>
          </p:nvPr>
        </p:nvSpPr>
        <p:spPr>
          <a:xfrm>
            <a:off x="7466080" y="5430931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6" name="Google Shape;376;p36"/>
          <p:cNvSpPr txBox="1">
            <a:spLocks noGrp="1"/>
          </p:cNvSpPr>
          <p:nvPr>
            <p:ph type="subTitle" idx="7"/>
          </p:nvPr>
        </p:nvSpPr>
        <p:spPr>
          <a:xfrm>
            <a:off x="7459643" y="4857344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8A7042B-CE2D-3D64-F2A2-07CF5F574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B93419-3C4D-38F0-0002-CCE80BC91D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4320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09_List4 Split-White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440AF62-D211-A905-5DB8-FE1C87B372D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85101EC-B79A-1178-9DDF-E80233C893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141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10_List4 Split-Navy">
    <p:bg>
      <p:bgPr>
        <a:solidFill>
          <a:schemeClr val="tx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36845A1-D82A-7BAD-A3CF-CC6BCF8B5E4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0E746D0-4AF2-2F8A-87B5-0DF291E30B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65167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Heavy" preserve="1">
  <p:cSld name="02_AgendaHeavy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38"/>
          <p:cNvSpPr/>
          <p:nvPr/>
        </p:nvSpPr>
        <p:spPr>
          <a:xfrm>
            <a:off x="6098300" y="-9525"/>
            <a:ext cx="6111200" cy="686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95" name="Google Shape;395;p38"/>
          <p:cNvSpPr txBox="1">
            <a:spLocks noGrp="1"/>
          </p:cNvSpPr>
          <p:nvPr>
            <p:ph type="title"/>
          </p:nvPr>
        </p:nvSpPr>
        <p:spPr>
          <a:xfrm>
            <a:off x="458143" y="457200"/>
            <a:ext cx="4648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body" idx="1"/>
          </p:nvPr>
        </p:nvSpPr>
        <p:spPr>
          <a:xfrm>
            <a:off x="438871" y="1971675"/>
            <a:ext cx="3494800" cy="36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body" idx="2"/>
          </p:nvPr>
        </p:nvSpPr>
        <p:spPr>
          <a:xfrm>
            <a:off x="6915848" y="457200"/>
            <a:ext cx="4476000" cy="51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1D43114-F454-F56F-87B9-0999A54B6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C0F658-1115-EA83-099E-915A2C1FE0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962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F0095"/>
          </p15:clr>
        </p15:guide>
        <p15:guide id="2" orient="horz" pos="959" userDrawn="1">
          <p15:clr>
            <a:srgbClr val="FF0095"/>
          </p15:clr>
        </p15:guide>
        <p15:guide id="3" orient="horz" pos="1199" userDrawn="1">
          <p15:clr>
            <a:srgbClr val="FF0095"/>
          </p15:clr>
        </p15:guide>
        <p15:guide id="4" orient="horz" pos="1440" userDrawn="1">
          <p15:clr>
            <a:srgbClr val="FF0095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ack" preserve="1">
  <p:cSld name="Blank-Gradient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501E2A9-EB33-2793-D600-F8046B43012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1BD30E9-A67E-D479-E6B1-7C6F60E0D8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8475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ue" preserve="1">
  <p:cSld name="Blank-Blue">
    <p:bg>
      <p:bgPr>
        <a:solidFill>
          <a:schemeClr val="accent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4EBE87F-F323-2381-21AA-EFE874098B1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5E29DB8-4179-2CEA-3BE2-A690BB5B9E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085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" preserve="1">
  <p:cSld name="03_Text-heavy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8534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8" name="Google Shape;408;p41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8534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9" name="Google Shape;409;p41"/>
          <p:cNvSpPr txBox="1">
            <a:spLocks noGrp="1"/>
          </p:cNvSpPr>
          <p:nvPr>
            <p:ph type="body" idx="2"/>
          </p:nvPr>
        </p:nvSpPr>
        <p:spPr>
          <a:xfrm>
            <a:off x="440357" y="1873251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ED10B7E-4268-71DD-047E-93AF7B76D53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B4C079-61AE-5182-32B7-9D56FB2F30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018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2" preserve="1">
  <p:cSld name="07_Timeline2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2"/>
          <p:cNvSpPr/>
          <p:nvPr/>
        </p:nvSpPr>
        <p:spPr>
          <a:xfrm>
            <a:off x="0" y="0"/>
            <a:ext cx="12192000" cy="621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4" name="Google Shape;414;p42"/>
          <p:cNvSpPr/>
          <p:nvPr/>
        </p:nvSpPr>
        <p:spPr>
          <a:xfrm>
            <a:off x="620333" y="2245633"/>
            <a:ext cx="11736400" cy="48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5" name="Google Shape;415;p4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42412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16" name="Google Shape;416;p42"/>
          <p:cNvSpPr txBox="1">
            <a:spLocks noGrp="1"/>
          </p:cNvSpPr>
          <p:nvPr>
            <p:ph type="body" idx="1"/>
          </p:nvPr>
        </p:nvSpPr>
        <p:spPr>
          <a:xfrm>
            <a:off x="659549" y="2582529"/>
            <a:ext cx="2827200" cy="29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38500D3-BD8E-273E-B023-676F9180A3B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3E1C01D-33B3-F819-ED15-1F8CB2FB66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09668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07_Timeline1-White">
    <p:bg>
      <p:bgPr>
        <a:solidFill>
          <a:schemeClr val="bg1">
            <a:alpha val="0"/>
          </a:schemeClr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37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0DCED3D-5B9E-8E54-7DEE-15105E30DD0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397FFA8-7745-E0B2-F758-8C40B94ECC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2930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8_Timeline1-Navy">
    <p:bg>
      <p:bgPr>
        <a:solidFill>
          <a:schemeClr val="tx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54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4B74730-4B78-DB3A-97CD-E104EC3559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6248A50-C64D-223E-48D8-A5107C42AA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3165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3" preserve="1">
  <p:cSld name="07_Timeline3">
    <p:bg>
      <p:bgPr>
        <a:solidFill>
          <a:schemeClr val="bg1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3290367" y="2989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title" idx="2"/>
          </p:nvPr>
        </p:nvSpPr>
        <p:spPr>
          <a:xfrm>
            <a:off x="3290367" y="7359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8" name="Google Shape;428;p44"/>
          <p:cNvSpPr txBox="1">
            <a:spLocks noGrp="1"/>
          </p:cNvSpPr>
          <p:nvPr>
            <p:ph type="title" idx="3"/>
          </p:nvPr>
        </p:nvSpPr>
        <p:spPr>
          <a:xfrm>
            <a:off x="3290367" y="11729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9" name="Google Shape;429;p44"/>
          <p:cNvSpPr txBox="1">
            <a:spLocks noGrp="1"/>
          </p:cNvSpPr>
          <p:nvPr>
            <p:ph type="title" idx="4"/>
          </p:nvPr>
        </p:nvSpPr>
        <p:spPr>
          <a:xfrm>
            <a:off x="3290367" y="16100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0" name="Google Shape;430;p44"/>
          <p:cNvSpPr txBox="1">
            <a:spLocks noGrp="1"/>
          </p:cNvSpPr>
          <p:nvPr>
            <p:ph type="title" idx="5"/>
          </p:nvPr>
        </p:nvSpPr>
        <p:spPr>
          <a:xfrm>
            <a:off x="3290367" y="20470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1" name="Google Shape;431;p44"/>
          <p:cNvSpPr txBox="1">
            <a:spLocks noGrp="1"/>
          </p:cNvSpPr>
          <p:nvPr>
            <p:ph type="title" idx="6"/>
          </p:nvPr>
        </p:nvSpPr>
        <p:spPr>
          <a:xfrm>
            <a:off x="3290367" y="24840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2" name="Google Shape;432;p44"/>
          <p:cNvSpPr txBox="1">
            <a:spLocks noGrp="1"/>
          </p:cNvSpPr>
          <p:nvPr>
            <p:ph type="title" idx="7"/>
          </p:nvPr>
        </p:nvSpPr>
        <p:spPr>
          <a:xfrm>
            <a:off x="3290367" y="29210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8"/>
          </p:nvPr>
        </p:nvSpPr>
        <p:spPr>
          <a:xfrm>
            <a:off x="3290367" y="33581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4" name="Google Shape;434;p44"/>
          <p:cNvSpPr txBox="1">
            <a:spLocks noGrp="1"/>
          </p:cNvSpPr>
          <p:nvPr>
            <p:ph type="title" idx="9"/>
          </p:nvPr>
        </p:nvSpPr>
        <p:spPr>
          <a:xfrm>
            <a:off x="3290367" y="379511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5" name="Google Shape;435;p44"/>
          <p:cNvSpPr txBox="1">
            <a:spLocks noGrp="1"/>
          </p:cNvSpPr>
          <p:nvPr>
            <p:ph type="title" idx="13"/>
          </p:nvPr>
        </p:nvSpPr>
        <p:spPr>
          <a:xfrm>
            <a:off x="3290367" y="42433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title" idx="14"/>
          </p:nvPr>
        </p:nvSpPr>
        <p:spPr>
          <a:xfrm>
            <a:off x="3290367" y="46803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7" name="Google Shape;437;p44"/>
          <p:cNvSpPr txBox="1">
            <a:spLocks noGrp="1"/>
          </p:cNvSpPr>
          <p:nvPr>
            <p:ph type="title" idx="15"/>
          </p:nvPr>
        </p:nvSpPr>
        <p:spPr>
          <a:xfrm>
            <a:off x="3290367" y="5117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8" name="Google Shape;438;p44"/>
          <p:cNvSpPr txBox="1">
            <a:spLocks noGrp="1"/>
          </p:cNvSpPr>
          <p:nvPr>
            <p:ph type="title" idx="16"/>
          </p:nvPr>
        </p:nvSpPr>
        <p:spPr>
          <a:xfrm>
            <a:off x="3290367" y="5554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cxnSp>
        <p:nvCxnSpPr>
          <p:cNvPr id="439" name="Google Shape;439;p44"/>
          <p:cNvCxnSpPr/>
          <p:nvPr/>
        </p:nvCxnSpPr>
        <p:spPr>
          <a:xfrm>
            <a:off x="7187800" y="350992"/>
            <a:ext cx="0" cy="6526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440" name="Google Shape;440;p44"/>
          <p:cNvSpPr txBox="1">
            <a:spLocks noGrp="1"/>
          </p:cNvSpPr>
          <p:nvPr>
            <p:ph type="title" idx="17"/>
          </p:nvPr>
        </p:nvSpPr>
        <p:spPr>
          <a:xfrm>
            <a:off x="7326433" y="2989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441" name="Google Shape;441;p44"/>
          <p:cNvSpPr txBox="1">
            <a:spLocks noGrp="1"/>
          </p:cNvSpPr>
          <p:nvPr>
            <p:ph type="title" idx="18"/>
          </p:nvPr>
        </p:nvSpPr>
        <p:spPr>
          <a:xfrm>
            <a:off x="7326433" y="7359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2" name="Google Shape;442;p44"/>
          <p:cNvSpPr txBox="1">
            <a:spLocks noGrp="1"/>
          </p:cNvSpPr>
          <p:nvPr>
            <p:ph type="title" idx="19"/>
          </p:nvPr>
        </p:nvSpPr>
        <p:spPr>
          <a:xfrm>
            <a:off x="7326433" y="11729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3" name="Google Shape;443;p44"/>
          <p:cNvSpPr txBox="1">
            <a:spLocks noGrp="1"/>
          </p:cNvSpPr>
          <p:nvPr>
            <p:ph type="title" idx="20"/>
          </p:nvPr>
        </p:nvSpPr>
        <p:spPr>
          <a:xfrm>
            <a:off x="7326433" y="16100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4" name="Google Shape;444;p44"/>
          <p:cNvSpPr txBox="1">
            <a:spLocks noGrp="1"/>
          </p:cNvSpPr>
          <p:nvPr>
            <p:ph type="title" idx="21"/>
          </p:nvPr>
        </p:nvSpPr>
        <p:spPr>
          <a:xfrm>
            <a:off x="7326433" y="20470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5" name="Google Shape;445;p44"/>
          <p:cNvSpPr txBox="1">
            <a:spLocks noGrp="1"/>
          </p:cNvSpPr>
          <p:nvPr>
            <p:ph type="title" idx="22"/>
          </p:nvPr>
        </p:nvSpPr>
        <p:spPr>
          <a:xfrm>
            <a:off x="7326433" y="24840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6" name="Google Shape;446;p44"/>
          <p:cNvSpPr txBox="1">
            <a:spLocks noGrp="1"/>
          </p:cNvSpPr>
          <p:nvPr>
            <p:ph type="title" idx="23"/>
          </p:nvPr>
        </p:nvSpPr>
        <p:spPr>
          <a:xfrm>
            <a:off x="7326433" y="29210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7" name="Google Shape;447;p44"/>
          <p:cNvSpPr txBox="1">
            <a:spLocks noGrp="1"/>
          </p:cNvSpPr>
          <p:nvPr>
            <p:ph type="title" idx="24"/>
          </p:nvPr>
        </p:nvSpPr>
        <p:spPr>
          <a:xfrm>
            <a:off x="7326433" y="33581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8" name="Google Shape;448;p44"/>
          <p:cNvSpPr txBox="1">
            <a:spLocks noGrp="1"/>
          </p:cNvSpPr>
          <p:nvPr>
            <p:ph type="title" idx="25"/>
          </p:nvPr>
        </p:nvSpPr>
        <p:spPr>
          <a:xfrm>
            <a:off x="7326433" y="379511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9" name="Google Shape;449;p44"/>
          <p:cNvSpPr txBox="1">
            <a:spLocks noGrp="1"/>
          </p:cNvSpPr>
          <p:nvPr>
            <p:ph type="title" idx="26"/>
          </p:nvPr>
        </p:nvSpPr>
        <p:spPr>
          <a:xfrm>
            <a:off x="7326433" y="42433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0" name="Google Shape;450;p44"/>
          <p:cNvSpPr txBox="1">
            <a:spLocks noGrp="1"/>
          </p:cNvSpPr>
          <p:nvPr>
            <p:ph type="title" idx="27"/>
          </p:nvPr>
        </p:nvSpPr>
        <p:spPr>
          <a:xfrm>
            <a:off x="7326433" y="46803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1" name="Google Shape;451;p44"/>
          <p:cNvSpPr txBox="1">
            <a:spLocks noGrp="1"/>
          </p:cNvSpPr>
          <p:nvPr>
            <p:ph type="title" idx="28"/>
          </p:nvPr>
        </p:nvSpPr>
        <p:spPr>
          <a:xfrm>
            <a:off x="7326433" y="5117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2" name="Google Shape;452;p44"/>
          <p:cNvSpPr txBox="1">
            <a:spLocks noGrp="1"/>
          </p:cNvSpPr>
          <p:nvPr>
            <p:ph type="title" idx="29"/>
          </p:nvPr>
        </p:nvSpPr>
        <p:spPr>
          <a:xfrm>
            <a:off x="7326433" y="5554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E7626DD-CA14-F5F7-B8BD-86207D1CB73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F43E09E-28E9-7501-3BD2-8280FE32FE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286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03_Text-heavy 3 columns-White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AE4C2EF-7426-892A-30B1-852FB52FE0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080729B-5AEF-3682-7844-FA0AC6EF18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070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4_Text-heavy 3 columns-Navy">
    <p:bg>
      <p:bgPr>
        <a:solidFill>
          <a:schemeClr val="tx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181E9BA-4B9E-435D-CC52-F624DF9F1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7CF62B0-2FE0-1997-42C2-6C20BF126C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67677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03_Text-heavy 4 columns-White"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693655A-9FE5-1E6B-E892-DFF645BB6F9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639FBC1-36EA-7FFF-39C5-C3A345E92A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96485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4_Text-heavy 4 columns-Navy">
    <p:bg>
      <p:bgPr>
        <a:solidFill>
          <a:schemeClr val="tx1"/>
        </a:solidFill>
        <a:effectLst/>
      </p:bgPr>
    </p:bg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98D5008-59A9-F0B7-1141-F8EBFD3764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D0EAC44-1D05-4D28-4CC1-046AA90792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05648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03_Text-heavy 4 columns  2-White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9235989-249A-188D-2C64-2D7A9E46E90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5D0B72-885D-7DF2-C77A-873C3244B4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28359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4_Text-heavy 4 columns  2-Navy">
    <p:bg>
      <p:bgPr>
        <a:solidFill>
          <a:schemeClr val="tx1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08F6ACA-1A3A-C30D-6F76-17DF4D088D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860E33-1B90-889A-6A23-4D220156FE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9136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Title with Grid 3 Quarters-White">
    <p:bg>
      <p:bgRef idx="1001">
        <a:schemeClr val="bg1"/>
      </p:bgRef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70" y="6348550"/>
            <a:ext cx="1190294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9927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Title with Grid 3 Quarters-Navy">
    <p:bg>
      <p:bgPr>
        <a:solidFill>
          <a:schemeClr val="tx1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83706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-White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CCA9D55-B4AB-9A17-09DE-25AE503BE99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104D42-46EA-8201-57C5-D7B1099C87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10399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-Navy">
    <p:bg>
      <p:bgPr>
        <a:solidFill>
          <a:schemeClr val="tx1"/>
        </a:solidFill>
        <a:effectLst/>
      </p:bgPr>
    </p:bg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76609F7-1B32-0AEB-6868-A697C76983C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C3E98DB-9296-EA74-5FC7-7232223E28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3626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 preserve="1">
  <p:cSld name="5Box Grid BG">
    <p:bg>
      <p:bgPr>
        <a:solidFill>
          <a:schemeClr val="tx1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FFFE654-7A6B-5454-D10B-A7A0930A61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29" name="Google Shape;529;p52"/>
          <p:cNvSpPr/>
          <p:nvPr/>
        </p:nvSpPr>
        <p:spPr>
          <a:xfrm>
            <a:off x="885600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0" name="Google Shape;530;p52"/>
          <p:cNvSpPr/>
          <p:nvPr/>
        </p:nvSpPr>
        <p:spPr>
          <a:xfrm>
            <a:off x="4493217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1" name="Google Shape;531;p52"/>
          <p:cNvSpPr/>
          <p:nvPr/>
        </p:nvSpPr>
        <p:spPr>
          <a:xfrm>
            <a:off x="8100851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2" name="Google Shape;532;p52"/>
          <p:cNvSpPr/>
          <p:nvPr/>
        </p:nvSpPr>
        <p:spPr>
          <a:xfrm>
            <a:off x="26279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3" name="Google Shape;533;p52"/>
          <p:cNvSpPr/>
          <p:nvPr/>
        </p:nvSpPr>
        <p:spPr>
          <a:xfrm>
            <a:off x="62355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4" name="Google Shape;534;p52"/>
          <p:cNvSpPr txBox="1">
            <a:spLocks noGrp="1"/>
          </p:cNvSpPr>
          <p:nvPr>
            <p:ph type="title"/>
          </p:nvPr>
        </p:nvSpPr>
        <p:spPr>
          <a:xfrm>
            <a:off x="2603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5" name="Google Shape;535;p52"/>
          <p:cNvSpPr txBox="1">
            <a:spLocks noGrp="1"/>
          </p:cNvSpPr>
          <p:nvPr>
            <p:ph type="subTitle" idx="1"/>
          </p:nvPr>
        </p:nvSpPr>
        <p:spPr>
          <a:xfrm>
            <a:off x="10648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36" name="Google Shape;536;p52"/>
          <p:cNvSpPr txBox="1">
            <a:spLocks noGrp="1"/>
          </p:cNvSpPr>
          <p:nvPr>
            <p:ph type="title" idx="2"/>
          </p:nvPr>
        </p:nvSpPr>
        <p:spPr>
          <a:xfrm>
            <a:off x="10648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37" name="Google Shape;537;p52"/>
          <p:cNvSpPr txBox="1">
            <a:spLocks noGrp="1"/>
          </p:cNvSpPr>
          <p:nvPr>
            <p:ph type="subTitle" idx="3"/>
          </p:nvPr>
        </p:nvSpPr>
        <p:spPr>
          <a:xfrm>
            <a:off x="46764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8" name="Google Shape;538;p52"/>
          <p:cNvSpPr txBox="1">
            <a:spLocks noGrp="1"/>
          </p:cNvSpPr>
          <p:nvPr>
            <p:ph type="title" idx="4"/>
          </p:nvPr>
        </p:nvSpPr>
        <p:spPr>
          <a:xfrm>
            <a:off x="46764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39" name="Google Shape;539;p52"/>
          <p:cNvSpPr txBox="1">
            <a:spLocks noGrp="1"/>
          </p:cNvSpPr>
          <p:nvPr>
            <p:ph type="subTitle" idx="5"/>
          </p:nvPr>
        </p:nvSpPr>
        <p:spPr>
          <a:xfrm>
            <a:off x="82880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0" name="Google Shape;540;p52"/>
          <p:cNvSpPr txBox="1">
            <a:spLocks noGrp="1"/>
          </p:cNvSpPr>
          <p:nvPr>
            <p:ph type="title" idx="6"/>
          </p:nvPr>
        </p:nvSpPr>
        <p:spPr>
          <a:xfrm>
            <a:off x="82880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1" name="Google Shape;541;p52"/>
          <p:cNvSpPr txBox="1">
            <a:spLocks noGrp="1"/>
          </p:cNvSpPr>
          <p:nvPr>
            <p:ph type="subTitle" idx="7"/>
          </p:nvPr>
        </p:nvSpPr>
        <p:spPr>
          <a:xfrm>
            <a:off x="28112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2" name="Google Shape;542;p52"/>
          <p:cNvSpPr txBox="1">
            <a:spLocks noGrp="1"/>
          </p:cNvSpPr>
          <p:nvPr>
            <p:ph type="title" idx="8"/>
          </p:nvPr>
        </p:nvSpPr>
        <p:spPr>
          <a:xfrm>
            <a:off x="28112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3" name="Google Shape;543;p52"/>
          <p:cNvSpPr txBox="1">
            <a:spLocks noGrp="1"/>
          </p:cNvSpPr>
          <p:nvPr>
            <p:ph type="subTitle" idx="9"/>
          </p:nvPr>
        </p:nvSpPr>
        <p:spPr>
          <a:xfrm>
            <a:off x="64188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4" name="Google Shape;544;p52"/>
          <p:cNvSpPr txBox="1">
            <a:spLocks noGrp="1"/>
          </p:cNvSpPr>
          <p:nvPr>
            <p:ph type="title" idx="13"/>
          </p:nvPr>
        </p:nvSpPr>
        <p:spPr>
          <a:xfrm>
            <a:off x="64188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E34A92-5C8B-32FA-0F1A-3DE1D10319B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971E8B7-8D77-A1DE-B7A7-4797B2308C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6348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 preserve="1">
  <p:cSld name="Bento-GridBG">
    <p:bg>
      <p:bgPr>
        <a:solidFill>
          <a:schemeClr val="tx1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7D67323F-89B9-7DC8-02C1-27170B69C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49" name="Google Shape;549;p53"/>
          <p:cNvSpPr/>
          <p:nvPr/>
        </p:nvSpPr>
        <p:spPr>
          <a:xfrm>
            <a:off x="590767" y="529467"/>
            <a:ext cx="5842000" cy="49696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0000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0" name="Google Shape;550;p53"/>
          <p:cNvSpPr/>
          <p:nvPr/>
        </p:nvSpPr>
        <p:spPr>
          <a:xfrm>
            <a:off x="7008793" y="542733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1" name="Google Shape;551;p53"/>
          <p:cNvSpPr txBox="1">
            <a:spLocks noGrp="1"/>
          </p:cNvSpPr>
          <p:nvPr>
            <p:ph type="subTitle" idx="1"/>
          </p:nvPr>
        </p:nvSpPr>
        <p:spPr>
          <a:xfrm>
            <a:off x="7224067" y="1410300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2" name="Google Shape;552;p53"/>
          <p:cNvSpPr txBox="1">
            <a:spLocks noGrp="1"/>
          </p:cNvSpPr>
          <p:nvPr>
            <p:ph type="title"/>
          </p:nvPr>
        </p:nvSpPr>
        <p:spPr>
          <a:xfrm>
            <a:off x="7224067" y="692100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53" name="Google Shape;553;p53"/>
          <p:cNvSpPr/>
          <p:nvPr/>
        </p:nvSpPr>
        <p:spPr>
          <a:xfrm>
            <a:off x="7008793" y="22786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4" name="Google Shape;554;p53"/>
          <p:cNvSpPr txBox="1">
            <a:spLocks noGrp="1"/>
          </p:cNvSpPr>
          <p:nvPr>
            <p:ph type="subTitle" idx="2"/>
          </p:nvPr>
        </p:nvSpPr>
        <p:spPr>
          <a:xfrm>
            <a:off x="7224067" y="31462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5" name="Google Shape;555;p53"/>
          <p:cNvSpPr txBox="1">
            <a:spLocks noGrp="1"/>
          </p:cNvSpPr>
          <p:nvPr>
            <p:ph type="title" idx="3"/>
          </p:nvPr>
        </p:nvSpPr>
        <p:spPr>
          <a:xfrm>
            <a:off x="7224067" y="24280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6" name="Google Shape;556;p53"/>
          <p:cNvSpPr/>
          <p:nvPr/>
        </p:nvSpPr>
        <p:spPr>
          <a:xfrm>
            <a:off x="7008793" y="40278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7" name="Google Shape;557;p53"/>
          <p:cNvSpPr txBox="1">
            <a:spLocks noGrp="1"/>
          </p:cNvSpPr>
          <p:nvPr>
            <p:ph type="subTitle" idx="4"/>
          </p:nvPr>
        </p:nvSpPr>
        <p:spPr>
          <a:xfrm>
            <a:off x="7224067" y="48954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8" name="Google Shape;558;p53"/>
          <p:cNvSpPr txBox="1">
            <a:spLocks noGrp="1"/>
          </p:cNvSpPr>
          <p:nvPr>
            <p:ph type="title" idx="5"/>
          </p:nvPr>
        </p:nvSpPr>
        <p:spPr>
          <a:xfrm>
            <a:off x="7224067" y="41772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9" name="Google Shape;559;p53"/>
          <p:cNvSpPr txBox="1">
            <a:spLocks noGrp="1"/>
          </p:cNvSpPr>
          <p:nvPr>
            <p:ph type="title" idx="6"/>
          </p:nvPr>
        </p:nvSpPr>
        <p:spPr>
          <a:xfrm>
            <a:off x="1018233" y="988267"/>
            <a:ext cx="4881600" cy="41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5B911-327C-4DBC-06FD-8ACBBA7EE72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A43F0AA-8727-1E91-6836-7B08DF426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94896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 preserve="1">
  <p:cSld name="Grid Callout Slide">
    <p:bg>
      <p:bgPr>
        <a:solidFill>
          <a:schemeClr val="tx1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B526796-F870-845E-C806-9BF9F3C167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37185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4" name="Google Shape;564;p54"/>
          <p:cNvSpPr/>
          <p:nvPr/>
        </p:nvSpPr>
        <p:spPr>
          <a:xfrm>
            <a:off x="1749064" y="947340"/>
            <a:ext cx="8708000" cy="4966400"/>
          </a:xfrm>
          <a:prstGeom prst="rect">
            <a:avLst/>
          </a:prstGeom>
          <a:solidFill>
            <a:srgbClr val="00001E">
              <a:alpha val="7200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65" name="Google Shape;565;p54"/>
          <p:cNvSpPr txBox="1">
            <a:spLocks noGrp="1"/>
          </p:cNvSpPr>
          <p:nvPr>
            <p:ph type="title"/>
          </p:nvPr>
        </p:nvSpPr>
        <p:spPr>
          <a:xfrm>
            <a:off x="2036433" y="1200167"/>
            <a:ext cx="8195600" cy="44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80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AD202-1D1B-F752-3B1A-B24650FF748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1C0DF48-F2AF-8104-89AE-BC6F4DBAA0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81034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" preserve="1">
  <p:cSld name="04_Quote_Navy">
    <p:bg>
      <p:bgPr>
        <a:solidFill>
          <a:schemeClr val="tx1"/>
        </a:solidFill>
        <a:effectLst/>
      </p:bgPr>
    </p:bg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pink squares&#10;&#10;AI-generated content may be incorrect.">
            <a:extLst>
              <a:ext uri="{FF2B5EF4-FFF2-40B4-BE49-F238E27FC236}">
                <a16:creationId xmlns:a16="http://schemas.microsoft.com/office/drawing/2014/main" id="{102602C2-1AEA-AF12-A4A5-41A7731EE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8" name="Google Shape;568;p55"/>
          <p:cNvSpPr txBox="1"/>
          <p:nvPr/>
        </p:nvSpPr>
        <p:spPr>
          <a:xfrm>
            <a:off x="5466267" y="379333"/>
            <a:ext cx="1218000" cy="1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3" b="1" dirty="0">
                <a:solidFill>
                  <a:schemeClr val="accent2"/>
                </a:solidFill>
              </a:rPr>
              <a:t>“</a:t>
            </a:r>
            <a:endParaRPr sz="13333" b="1" dirty="0">
              <a:solidFill>
                <a:schemeClr val="accent2"/>
              </a:solidFill>
            </a:endParaRPr>
          </a:p>
        </p:txBody>
      </p:sp>
      <p:sp>
        <p:nvSpPr>
          <p:cNvPr id="569" name="Google Shape;569;p55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gradFill>
              <a:gsLst>
                <a:gs pos="0">
                  <a:schemeClr val="bg2"/>
                </a:gs>
                <a:gs pos="100000">
                  <a:schemeClr val="accent2"/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0" name="Google Shape;570;p55"/>
          <p:cNvSpPr txBox="1">
            <a:spLocks noGrp="1"/>
          </p:cNvSpPr>
          <p:nvPr>
            <p:ph type="subTitle" idx="1"/>
          </p:nvPr>
        </p:nvSpPr>
        <p:spPr>
          <a:xfrm>
            <a:off x="4246869" y="51403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7118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" preserve="1">
  <p:cSld name="04_Quote_White">
    <p:bg>
      <p:bgPr>
        <a:solidFill>
          <a:schemeClr val="lt1"/>
        </a:solidFill>
        <a:effectLst/>
      </p:bgPr>
    </p:bg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00DEF2D5-DA02-3DF3-AE4F-6D62FFF130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3" name="Google Shape;573;p56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lt1">
              <a:alpha val="71923"/>
            </a:schemeClr>
          </a:solidFill>
          <a:ln w="190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54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4" name="Google Shape;574;p56"/>
          <p:cNvSpPr txBox="1">
            <a:spLocks noGrp="1"/>
          </p:cNvSpPr>
          <p:nvPr>
            <p:ph type="subTitle" idx="1"/>
          </p:nvPr>
        </p:nvSpPr>
        <p:spPr>
          <a:xfrm>
            <a:off x="4267603" y="5220196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JetBrains Mono"/>
              <a:buNone/>
              <a:defRPr b="1">
                <a:solidFill>
                  <a:schemeClr val="accent2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75" name="Google Shape;575;p56"/>
          <p:cNvSpPr txBox="1"/>
          <p:nvPr/>
        </p:nvSpPr>
        <p:spPr>
          <a:xfrm>
            <a:off x="5276600" y="581900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2"/>
                </a:solidFill>
              </a:rPr>
              <a:t>“</a:t>
            </a:r>
            <a:endParaRPr sz="10666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87736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LeftAlign + Photo" preserve="1">
  <p:cSld name="04_Quote_LeftAlign + Photo">
    <p:bg>
      <p:bgPr>
        <a:solidFill>
          <a:schemeClr val="bg1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27CD4253-A65F-B07C-8691-CECFB63193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8" name="Google Shape;578;p57"/>
          <p:cNvSpPr txBox="1">
            <a:spLocks noGrp="1"/>
          </p:cNvSpPr>
          <p:nvPr>
            <p:ph type="title"/>
          </p:nvPr>
        </p:nvSpPr>
        <p:spPr>
          <a:xfrm>
            <a:off x="1879161" y="1653688"/>
            <a:ext cx="8228400" cy="2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579" name="Google Shape;579;p57"/>
          <p:cNvSpPr txBox="1">
            <a:spLocks noGrp="1"/>
          </p:cNvSpPr>
          <p:nvPr>
            <p:ph type="subTitle" idx="1"/>
          </p:nvPr>
        </p:nvSpPr>
        <p:spPr>
          <a:xfrm>
            <a:off x="3333733" y="48961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"/>
              <a:buNone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/>
          </a:p>
        </p:txBody>
      </p:sp>
      <p:sp>
        <p:nvSpPr>
          <p:cNvPr id="580" name="Google Shape;580;p57"/>
          <p:cNvSpPr>
            <a:spLocks noGrp="1"/>
          </p:cNvSpPr>
          <p:nvPr>
            <p:ph type="pic" idx="2"/>
          </p:nvPr>
        </p:nvSpPr>
        <p:spPr>
          <a:xfrm>
            <a:off x="1879167" y="4681000"/>
            <a:ext cx="1255200" cy="125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1" name="Google Shape;581;p57"/>
          <p:cNvSpPr txBox="1"/>
          <p:nvPr/>
        </p:nvSpPr>
        <p:spPr>
          <a:xfrm>
            <a:off x="1303533" y="631767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1"/>
                </a:solidFill>
              </a:rPr>
              <a:t>“</a:t>
            </a:r>
            <a:endParaRPr sz="10666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7051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 + Title" preserve="1">
  <p:cSld name="04_Quote_Blue + Title">
    <p:bg>
      <p:bgPr>
        <a:solidFill>
          <a:schemeClr val="accent1"/>
        </a:solidFill>
        <a:effectLst/>
      </p:bgPr>
    </p:bg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59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592" name="Google Shape;592;p59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987C9BC-66EE-334E-7F5B-0384CAFFAF9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E56DD56-6E33-9BD1-6937-08642FEB1E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07736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 + Title" preserve="1">
  <p:cSld name="04_Quote_Navy + Title">
    <p:bg>
      <p:bgPr>
        <a:solidFill>
          <a:schemeClr val="dk1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0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5" name="Google Shape;595;p60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CDA150E-E23A-15D7-927C-D6382543566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13140EE-EBEE-8DEA-8B7F-CCD4BDE489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62412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" preserve="1">
  <p:cSld name="10_Stats1-White"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61"/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98" name="Google Shape;598;p61"/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4127E07-94AB-7E23-03B3-9709231F6B7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CD1FF2C-C383-043D-464B-7681930AE8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08011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 Dark" preserve="1" userDrawn="1">
  <p:cSld name="10_Stats1 Navy"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2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2" name="Google Shape;597;p61">
            <a:extLst>
              <a:ext uri="{FF2B5EF4-FFF2-40B4-BE49-F238E27FC236}">
                <a16:creationId xmlns:a16="http://schemas.microsoft.com/office/drawing/2014/main" id="{7F7EC486-9F80-AAE5-D3A6-535D8BD667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Google Shape;598;p61">
            <a:extLst>
              <a:ext uri="{FF2B5EF4-FFF2-40B4-BE49-F238E27FC236}">
                <a16:creationId xmlns:a16="http://schemas.microsoft.com/office/drawing/2014/main" id="{19CD5053-5CF7-1541-C9DE-CCC3E639A1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25A2060-5326-8F72-3C29-BBD7FD2F44F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23FD3F4-236F-442D-D3C9-45E8472F1B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0337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" preserve="1">
  <p:cSld name="10_Stats2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63"/>
          <p:cNvSpPr txBox="1">
            <a:spLocks noGrp="1"/>
          </p:cNvSpPr>
          <p:nvPr>
            <p:ph type="subTitle" idx="1"/>
          </p:nvPr>
        </p:nvSpPr>
        <p:spPr>
          <a:xfrm>
            <a:off x="729767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09" name="Google Shape;609;p63"/>
          <p:cNvSpPr txBox="1">
            <a:spLocks noGrp="1"/>
          </p:cNvSpPr>
          <p:nvPr>
            <p:ph type="title"/>
          </p:nvPr>
        </p:nvSpPr>
        <p:spPr>
          <a:xfrm>
            <a:off x="747244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610" name="Google Shape;610;p63"/>
          <p:cNvSpPr txBox="1">
            <a:spLocks noGrp="1"/>
          </p:cNvSpPr>
          <p:nvPr>
            <p:ph type="subTitle" idx="2"/>
          </p:nvPr>
        </p:nvSpPr>
        <p:spPr>
          <a:xfrm>
            <a:off x="6319433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1" name="Google Shape;611;p63"/>
          <p:cNvSpPr txBox="1">
            <a:spLocks noGrp="1"/>
          </p:cNvSpPr>
          <p:nvPr>
            <p:ph type="title" idx="3"/>
          </p:nvPr>
        </p:nvSpPr>
        <p:spPr>
          <a:xfrm>
            <a:off x="6336911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860ADC9-878A-96A9-090D-5B66A9EAD3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8BC49DF-DAA4-9596-ECFC-1A6C5D229B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46522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" preserve="1">
  <p:cSld name="10_Stats3-White"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64"/>
          <p:cNvSpPr txBox="1">
            <a:spLocks noGrp="1"/>
          </p:cNvSpPr>
          <p:nvPr>
            <p:ph type="subTitle" idx="1"/>
          </p:nvPr>
        </p:nvSpPr>
        <p:spPr>
          <a:xfrm>
            <a:off x="808833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16" name="Google Shape;616;p64"/>
          <p:cNvSpPr txBox="1">
            <a:spLocks noGrp="1"/>
          </p:cNvSpPr>
          <p:nvPr>
            <p:ph type="title"/>
          </p:nvPr>
        </p:nvSpPr>
        <p:spPr>
          <a:xfrm>
            <a:off x="913033" y="1883200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17" name="Google Shape;617;p64"/>
          <p:cNvSpPr txBox="1">
            <a:spLocks noGrp="1"/>
          </p:cNvSpPr>
          <p:nvPr>
            <p:ph type="subTitle" idx="2"/>
          </p:nvPr>
        </p:nvSpPr>
        <p:spPr>
          <a:xfrm>
            <a:off x="4399600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8" name="Google Shape;618;p64"/>
          <p:cNvSpPr txBox="1">
            <a:spLocks noGrp="1"/>
          </p:cNvSpPr>
          <p:nvPr>
            <p:ph type="title" idx="3"/>
          </p:nvPr>
        </p:nvSpPr>
        <p:spPr>
          <a:xfrm>
            <a:off x="4503800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19" name="Google Shape;619;p64"/>
          <p:cNvSpPr txBox="1">
            <a:spLocks noGrp="1"/>
          </p:cNvSpPr>
          <p:nvPr>
            <p:ph type="subTitle" idx="4"/>
          </p:nvPr>
        </p:nvSpPr>
        <p:spPr>
          <a:xfrm>
            <a:off x="7990367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0" name="Google Shape;620;p64"/>
          <p:cNvSpPr txBox="1">
            <a:spLocks noGrp="1"/>
          </p:cNvSpPr>
          <p:nvPr>
            <p:ph type="title" idx="5"/>
          </p:nvPr>
        </p:nvSpPr>
        <p:spPr>
          <a:xfrm>
            <a:off x="8094567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3C62D13-5400-5FEF-ACED-7C77A17F00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43632F0-6379-B484-5AFD-A3397B131D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29371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 Dark" preserve="1">
  <p:cSld name="10_Stats3-Navy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65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625" name="Google Shape;625;p65"/>
          <p:cNvSpPr txBox="1">
            <a:spLocks noGrp="1"/>
          </p:cNvSpPr>
          <p:nvPr>
            <p:ph type="subTitle" idx="1"/>
          </p:nvPr>
        </p:nvSpPr>
        <p:spPr>
          <a:xfrm>
            <a:off x="1365667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26" name="Google Shape;626;p65"/>
          <p:cNvSpPr txBox="1">
            <a:spLocks noGrp="1"/>
          </p:cNvSpPr>
          <p:nvPr>
            <p:ph type="title"/>
          </p:nvPr>
        </p:nvSpPr>
        <p:spPr>
          <a:xfrm>
            <a:off x="1129867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27" name="Google Shape;627;p65"/>
          <p:cNvSpPr txBox="1">
            <a:spLocks noGrp="1"/>
          </p:cNvSpPr>
          <p:nvPr>
            <p:ph type="subTitle" idx="2"/>
          </p:nvPr>
        </p:nvSpPr>
        <p:spPr>
          <a:xfrm>
            <a:off x="4855900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8" name="Google Shape;628;p65"/>
          <p:cNvSpPr txBox="1">
            <a:spLocks noGrp="1"/>
          </p:cNvSpPr>
          <p:nvPr>
            <p:ph type="title" idx="3"/>
          </p:nvPr>
        </p:nvSpPr>
        <p:spPr>
          <a:xfrm>
            <a:off x="4620100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29" name="Google Shape;629;p65"/>
          <p:cNvSpPr txBox="1">
            <a:spLocks noGrp="1"/>
          </p:cNvSpPr>
          <p:nvPr>
            <p:ph type="subTitle" idx="4"/>
          </p:nvPr>
        </p:nvSpPr>
        <p:spPr>
          <a:xfrm>
            <a:off x="8346133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0" name="Google Shape;630;p65"/>
          <p:cNvSpPr txBox="1">
            <a:spLocks noGrp="1"/>
          </p:cNvSpPr>
          <p:nvPr>
            <p:ph type="title" idx="5"/>
          </p:nvPr>
        </p:nvSpPr>
        <p:spPr>
          <a:xfrm>
            <a:off x="8110333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3DADE86-FA0D-6C14-78CF-DF12F3CDAE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D82803E-6BF4-7D69-A703-2CC83B69D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27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" preserve="1">
  <p:cSld name="10_Stats4"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66"/>
          <p:cNvSpPr txBox="1">
            <a:spLocks noGrp="1"/>
          </p:cNvSpPr>
          <p:nvPr>
            <p:ph type="subTitle" idx="1"/>
          </p:nvPr>
        </p:nvSpPr>
        <p:spPr>
          <a:xfrm>
            <a:off x="5741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35" name="Google Shape;635;p66"/>
          <p:cNvSpPr txBox="1">
            <a:spLocks noGrp="1"/>
          </p:cNvSpPr>
          <p:nvPr>
            <p:ph type="title"/>
          </p:nvPr>
        </p:nvSpPr>
        <p:spPr>
          <a:xfrm>
            <a:off x="6747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36" name="Google Shape;636;p66"/>
          <p:cNvSpPr txBox="1">
            <a:spLocks noGrp="1"/>
          </p:cNvSpPr>
          <p:nvPr>
            <p:ph type="subTitle" idx="2"/>
          </p:nvPr>
        </p:nvSpPr>
        <p:spPr>
          <a:xfrm>
            <a:off x="3356384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7" name="Google Shape;637;p66"/>
          <p:cNvSpPr txBox="1">
            <a:spLocks noGrp="1"/>
          </p:cNvSpPr>
          <p:nvPr>
            <p:ph type="title" idx="3"/>
          </p:nvPr>
        </p:nvSpPr>
        <p:spPr>
          <a:xfrm>
            <a:off x="3456984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38" name="Google Shape;638;p66"/>
          <p:cNvSpPr txBox="1">
            <a:spLocks noGrp="1"/>
          </p:cNvSpPr>
          <p:nvPr>
            <p:ph type="subTitle" idx="4"/>
          </p:nvPr>
        </p:nvSpPr>
        <p:spPr>
          <a:xfrm>
            <a:off x="6239217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9" name="Google Shape;639;p66"/>
          <p:cNvSpPr txBox="1">
            <a:spLocks noGrp="1"/>
          </p:cNvSpPr>
          <p:nvPr>
            <p:ph type="title" idx="5"/>
          </p:nvPr>
        </p:nvSpPr>
        <p:spPr>
          <a:xfrm>
            <a:off x="6339817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0" name="Google Shape;640;p66"/>
          <p:cNvSpPr txBox="1">
            <a:spLocks noGrp="1"/>
          </p:cNvSpPr>
          <p:nvPr>
            <p:ph type="subTitle" idx="6"/>
          </p:nvPr>
        </p:nvSpPr>
        <p:spPr>
          <a:xfrm>
            <a:off x="92226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1" name="Google Shape;641;p66"/>
          <p:cNvSpPr txBox="1">
            <a:spLocks noGrp="1"/>
          </p:cNvSpPr>
          <p:nvPr>
            <p:ph type="title" idx="7"/>
          </p:nvPr>
        </p:nvSpPr>
        <p:spPr>
          <a:xfrm>
            <a:off x="93232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4013E3-634D-6BAA-5209-4150751F42D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DADC9AF-F4AE-15CF-0647-3BD3DEE408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8558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 1" preserve="1">
  <p:cSld name="10_Stats4 grid"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67"/>
          <p:cNvSpPr txBox="1">
            <a:spLocks noGrp="1"/>
          </p:cNvSpPr>
          <p:nvPr>
            <p:ph type="subTitle" idx="1"/>
          </p:nvPr>
        </p:nvSpPr>
        <p:spPr>
          <a:xfrm>
            <a:off x="1263747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46" name="Google Shape;646;p67"/>
          <p:cNvSpPr txBox="1">
            <a:spLocks noGrp="1"/>
          </p:cNvSpPr>
          <p:nvPr>
            <p:ph type="title"/>
          </p:nvPr>
        </p:nvSpPr>
        <p:spPr>
          <a:xfrm>
            <a:off x="1263733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47" name="Google Shape;647;p67"/>
          <p:cNvSpPr txBox="1">
            <a:spLocks noGrp="1"/>
          </p:cNvSpPr>
          <p:nvPr>
            <p:ph type="subTitle" idx="2"/>
          </p:nvPr>
        </p:nvSpPr>
        <p:spPr>
          <a:xfrm>
            <a:off x="6574480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8" name="Google Shape;648;p67"/>
          <p:cNvSpPr txBox="1">
            <a:spLocks noGrp="1"/>
          </p:cNvSpPr>
          <p:nvPr>
            <p:ph type="title" idx="3"/>
          </p:nvPr>
        </p:nvSpPr>
        <p:spPr>
          <a:xfrm>
            <a:off x="6574467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9" name="Google Shape;649;p67"/>
          <p:cNvSpPr txBox="1">
            <a:spLocks noGrp="1"/>
          </p:cNvSpPr>
          <p:nvPr>
            <p:ph type="subTitle" idx="4"/>
          </p:nvPr>
        </p:nvSpPr>
        <p:spPr>
          <a:xfrm>
            <a:off x="1263747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50" name="Google Shape;650;p67"/>
          <p:cNvSpPr txBox="1">
            <a:spLocks noGrp="1"/>
          </p:cNvSpPr>
          <p:nvPr>
            <p:ph type="title" idx="5"/>
          </p:nvPr>
        </p:nvSpPr>
        <p:spPr>
          <a:xfrm>
            <a:off x="1263733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51" name="Google Shape;651;p67"/>
          <p:cNvSpPr txBox="1">
            <a:spLocks noGrp="1"/>
          </p:cNvSpPr>
          <p:nvPr>
            <p:ph type="subTitle" idx="6"/>
          </p:nvPr>
        </p:nvSpPr>
        <p:spPr>
          <a:xfrm>
            <a:off x="6574480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2" name="Google Shape;652;p67"/>
          <p:cNvSpPr txBox="1">
            <a:spLocks noGrp="1"/>
          </p:cNvSpPr>
          <p:nvPr>
            <p:ph type="title" idx="7"/>
          </p:nvPr>
        </p:nvSpPr>
        <p:spPr>
          <a:xfrm>
            <a:off x="6574467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C1CDD13-A8FC-784D-EA6F-379A9033631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635EAD-2071-4221-D602-6FA8F7E504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48054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NewHiresSlide" preserve="1">
  <p:cSld name="05_NewHiresSlide"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68"/>
          <p:cNvSpPr>
            <a:spLocks noGrp="1"/>
          </p:cNvSpPr>
          <p:nvPr>
            <p:ph type="pic" idx="2"/>
          </p:nvPr>
        </p:nvSpPr>
        <p:spPr>
          <a:xfrm>
            <a:off x="4388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57" name="Google Shape;657;p68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6987600" cy="6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8" name="Google Shape;658;p68"/>
          <p:cNvSpPr txBox="1">
            <a:spLocks noGrp="1"/>
          </p:cNvSpPr>
          <p:nvPr>
            <p:ph type="subTitle" idx="1"/>
          </p:nvPr>
        </p:nvSpPr>
        <p:spPr>
          <a:xfrm>
            <a:off x="438871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9" name="Google Shape;659;p68"/>
          <p:cNvSpPr txBox="1">
            <a:spLocks noGrp="1"/>
          </p:cNvSpPr>
          <p:nvPr>
            <p:ph type="subTitle" idx="3"/>
          </p:nvPr>
        </p:nvSpPr>
        <p:spPr>
          <a:xfrm>
            <a:off x="2454577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0" name="Google Shape;660;p68"/>
          <p:cNvSpPr txBox="1">
            <a:spLocks noGrp="1"/>
          </p:cNvSpPr>
          <p:nvPr>
            <p:ph type="subTitle" idx="4"/>
          </p:nvPr>
        </p:nvSpPr>
        <p:spPr>
          <a:xfrm>
            <a:off x="4470284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1" name="Google Shape;661;p68"/>
          <p:cNvSpPr txBox="1">
            <a:spLocks noGrp="1"/>
          </p:cNvSpPr>
          <p:nvPr>
            <p:ph type="subTitle" idx="5"/>
          </p:nvPr>
        </p:nvSpPr>
        <p:spPr>
          <a:xfrm>
            <a:off x="6485992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2" name="Google Shape;662;p68"/>
          <p:cNvSpPr txBox="1">
            <a:spLocks noGrp="1"/>
          </p:cNvSpPr>
          <p:nvPr>
            <p:ph type="subTitle" idx="6"/>
          </p:nvPr>
        </p:nvSpPr>
        <p:spPr>
          <a:xfrm>
            <a:off x="8501699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3" name="Google Shape;663;p68"/>
          <p:cNvSpPr txBox="1">
            <a:spLocks noGrp="1"/>
          </p:cNvSpPr>
          <p:nvPr>
            <p:ph type="subTitle" idx="7"/>
          </p:nvPr>
        </p:nvSpPr>
        <p:spPr>
          <a:xfrm>
            <a:off x="10517405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4" name="Google Shape;664;p68"/>
          <p:cNvSpPr>
            <a:spLocks noGrp="1"/>
          </p:cNvSpPr>
          <p:nvPr>
            <p:ph type="pic" idx="8"/>
          </p:nvPr>
        </p:nvSpPr>
        <p:spPr>
          <a:xfrm>
            <a:off x="24546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5" name="Google Shape;665;p68"/>
          <p:cNvSpPr>
            <a:spLocks noGrp="1"/>
          </p:cNvSpPr>
          <p:nvPr>
            <p:ph type="pic" idx="9"/>
          </p:nvPr>
        </p:nvSpPr>
        <p:spPr>
          <a:xfrm>
            <a:off x="44703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6" name="Google Shape;666;p68"/>
          <p:cNvSpPr>
            <a:spLocks noGrp="1"/>
          </p:cNvSpPr>
          <p:nvPr>
            <p:ph type="pic" idx="13"/>
          </p:nvPr>
        </p:nvSpPr>
        <p:spPr>
          <a:xfrm>
            <a:off x="64860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7" name="Google Shape;667;p68"/>
          <p:cNvSpPr>
            <a:spLocks noGrp="1"/>
          </p:cNvSpPr>
          <p:nvPr>
            <p:ph type="pic" idx="14"/>
          </p:nvPr>
        </p:nvSpPr>
        <p:spPr>
          <a:xfrm>
            <a:off x="85018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8" name="Google Shape;668;p68"/>
          <p:cNvSpPr>
            <a:spLocks noGrp="1"/>
          </p:cNvSpPr>
          <p:nvPr>
            <p:ph type="pic" idx="15"/>
          </p:nvPr>
        </p:nvSpPr>
        <p:spPr>
          <a:xfrm>
            <a:off x="105175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9" name="Google Shape;669;p68"/>
          <p:cNvSpPr>
            <a:spLocks noGrp="1"/>
          </p:cNvSpPr>
          <p:nvPr>
            <p:ph type="pic" idx="16"/>
          </p:nvPr>
        </p:nvSpPr>
        <p:spPr>
          <a:xfrm>
            <a:off x="4388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0" name="Google Shape;670;p68"/>
          <p:cNvSpPr txBox="1">
            <a:spLocks noGrp="1"/>
          </p:cNvSpPr>
          <p:nvPr>
            <p:ph type="subTitle" idx="17"/>
          </p:nvPr>
        </p:nvSpPr>
        <p:spPr>
          <a:xfrm>
            <a:off x="438871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1" name="Google Shape;671;p68"/>
          <p:cNvSpPr txBox="1">
            <a:spLocks noGrp="1"/>
          </p:cNvSpPr>
          <p:nvPr>
            <p:ph type="subTitle" idx="18"/>
          </p:nvPr>
        </p:nvSpPr>
        <p:spPr>
          <a:xfrm>
            <a:off x="2454577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2" name="Google Shape;672;p68"/>
          <p:cNvSpPr txBox="1">
            <a:spLocks noGrp="1"/>
          </p:cNvSpPr>
          <p:nvPr>
            <p:ph type="subTitle" idx="19"/>
          </p:nvPr>
        </p:nvSpPr>
        <p:spPr>
          <a:xfrm>
            <a:off x="4470284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3" name="Google Shape;673;p68"/>
          <p:cNvSpPr txBox="1">
            <a:spLocks noGrp="1"/>
          </p:cNvSpPr>
          <p:nvPr>
            <p:ph type="subTitle" idx="20"/>
          </p:nvPr>
        </p:nvSpPr>
        <p:spPr>
          <a:xfrm>
            <a:off x="6485992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4" name="Google Shape;674;p68"/>
          <p:cNvSpPr txBox="1">
            <a:spLocks noGrp="1"/>
          </p:cNvSpPr>
          <p:nvPr>
            <p:ph type="subTitle" idx="21"/>
          </p:nvPr>
        </p:nvSpPr>
        <p:spPr>
          <a:xfrm>
            <a:off x="8501699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5" name="Google Shape;675;p68"/>
          <p:cNvSpPr txBox="1">
            <a:spLocks noGrp="1"/>
          </p:cNvSpPr>
          <p:nvPr>
            <p:ph type="subTitle" idx="22"/>
          </p:nvPr>
        </p:nvSpPr>
        <p:spPr>
          <a:xfrm>
            <a:off x="10517405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6" name="Google Shape;676;p68"/>
          <p:cNvSpPr>
            <a:spLocks noGrp="1"/>
          </p:cNvSpPr>
          <p:nvPr>
            <p:ph type="pic" idx="23"/>
          </p:nvPr>
        </p:nvSpPr>
        <p:spPr>
          <a:xfrm>
            <a:off x="24546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7" name="Google Shape;677;p68"/>
          <p:cNvSpPr>
            <a:spLocks noGrp="1"/>
          </p:cNvSpPr>
          <p:nvPr>
            <p:ph type="pic" idx="24"/>
          </p:nvPr>
        </p:nvSpPr>
        <p:spPr>
          <a:xfrm>
            <a:off x="44703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8" name="Google Shape;678;p68"/>
          <p:cNvSpPr>
            <a:spLocks noGrp="1"/>
          </p:cNvSpPr>
          <p:nvPr>
            <p:ph type="pic" idx="25"/>
          </p:nvPr>
        </p:nvSpPr>
        <p:spPr>
          <a:xfrm>
            <a:off x="64860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9" name="Google Shape;679;p68"/>
          <p:cNvSpPr>
            <a:spLocks noGrp="1"/>
          </p:cNvSpPr>
          <p:nvPr>
            <p:ph type="pic" idx="26"/>
          </p:nvPr>
        </p:nvSpPr>
        <p:spPr>
          <a:xfrm>
            <a:off x="85018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80" name="Google Shape;680;p68"/>
          <p:cNvSpPr>
            <a:spLocks noGrp="1"/>
          </p:cNvSpPr>
          <p:nvPr>
            <p:ph type="pic" idx="27"/>
          </p:nvPr>
        </p:nvSpPr>
        <p:spPr>
          <a:xfrm>
            <a:off x="105175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5065A95-2D95-99EF-0A4C-DC4EC73C898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2AF775-A03C-1FBE-3909-4DA983CB03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04395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2" preserve="1">
  <p:cSld name="02_AgendaLight2">
    <p:bg>
      <p:bgPr>
        <a:solidFill>
          <a:schemeClr val="tx2"/>
        </a:solidFill>
        <a:effectLst/>
      </p:bgPr>
    </p:bg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69"/>
          <p:cNvSpPr txBox="1">
            <a:spLocks noGrp="1"/>
          </p:cNvSpPr>
          <p:nvPr>
            <p:ph type="title"/>
          </p:nvPr>
        </p:nvSpPr>
        <p:spPr>
          <a:xfrm>
            <a:off x="438867" y="2414800"/>
            <a:ext cx="44724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85" name="Google Shape;685;p69"/>
          <p:cNvSpPr txBox="1">
            <a:spLocks noGrp="1"/>
          </p:cNvSpPr>
          <p:nvPr>
            <p:ph type="body" idx="1"/>
          </p:nvPr>
        </p:nvSpPr>
        <p:spPr>
          <a:xfrm>
            <a:off x="6561933" y="971800"/>
            <a:ext cx="4242800" cy="4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Inter"/>
              <a:buNone/>
              <a:tabLst/>
              <a:defRPr sz="1733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4F25EA0-A0CE-1ED3-B543-4400122B717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C1097D-40AE-8ED9-8E7F-8B1C91C935D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48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1" preserve="1">
  <p:cSld name="02_AgendaLight1"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70"/>
          <p:cNvSpPr/>
          <p:nvPr/>
        </p:nvSpPr>
        <p:spPr>
          <a:xfrm>
            <a:off x="3973033" y="0"/>
            <a:ext cx="8218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0" name="Google Shape;690;p70"/>
          <p:cNvSpPr txBox="1">
            <a:spLocks noGrp="1"/>
          </p:cNvSpPr>
          <p:nvPr>
            <p:ph type="title"/>
          </p:nvPr>
        </p:nvSpPr>
        <p:spPr>
          <a:xfrm>
            <a:off x="438867" y="457200"/>
            <a:ext cx="32248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91" name="Google Shape;691;p70"/>
          <p:cNvSpPr txBox="1">
            <a:spLocks noGrp="1"/>
          </p:cNvSpPr>
          <p:nvPr>
            <p:ph type="body" idx="1"/>
          </p:nvPr>
        </p:nvSpPr>
        <p:spPr>
          <a:xfrm>
            <a:off x="438867" y="1943100"/>
            <a:ext cx="3144800" cy="38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92" name="Google Shape;692;p70"/>
          <p:cNvSpPr txBox="1">
            <a:spLocks noGrp="1"/>
          </p:cNvSpPr>
          <p:nvPr>
            <p:ph type="body" idx="2"/>
          </p:nvPr>
        </p:nvSpPr>
        <p:spPr>
          <a:xfrm>
            <a:off x="5812837" y="765512"/>
            <a:ext cx="4539200" cy="51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+mj-lt"/>
              <a:buNone/>
              <a:tabLst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424E1C3-8295-44A1-FBB4-01875675344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5F84E7F-2CAB-8762-9BC7-57BE8CF513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10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_CustomerCaseStudy" preserve="1">
  <p:cSld name="13_CustomerCaseStudy"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71"/>
          <p:cNvSpPr/>
          <p:nvPr/>
        </p:nvSpPr>
        <p:spPr>
          <a:xfrm>
            <a:off x="3648300" y="2812100"/>
            <a:ext cx="42648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7" name="Google Shape;697;p71"/>
          <p:cNvSpPr/>
          <p:nvPr/>
        </p:nvSpPr>
        <p:spPr>
          <a:xfrm>
            <a:off x="7915300" y="2812100"/>
            <a:ext cx="42952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8" name="Google Shape;698;p71"/>
          <p:cNvSpPr/>
          <p:nvPr/>
        </p:nvSpPr>
        <p:spPr>
          <a:xfrm>
            <a:off x="7911636" y="5498188"/>
            <a:ext cx="4295200" cy="1360000"/>
          </a:xfrm>
          <a:prstGeom prst="rect">
            <a:avLst/>
          </a:prstGeom>
          <a:solidFill>
            <a:srgbClr val="F0F4F8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99" name="Google Shape;699;p71"/>
          <p:cNvCxnSpPr/>
          <p:nvPr/>
        </p:nvCxnSpPr>
        <p:spPr>
          <a:xfrm>
            <a:off x="7911636" y="61050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0" name="Google Shape;700;p71"/>
          <p:cNvCxnSpPr/>
          <p:nvPr/>
        </p:nvCxnSpPr>
        <p:spPr>
          <a:xfrm>
            <a:off x="10047668" y="6106737"/>
            <a:ext cx="0" cy="7484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1" name="Google Shape;701;p71"/>
          <p:cNvCxnSpPr/>
          <p:nvPr/>
        </p:nvCxnSpPr>
        <p:spPr>
          <a:xfrm>
            <a:off x="7911636" y="54981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2" name="Google Shape;702;p71"/>
          <p:cNvSpPr/>
          <p:nvPr/>
        </p:nvSpPr>
        <p:spPr>
          <a:xfrm>
            <a:off x="3648300" y="67"/>
            <a:ext cx="4264800" cy="28120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3" name="Google Shape;703;p71"/>
          <p:cNvSpPr/>
          <p:nvPr/>
        </p:nvSpPr>
        <p:spPr>
          <a:xfrm>
            <a:off x="7911633" y="67"/>
            <a:ext cx="4295200" cy="28120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4" name="Google Shape;704;p71"/>
          <p:cNvSpPr txBox="1">
            <a:spLocks noGrp="1"/>
          </p:cNvSpPr>
          <p:nvPr>
            <p:ph type="title"/>
          </p:nvPr>
        </p:nvSpPr>
        <p:spPr>
          <a:xfrm>
            <a:off x="3914900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5" name="Google Shape;705;p71"/>
          <p:cNvSpPr txBox="1">
            <a:spLocks noGrp="1"/>
          </p:cNvSpPr>
          <p:nvPr>
            <p:ph type="body" idx="1"/>
          </p:nvPr>
        </p:nvSpPr>
        <p:spPr>
          <a:xfrm>
            <a:off x="3914900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-793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6" name="Google Shape;706;p71"/>
          <p:cNvSpPr txBox="1">
            <a:spLocks noGrp="1"/>
          </p:cNvSpPr>
          <p:nvPr>
            <p:ph type="title" idx="2"/>
          </p:nvPr>
        </p:nvSpPr>
        <p:spPr>
          <a:xfrm>
            <a:off x="8202449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7" name="Google Shape;707;p71"/>
          <p:cNvSpPr txBox="1">
            <a:spLocks noGrp="1"/>
          </p:cNvSpPr>
          <p:nvPr>
            <p:ph type="body" idx="3"/>
          </p:nvPr>
        </p:nvSpPr>
        <p:spPr>
          <a:xfrm>
            <a:off x="8202449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8" name="Google Shape;708;p71"/>
          <p:cNvSpPr txBox="1">
            <a:spLocks noGrp="1"/>
          </p:cNvSpPr>
          <p:nvPr>
            <p:ph type="body" idx="4"/>
          </p:nvPr>
        </p:nvSpPr>
        <p:spPr>
          <a:xfrm>
            <a:off x="3914900" y="3611263"/>
            <a:ext cx="3449600" cy="25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9" name="Google Shape;709;p71"/>
          <p:cNvSpPr txBox="1">
            <a:spLocks noGrp="1"/>
          </p:cNvSpPr>
          <p:nvPr>
            <p:ph type="body" idx="5"/>
          </p:nvPr>
        </p:nvSpPr>
        <p:spPr>
          <a:xfrm>
            <a:off x="8202449" y="3563763"/>
            <a:ext cx="3639200" cy="15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0000"/>
              <a:buFont typeface="Arial" panose="020B0604020202020204" pitchFamily="34" charset="0"/>
              <a:buNone/>
              <a:tabLst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10" name="Google Shape;710;p71"/>
          <p:cNvSpPr txBox="1">
            <a:spLocks noGrp="1"/>
          </p:cNvSpPr>
          <p:nvPr>
            <p:ph type="title" idx="6"/>
          </p:nvPr>
        </p:nvSpPr>
        <p:spPr>
          <a:xfrm>
            <a:off x="3914900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1" name="Google Shape;711;p71"/>
          <p:cNvSpPr txBox="1">
            <a:spLocks noGrp="1"/>
          </p:cNvSpPr>
          <p:nvPr>
            <p:ph type="title" idx="7"/>
          </p:nvPr>
        </p:nvSpPr>
        <p:spPr>
          <a:xfrm>
            <a:off x="8202449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2" name="Google Shape;712;p71"/>
          <p:cNvSpPr txBox="1">
            <a:spLocks noGrp="1"/>
          </p:cNvSpPr>
          <p:nvPr>
            <p:ph type="title" idx="8"/>
          </p:nvPr>
        </p:nvSpPr>
        <p:spPr>
          <a:xfrm>
            <a:off x="8119285" y="5638063"/>
            <a:ext cx="38568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3" name="Google Shape;713;p71"/>
          <p:cNvSpPr txBox="1">
            <a:spLocks noGrp="1"/>
          </p:cNvSpPr>
          <p:nvPr>
            <p:ph type="title" idx="9"/>
          </p:nvPr>
        </p:nvSpPr>
        <p:spPr>
          <a:xfrm>
            <a:off x="8100949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4" name="Google Shape;714;p71"/>
          <p:cNvSpPr txBox="1">
            <a:spLocks noGrp="1"/>
          </p:cNvSpPr>
          <p:nvPr>
            <p:ph type="title" idx="13"/>
          </p:nvPr>
        </p:nvSpPr>
        <p:spPr>
          <a:xfrm>
            <a:off x="10207211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5" name="Google Shape;715;p71"/>
          <p:cNvSpPr>
            <a:spLocks noGrp="1"/>
          </p:cNvSpPr>
          <p:nvPr>
            <p:ph type="pic" idx="14"/>
          </p:nvPr>
        </p:nvSpPr>
        <p:spPr>
          <a:xfrm>
            <a:off x="0" y="-9967"/>
            <a:ext cx="3639200" cy="68580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5274791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2" userDrawn="1">
  <p:cSld name="2_TitleSlide_Black2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627692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" preserve="1">
  <p:cSld name="01_TitleSlide_Blue">
    <p:bg>
      <p:bgPr>
        <a:solidFill>
          <a:schemeClr val="tx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"/>
          <p:cNvSpPr txBox="1">
            <a:spLocks noGrp="1"/>
          </p:cNvSpPr>
          <p:nvPr>
            <p:ph type="subTitle" idx="1"/>
          </p:nvPr>
        </p:nvSpPr>
        <p:spPr>
          <a:xfrm>
            <a:off x="638500" y="1160233"/>
            <a:ext cx="4542400" cy="2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JetBrains Mono"/>
              <a:buNone/>
              <a:defRPr sz="1733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8" name="Google Shape;8;p2"/>
          <p:cNvSpPr txBox="1">
            <a:spLocks noGrp="1"/>
          </p:cNvSpPr>
          <p:nvPr>
            <p:ph type="title"/>
          </p:nvPr>
        </p:nvSpPr>
        <p:spPr>
          <a:xfrm>
            <a:off x="638500" y="1803333"/>
            <a:ext cx="7152000" cy="29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Inter"/>
              <a:buNone/>
              <a:defRPr sz="72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58AA2F5-FD4F-95AE-6AC7-A881A1E355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5697767"/>
            <a:ext cx="1841009" cy="54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663690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 1" preserve="1">
  <p:cSld name="01_TitleSlide_Black 1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>
            <a:off x="638500" y="845600"/>
            <a:ext cx="4568800" cy="3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638500" y="1312133"/>
            <a:ext cx="10801600" cy="20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Inter"/>
              <a:buNone/>
              <a:defRPr sz="66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36CD7C8-327E-5F0A-F7F0-227A7769A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4160016"/>
            <a:ext cx="1841009" cy="549987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2E0592F6-6538-A264-2200-99E1F1B590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32748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2" preserve="1">
  <p:cSld name="01_TitleSlide_Blue2">
    <p:bg>
      <p:bgPr>
        <a:solidFill>
          <a:schemeClr val="tx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6077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2" preserve="1" userDrawn="1">
  <p:cSld name="01_TitleSlide_Black2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" name="Google Shape;27;p6">
            <a:extLst>
              <a:ext uri="{FF2B5EF4-FFF2-40B4-BE49-F238E27FC236}">
                <a16:creationId xmlns:a16="http://schemas.microsoft.com/office/drawing/2014/main" id="{9234CE04-3F00-9581-BBED-882ADF136F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48E2C95-8F92-25CF-FC6D-2520B3C576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E235D16-DA19-F83B-7FDF-DD7F21151AA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670092"/>
            <a:ext cx="1891956" cy="56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967634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Blue" preserve="1">
  <p:cSld name="05_SpeakerSlide_Blue">
    <p:bg>
      <p:bgPr>
        <a:solidFill>
          <a:schemeClr val="tx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438867" y="963500"/>
            <a:ext cx="57704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2"/>
          </p:nvPr>
        </p:nvSpPr>
        <p:spPr>
          <a:xfrm>
            <a:off x="8094433" y="2431933"/>
            <a:ext cx="265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39" name="Google Shape;39;p8"/>
          <p:cNvSpPr txBox="1">
            <a:spLocks noGrp="1"/>
          </p:cNvSpPr>
          <p:nvPr>
            <p:ph type="subTitle" idx="3"/>
          </p:nvPr>
        </p:nvSpPr>
        <p:spPr>
          <a:xfrm>
            <a:off x="8094445" y="27971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0" name="Google Shape;40;p8"/>
          <p:cNvSpPr>
            <a:spLocks noGrp="1"/>
          </p:cNvSpPr>
          <p:nvPr>
            <p:ph type="pic" idx="4"/>
          </p:nvPr>
        </p:nvSpPr>
        <p:spPr>
          <a:xfrm>
            <a:off x="8094437" y="9634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Google Shape;41;p8"/>
          <p:cNvSpPr txBox="1">
            <a:spLocks noGrp="1"/>
          </p:cNvSpPr>
          <p:nvPr>
            <p:ph type="subTitle" idx="5"/>
          </p:nvPr>
        </p:nvSpPr>
        <p:spPr>
          <a:xfrm>
            <a:off x="8094433" y="5227033"/>
            <a:ext cx="270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ubTitle" idx="6"/>
          </p:nvPr>
        </p:nvSpPr>
        <p:spPr>
          <a:xfrm>
            <a:off x="8094445" y="55922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3" name="Google Shape;43;p8"/>
          <p:cNvSpPr>
            <a:spLocks noGrp="1"/>
          </p:cNvSpPr>
          <p:nvPr>
            <p:ph type="pic" idx="7"/>
          </p:nvPr>
        </p:nvSpPr>
        <p:spPr>
          <a:xfrm>
            <a:off x="8094437" y="37585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B95795-7C29-F017-9AC2-8F4E8BBD287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17280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6FABB7-CE29-173E-772F-E7CDAEB51B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740389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 preserve="1">
  <p:cSld name="Custom Layout 1">
    <p:bg>
      <p:bgPr>
        <a:solidFill>
          <a:schemeClr val="tx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>
            <a:spLocks noGrp="1"/>
          </p:cNvSpPr>
          <p:nvPr>
            <p:ph type="pic" idx="2"/>
          </p:nvPr>
        </p:nvSpPr>
        <p:spPr>
          <a:xfrm>
            <a:off x="77301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7" name="Google Shape;47;p9"/>
          <p:cNvSpPr>
            <a:spLocks noGrp="1"/>
          </p:cNvSpPr>
          <p:nvPr>
            <p:ph type="pic" idx="3"/>
          </p:nvPr>
        </p:nvSpPr>
        <p:spPr>
          <a:xfrm>
            <a:off x="41189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438871" y="963512"/>
            <a:ext cx="71520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JetBrains Mono"/>
              <a:buNone/>
              <a:defRPr sz="1733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4"/>
          </p:nvPr>
        </p:nvSpPr>
        <p:spPr>
          <a:xfrm>
            <a:off x="5077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5"/>
          </p:nvPr>
        </p:nvSpPr>
        <p:spPr>
          <a:xfrm>
            <a:off x="5077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9"/>
          <p:cNvSpPr>
            <a:spLocks noGrp="1"/>
          </p:cNvSpPr>
          <p:nvPr>
            <p:ph type="pic" idx="6"/>
          </p:nvPr>
        </p:nvSpPr>
        <p:spPr>
          <a:xfrm>
            <a:off x="5077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7"/>
          </p:nvPr>
        </p:nvSpPr>
        <p:spPr>
          <a:xfrm>
            <a:off x="41189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ubTitle" idx="8"/>
          </p:nvPr>
        </p:nvSpPr>
        <p:spPr>
          <a:xfrm>
            <a:off x="41189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9"/>
          </p:nvPr>
        </p:nvSpPr>
        <p:spPr>
          <a:xfrm>
            <a:off x="77301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ubTitle" idx="13"/>
          </p:nvPr>
        </p:nvSpPr>
        <p:spPr>
          <a:xfrm>
            <a:off x="77301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A4A4E1-6468-5D96-0072-9FA802E7017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EF75230-4955-CCC9-BE15-069A33AC63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24991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Gray" preserve="1">
  <p:cSld name="05_SpeakerSlide_Gray">
    <p:bg>
      <p:bgPr>
        <a:solidFill>
          <a:schemeClr val="tx1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subTitle" idx="1"/>
          </p:nvPr>
        </p:nvSpPr>
        <p:spPr>
          <a:xfrm>
            <a:off x="5077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61" name="Google Shape;61;p10"/>
          <p:cNvSpPr txBox="1">
            <a:spLocks noGrp="1"/>
          </p:cNvSpPr>
          <p:nvPr>
            <p:ph type="title"/>
          </p:nvPr>
        </p:nvSpPr>
        <p:spPr>
          <a:xfrm>
            <a:off x="438871" y="947563"/>
            <a:ext cx="7152000" cy="1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subTitle" idx="2"/>
          </p:nvPr>
        </p:nvSpPr>
        <p:spPr>
          <a:xfrm>
            <a:off x="5077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3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64" name="Google Shape;64;p10"/>
          <p:cNvSpPr>
            <a:spLocks noGrp="1"/>
          </p:cNvSpPr>
          <p:nvPr>
            <p:ph type="pic" idx="4"/>
          </p:nvPr>
        </p:nvSpPr>
        <p:spPr>
          <a:xfrm>
            <a:off x="5076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Google Shape;65;p10"/>
          <p:cNvSpPr txBox="1">
            <a:spLocks noGrp="1"/>
          </p:cNvSpPr>
          <p:nvPr>
            <p:ph type="subTitle" idx="5"/>
          </p:nvPr>
        </p:nvSpPr>
        <p:spPr>
          <a:xfrm>
            <a:off x="28066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6"/>
          </p:nvPr>
        </p:nvSpPr>
        <p:spPr>
          <a:xfrm>
            <a:off x="28066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7"/>
          </p:nvPr>
        </p:nvSpPr>
        <p:spPr>
          <a:xfrm>
            <a:off x="28066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10"/>
          <p:cNvSpPr txBox="1">
            <a:spLocks noGrp="1"/>
          </p:cNvSpPr>
          <p:nvPr>
            <p:ph type="subTitle" idx="8"/>
          </p:nvPr>
        </p:nvSpPr>
        <p:spPr>
          <a:xfrm>
            <a:off x="5165567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subTitle" idx="9"/>
          </p:nvPr>
        </p:nvSpPr>
        <p:spPr>
          <a:xfrm>
            <a:off x="5165579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13"/>
          </p:nvPr>
        </p:nvSpPr>
        <p:spPr>
          <a:xfrm>
            <a:off x="5165551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subTitle" idx="14"/>
          </p:nvPr>
        </p:nvSpPr>
        <p:spPr>
          <a:xfrm>
            <a:off x="75245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5"/>
          </p:nvPr>
        </p:nvSpPr>
        <p:spPr>
          <a:xfrm>
            <a:off x="75245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16"/>
          </p:nvPr>
        </p:nvSpPr>
        <p:spPr>
          <a:xfrm>
            <a:off x="75244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Google Shape;74;p10"/>
          <p:cNvSpPr txBox="1">
            <a:spLocks noGrp="1"/>
          </p:cNvSpPr>
          <p:nvPr>
            <p:ph type="subTitle" idx="17"/>
          </p:nvPr>
        </p:nvSpPr>
        <p:spPr>
          <a:xfrm>
            <a:off x="98834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subTitle" idx="18"/>
          </p:nvPr>
        </p:nvSpPr>
        <p:spPr>
          <a:xfrm>
            <a:off x="98834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6" name="Google Shape;76;p10"/>
          <p:cNvSpPr>
            <a:spLocks noGrp="1"/>
          </p:cNvSpPr>
          <p:nvPr>
            <p:ph type="pic" idx="19"/>
          </p:nvPr>
        </p:nvSpPr>
        <p:spPr>
          <a:xfrm>
            <a:off x="98834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0CDC17-0E4F-3FC2-ED8A-A367509C724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4C69F84-6907-EB6A-28AB-48B490963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599596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4Speakers" preserve="1">
  <p:cSld name="05_SpeakerSlide_4Speakers">
    <p:bg>
      <p:bgPr>
        <a:solidFill>
          <a:schemeClr val="tx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1"/>
          <p:cNvSpPr>
            <a:spLocks noGrp="1"/>
          </p:cNvSpPr>
          <p:nvPr>
            <p:ph type="pic" idx="2"/>
          </p:nvPr>
        </p:nvSpPr>
        <p:spPr>
          <a:xfrm>
            <a:off x="440367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2122689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2" name="Google Shape;82;p11"/>
          <p:cNvSpPr txBox="1">
            <a:spLocks noGrp="1"/>
          </p:cNvSpPr>
          <p:nvPr>
            <p:ph type="subTitle" idx="3"/>
          </p:nvPr>
        </p:nvSpPr>
        <p:spPr>
          <a:xfrm>
            <a:off x="2122689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4" name="Google Shape;84;p11"/>
          <p:cNvSpPr txBox="1">
            <a:spLocks noGrp="1"/>
          </p:cNvSpPr>
          <p:nvPr>
            <p:ph type="subTitle" idx="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5" name="Google Shape;85;p11"/>
          <p:cNvSpPr>
            <a:spLocks noGrp="1"/>
          </p:cNvSpPr>
          <p:nvPr>
            <p:ph type="pic" idx="5"/>
          </p:nvPr>
        </p:nvSpPr>
        <p:spPr>
          <a:xfrm>
            <a:off x="440367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6"/>
          </p:nvPr>
        </p:nvSpPr>
        <p:spPr>
          <a:xfrm>
            <a:off x="2122689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7" name="Google Shape;87;p11"/>
          <p:cNvSpPr txBox="1">
            <a:spLocks noGrp="1"/>
          </p:cNvSpPr>
          <p:nvPr>
            <p:ph type="subTitle" idx="7"/>
          </p:nvPr>
        </p:nvSpPr>
        <p:spPr>
          <a:xfrm>
            <a:off x="2122689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>
            <a:spLocks noGrp="1"/>
          </p:cNvSpPr>
          <p:nvPr>
            <p:ph type="pic" idx="8"/>
          </p:nvPr>
        </p:nvSpPr>
        <p:spPr>
          <a:xfrm>
            <a:off x="6096000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9" name="Google Shape;89;p11"/>
          <p:cNvSpPr txBox="1">
            <a:spLocks noGrp="1"/>
          </p:cNvSpPr>
          <p:nvPr>
            <p:ph type="subTitle" idx="9"/>
          </p:nvPr>
        </p:nvSpPr>
        <p:spPr>
          <a:xfrm>
            <a:off x="7778323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3"/>
          </p:nvPr>
        </p:nvSpPr>
        <p:spPr>
          <a:xfrm>
            <a:off x="7778323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1" name="Google Shape;91;p11"/>
          <p:cNvSpPr>
            <a:spLocks noGrp="1"/>
          </p:cNvSpPr>
          <p:nvPr>
            <p:ph type="pic" idx="14"/>
          </p:nvPr>
        </p:nvSpPr>
        <p:spPr>
          <a:xfrm>
            <a:off x="6096000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2" name="Google Shape;92;p11"/>
          <p:cNvSpPr txBox="1">
            <a:spLocks noGrp="1"/>
          </p:cNvSpPr>
          <p:nvPr>
            <p:ph type="subTitle" idx="15"/>
          </p:nvPr>
        </p:nvSpPr>
        <p:spPr>
          <a:xfrm>
            <a:off x="7778323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ubTitle" idx="16"/>
          </p:nvPr>
        </p:nvSpPr>
        <p:spPr>
          <a:xfrm>
            <a:off x="7778323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EE2A1F-3830-A5CB-E1F6-27CBACECC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3A70757-D141-ED17-1765-6C3A06590E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0986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6Speakers" preserve="1">
  <p:cSld name="05_SpeakerSlide_6Speakers">
    <p:bg>
      <p:bgPr>
        <a:solidFill>
          <a:schemeClr val="tx1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subTitle" idx="1"/>
          </p:nvPr>
        </p:nvSpPr>
        <p:spPr>
          <a:xfrm>
            <a:off x="9587163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subTitle" idx="2"/>
          </p:nvPr>
        </p:nvSpPr>
        <p:spPr>
          <a:xfrm>
            <a:off x="9587163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9" name="Google Shape;99;p12"/>
          <p:cNvSpPr txBox="1">
            <a:spLocks noGrp="1"/>
          </p:cNvSpPr>
          <p:nvPr>
            <p:ph type="subTitle" idx="3"/>
          </p:nvPr>
        </p:nvSpPr>
        <p:spPr>
          <a:xfrm>
            <a:off x="9587163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0" name="Google Shape;100;p12"/>
          <p:cNvSpPr txBox="1">
            <a:spLocks noGrp="1"/>
          </p:cNvSpPr>
          <p:nvPr>
            <p:ph type="subTitle" idx="4"/>
          </p:nvPr>
        </p:nvSpPr>
        <p:spPr>
          <a:xfrm>
            <a:off x="9587163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1" name="Google Shape;101;p12"/>
          <p:cNvSpPr txBox="1">
            <a:spLocks noGrp="1"/>
          </p:cNvSpPr>
          <p:nvPr>
            <p:ph type="subTitle" idx="5"/>
          </p:nvPr>
        </p:nvSpPr>
        <p:spPr>
          <a:xfrm>
            <a:off x="5720160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ubTitle" idx="6"/>
          </p:nvPr>
        </p:nvSpPr>
        <p:spPr>
          <a:xfrm>
            <a:off x="5720160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subTitle" idx="7"/>
          </p:nvPr>
        </p:nvSpPr>
        <p:spPr>
          <a:xfrm>
            <a:off x="5720160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4" name="Google Shape;104;p12"/>
          <p:cNvSpPr txBox="1">
            <a:spLocks noGrp="1"/>
          </p:cNvSpPr>
          <p:nvPr>
            <p:ph type="subTitle" idx="8"/>
          </p:nvPr>
        </p:nvSpPr>
        <p:spPr>
          <a:xfrm>
            <a:off x="5720160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5" name="Google Shape;105;p12"/>
          <p:cNvSpPr txBox="1">
            <a:spLocks noGrp="1"/>
          </p:cNvSpPr>
          <p:nvPr>
            <p:ph type="subTitle" idx="9"/>
          </p:nvPr>
        </p:nvSpPr>
        <p:spPr>
          <a:xfrm>
            <a:off x="1853156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6" name="Google Shape;106;p12"/>
          <p:cNvSpPr txBox="1">
            <a:spLocks noGrp="1"/>
          </p:cNvSpPr>
          <p:nvPr>
            <p:ph type="subTitle" idx="13"/>
          </p:nvPr>
        </p:nvSpPr>
        <p:spPr>
          <a:xfrm>
            <a:off x="1853156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8" name="Google Shape;108;p12"/>
          <p:cNvSpPr txBox="1">
            <a:spLocks noGrp="1"/>
          </p:cNvSpPr>
          <p:nvPr>
            <p:ph type="subTitle" idx="1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subTitle" idx="15"/>
          </p:nvPr>
        </p:nvSpPr>
        <p:spPr>
          <a:xfrm>
            <a:off x="1853156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110" name="Google Shape;110;p12"/>
          <p:cNvSpPr txBox="1">
            <a:spLocks noGrp="1"/>
          </p:cNvSpPr>
          <p:nvPr>
            <p:ph type="subTitle" idx="16"/>
          </p:nvPr>
        </p:nvSpPr>
        <p:spPr>
          <a:xfrm>
            <a:off x="1853156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>
            <a:spLocks noGrp="1"/>
          </p:cNvSpPr>
          <p:nvPr>
            <p:ph type="pic" idx="17"/>
          </p:nvPr>
        </p:nvSpPr>
        <p:spPr>
          <a:xfrm>
            <a:off x="431515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2" name="Google Shape;112;p12"/>
          <p:cNvSpPr>
            <a:spLocks noGrp="1"/>
          </p:cNvSpPr>
          <p:nvPr>
            <p:ph type="pic" idx="18"/>
          </p:nvPr>
        </p:nvSpPr>
        <p:spPr>
          <a:xfrm>
            <a:off x="431515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3" name="Google Shape;113;p12"/>
          <p:cNvSpPr>
            <a:spLocks noGrp="1"/>
          </p:cNvSpPr>
          <p:nvPr>
            <p:ph type="pic" idx="19"/>
          </p:nvPr>
        </p:nvSpPr>
        <p:spPr>
          <a:xfrm>
            <a:off x="4351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4" name="Google Shape;114;p12"/>
          <p:cNvSpPr>
            <a:spLocks noGrp="1"/>
          </p:cNvSpPr>
          <p:nvPr>
            <p:ph type="pic" idx="20"/>
          </p:nvPr>
        </p:nvSpPr>
        <p:spPr>
          <a:xfrm>
            <a:off x="4351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5" name="Google Shape;115;p12"/>
          <p:cNvSpPr>
            <a:spLocks noGrp="1"/>
          </p:cNvSpPr>
          <p:nvPr>
            <p:ph type="pic" idx="21"/>
          </p:nvPr>
        </p:nvSpPr>
        <p:spPr>
          <a:xfrm>
            <a:off x="8218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6" name="Google Shape;116;p12"/>
          <p:cNvSpPr>
            <a:spLocks noGrp="1"/>
          </p:cNvSpPr>
          <p:nvPr>
            <p:ph type="pic" idx="22"/>
          </p:nvPr>
        </p:nvSpPr>
        <p:spPr>
          <a:xfrm>
            <a:off x="8218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7933D-EFC4-3BD7-44B9-335DA6A4AC2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8EEE5E6-A727-0F66-9DDA-E4112CFC0C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78178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01_TitleSlide_LightBlue">
    <p:bg>
      <p:bgPr>
        <a:solidFill>
          <a:schemeClr val="tx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847B5073-C644-4CC3-5893-95EF9CBD07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77B06A8-919E-DF26-AD96-2E43767EA7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075504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2_TitleSlide_LightBlue">
    <p:bg>
      <p:bgPr>
        <a:solidFill>
          <a:schemeClr val="tx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B653F79-5381-8107-6BFB-B0D18A53E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40EAC56-B67D-35DA-0CC7-17532D7DB9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68395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03_Text-heavy Split">
    <p:bg>
      <p:bgPr>
        <a:solidFill>
          <a:schemeClr val="tx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" name="Google Shape;128;p14">
            <a:extLst>
              <a:ext uri="{FF2B5EF4-FFF2-40B4-BE49-F238E27FC236}">
                <a16:creationId xmlns:a16="http://schemas.microsoft.com/office/drawing/2014/main" id="{94FB350F-6CF0-CB81-8DAF-37C927AE2949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684619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CC101B06-5940-D2DE-E578-DAA4C200593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9DE3563-D4BC-BEDC-A82D-EE3DD9186D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033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Spli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400" y="0"/>
            <a:ext cx="358404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2770677" cy="566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2800" b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4035954" y="458509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266444"/>
            <a:ext cx="2800201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319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5_Text-heavy Spli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6859304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4057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05_SpeakerSlide1">
    <p:bg>
      <p:bgPr>
        <a:solidFill>
          <a:schemeClr val="tx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8BD8C-DBF7-7B4F-FEEE-E15B35A4BBA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18D02B2-FE57-8646-28F5-30AB6E28C7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974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6_SpeakerSlide1">
    <p:bg>
      <p:bgPr>
        <a:solidFill>
          <a:schemeClr val="bg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3DBA5-08F6-B16B-930C-50CD5175249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91CD24E-765A-60F7-1878-3719FA3FFD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17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2" preserve="1">
  <p:cSld name="05_SpeakerSlide2">
    <p:bg>
      <p:bgPr>
        <a:solidFill>
          <a:schemeClr val="tx1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>
            <a:spLocks noGrp="1"/>
          </p:cNvSpPr>
          <p:nvPr>
            <p:ph type="pic" idx="2"/>
          </p:nvPr>
        </p:nvSpPr>
        <p:spPr>
          <a:xfrm>
            <a:off x="888433" y="688800"/>
            <a:ext cx="3579200" cy="3403600"/>
          </a:xfrm>
          <a:prstGeom prst="roundRect">
            <a:avLst>
              <a:gd name="adj" fmla="val 3520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5334895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3" name="Google Shape;143;p16"/>
          <p:cNvSpPr txBox="1">
            <a:spLocks noGrp="1"/>
          </p:cNvSpPr>
          <p:nvPr>
            <p:ph type="subTitle" idx="1"/>
          </p:nvPr>
        </p:nvSpPr>
        <p:spPr>
          <a:xfrm>
            <a:off x="5334900" y="717933"/>
            <a:ext cx="44180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0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44" name="Google Shape;144;p16"/>
          <p:cNvSpPr txBox="1">
            <a:spLocks noGrp="1"/>
          </p:cNvSpPr>
          <p:nvPr>
            <p:ph type="subTitle" idx="3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5" name="Google Shape;145;p16"/>
          <p:cNvSpPr txBox="1">
            <a:spLocks noGrp="1"/>
          </p:cNvSpPr>
          <p:nvPr>
            <p:ph type="body" idx="4"/>
          </p:nvPr>
        </p:nvSpPr>
        <p:spPr>
          <a:xfrm>
            <a:off x="877828" y="4575467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rgbClr val="0099FF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6" name="Google Shape;146;p16"/>
          <p:cNvSpPr txBox="1">
            <a:spLocks noGrp="1"/>
          </p:cNvSpPr>
          <p:nvPr>
            <p:ph type="body" idx="5"/>
          </p:nvPr>
        </p:nvSpPr>
        <p:spPr>
          <a:xfrm>
            <a:off x="877828" y="5075741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B337281-1A85-1251-8C68-062FE93F9A4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9707AE-136D-EB51-B779-A5FEE6F820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649446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4 + Photos" preserve="1">
  <p:cSld name="05_Speaker4 + Photos">
    <p:bg>
      <p:bgPr>
        <a:solidFill>
          <a:schemeClr val="tx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76572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1" name="Google Shape;151;p17"/>
          <p:cNvSpPr txBox="1">
            <a:spLocks noGrp="1"/>
          </p:cNvSpPr>
          <p:nvPr>
            <p:ph type="body" idx="1"/>
          </p:nvPr>
        </p:nvSpPr>
        <p:spPr>
          <a:xfrm>
            <a:off x="4388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2" name="Google Shape;152;p17"/>
          <p:cNvSpPr txBox="1">
            <a:spLocks noGrp="1"/>
          </p:cNvSpPr>
          <p:nvPr>
            <p:ph type="body" idx="2"/>
          </p:nvPr>
        </p:nvSpPr>
        <p:spPr>
          <a:xfrm>
            <a:off x="4388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3" name="Google Shape;153;p17"/>
          <p:cNvSpPr>
            <a:spLocks noGrp="1"/>
          </p:cNvSpPr>
          <p:nvPr>
            <p:ph type="pic" idx="3"/>
          </p:nvPr>
        </p:nvSpPr>
        <p:spPr>
          <a:xfrm>
            <a:off x="438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4" name="Google Shape;154;p17"/>
          <p:cNvSpPr>
            <a:spLocks noGrp="1"/>
          </p:cNvSpPr>
          <p:nvPr>
            <p:ph type="pic" idx="4"/>
          </p:nvPr>
        </p:nvSpPr>
        <p:spPr>
          <a:xfrm>
            <a:off x="3485133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5" name="Google Shape;155;p17"/>
          <p:cNvSpPr>
            <a:spLocks noGrp="1"/>
          </p:cNvSpPr>
          <p:nvPr>
            <p:ph type="pic" idx="5"/>
          </p:nvPr>
        </p:nvSpPr>
        <p:spPr>
          <a:xfrm>
            <a:off x="6531467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6" name="Google Shape;156;p17"/>
          <p:cNvSpPr>
            <a:spLocks noGrp="1"/>
          </p:cNvSpPr>
          <p:nvPr>
            <p:ph type="pic" idx="6"/>
          </p:nvPr>
        </p:nvSpPr>
        <p:spPr>
          <a:xfrm>
            <a:off x="9577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7"/>
          </p:nvPr>
        </p:nvSpPr>
        <p:spPr>
          <a:xfrm>
            <a:off x="3485135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8" name="Google Shape;158;p17"/>
          <p:cNvSpPr txBox="1">
            <a:spLocks noGrp="1"/>
          </p:cNvSpPr>
          <p:nvPr>
            <p:ph type="body" idx="8"/>
          </p:nvPr>
        </p:nvSpPr>
        <p:spPr>
          <a:xfrm>
            <a:off x="3485133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9" name="Google Shape;159;p17"/>
          <p:cNvSpPr txBox="1">
            <a:spLocks noGrp="1"/>
          </p:cNvSpPr>
          <p:nvPr>
            <p:ph type="body" idx="9"/>
          </p:nvPr>
        </p:nvSpPr>
        <p:spPr>
          <a:xfrm>
            <a:off x="6531401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0" name="Google Shape;160;p17"/>
          <p:cNvSpPr txBox="1">
            <a:spLocks noGrp="1"/>
          </p:cNvSpPr>
          <p:nvPr>
            <p:ph type="body" idx="13"/>
          </p:nvPr>
        </p:nvSpPr>
        <p:spPr>
          <a:xfrm>
            <a:off x="6531400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4"/>
          </p:nvPr>
        </p:nvSpPr>
        <p:spPr>
          <a:xfrm>
            <a:off x="95776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2" name="Google Shape;162;p17"/>
          <p:cNvSpPr txBox="1">
            <a:spLocks noGrp="1"/>
          </p:cNvSpPr>
          <p:nvPr>
            <p:ph type="body" idx="15"/>
          </p:nvPr>
        </p:nvSpPr>
        <p:spPr>
          <a:xfrm>
            <a:off x="95776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7B55B22-7B15-8EB6-42D5-384C7184378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68E1AB4-BF66-E566-C3F4-24D67F875E8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4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" preserve="1">
  <p:cSld name="08_GraphSlide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/>
          <p:nvPr/>
        </p:nvSpPr>
        <p:spPr>
          <a:xfrm>
            <a:off x="33" y="0"/>
            <a:ext cx="12192000" cy="6159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2600763" y="395412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000" b="0">
                <a:solidFill>
                  <a:schemeClr val="bg1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2E19C42-3C71-BE21-7F6E-A72328F89F0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FB51793-C2A8-115D-0718-80F8D63B93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8175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08_GraphSlide2">
    <p:bg>
      <p:bgPr>
        <a:solidFill>
          <a:schemeClr val="bg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EEBDF09-5706-9221-9A10-3AA8F44C011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0862B4-7E47-4B48-2873-C13ADABA5B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079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9_GraphSlide2">
    <p:bg>
      <p:bgPr>
        <a:solidFill>
          <a:schemeClr val="tx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A3B5DCC-88D1-8D3D-5B4F-B547E1F2B4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E105C49-8291-F386-6BB5-C5DFA2B496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21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DesktopScreen" preserve="1">
  <p:cSld name="11_DesktopScreen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C368743-3F87-5CDF-FBFD-2E95E4D496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9828"/>
          <a:stretch>
            <a:fillRect/>
          </a:stretch>
        </p:blipFill>
        <p:spPr>
          <a:xfrm>
            <a:off x="4474581" y="0"/>
            <a:ext cx="7717420" cy="6858000"/>
          </a:xfrm>
          <a:prstGeom prst="rect">
            <a:avLst/>
          </a:prstGeom>
        </p:spPr>
      </p:pic>
      <p:pic>
        <p:nvPicPr>
          <p:cNvPr id="177" name="Google Shape;17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0382" y="793604"/>
            <a:ext cx="6909473" cy="500328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78" name="Google Shape;178;p20"/>
          <p:cNvSpPr txBox="1">
            <a:spLocks noGrp="1"/>
          </p:cNvSpPr>
          <p:nvPr>
            <p:ph type="title"/>
          </p:nvPr>
        </p:nvSpPr>
        <p:spPr>
          <a:xfrm>
            <a:off x="438871" y="499001"/>
            <a:ext cx="3483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9" name="Google Shape;179;p20"/>
          <p:cNvSpPr txBox="1">
            <a:spLocks noGrp="1"/>
          </p:cNvSpPr>
          <p:nvPr>
            <p:ph type="body" idx="1"/>
          </p:nvPr>
        </p:nvSpPr>
        <p:spPr>
          <a:xfrm>
            <a:off x="438871" y="2369912"/>
            <a:ext cx="3483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80" name="Google Shape;180;p20"/>
          <p:cNvSpPr>
            <a:spLocks noGrp="1"/>
          </p:cNvSpPr>
          <p:nvPr>
            <p:ph type="pic" idx="2"/>
          </p:nvPr>
        </p:nvSpPr>
        <p:spPr>
          <a:xfrm>
            <a:off x="4946152" y="1061111"/>
            <a:ext cx="6697931" cy="4631855"/>
          </a:xfrm>
          <a:prstGeom prst="roundRect">
            <a:avLst>
              <a:gd name="adj" fmla="val 858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F7555FC-3DC6-CA4A-30FC-D9624A2EA21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74075CA-7B6C-A4F8-9295-7B1130EE55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835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Coding Screen Slide" preserve="1">
  <p:cSld name="11_Coding Screen Slide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9300C3C-AAB9-475C-1634-432139CF37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1" r="28775"/>
          <a:stretch>
            <a:fillRect/>
          </a:stretch>
        </p:blipFill>
        <p:spPr>
          <a:xfrm>
            <a:off x="6096001" y="0"/>
            <a:ext cx="6095900" cy="6858000"/>
          </a:xfrm>
          <a:prstGeom prst="rect">
            <a:avLst/>
          </a:prstGeom>
        </p:spPr>
      </p:pic>
      <p:sp>
        <p:nvSpPr>
          <p:cNvPr id="185" name="Google Shape;185;p21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4571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6" name="Google Shape;186;p21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187" name="Google Shape;187;p21"/>
          <p:cNvPicPr preferRelativeResize="0"/>
          <p:nvPr/>
        </p:nvPicPr>
        <p:blipFill rotWithShape="1">
          <a:blip r:embed="rId3">
            <a:alphaModFix/>
          </a:blip>
          <a:srcRect r="18267"/>
          <a:stretch/>
        </p:blipFill>
        <p:spPr>
          <a:xfrm>
            <a:off x="6823597" y="763538"/>
            <a:ext cx="5368440" cy="475686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>
            <a:spLocks noGrp="1"/>
          </p:cNvSpPr>
          <p:nvPr>
            <p:ph type="body" idx="2"/>
          </p:nvPr>
        </p:nvSpPr>
        <p:spPr>
          <a:xfrm>
            <a:off x="7222109" y="13335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97923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defRPr sz="1467">
                <a:solidFill>
                  <a:schemeClr val="bg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61BF3EB-878E-A61B-F70B-4FDC802D59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DA8105E-AE7C-10C6-C3F1-CDA2A8A9F6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5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Split" preserve="1">
  <p:cSld name="10_Stats2Split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2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6861704" y="1190649"/>
            <a:ext cx="451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94" name="Google Shape;194;p22"/>
          <p:cNvSpPr txBox="1">
            <a:spLocks noGrp="1"/>
          </p:cNvSpPr>
          <p:nvPr>
            <p:ph type="subTitle" idx="1"/>
          </p:nvPr>
        </p:nvSpPr>
        <p:spPr>
          <a:xfrm>
            <a:off x="6879203" y="4388312"/>
            <a:ext cx="451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5" name="Google Shape;195;p22"/>
          <p:cNvSpPr txBox="1">
            <a:spLocks noGrp="1"/>
          </p:cNvSpPr>
          <p:nvPr>
            <p:ph type="title" idx="2"/>
          </p:nvPr>
        </p:nvSpPr>
        <p:spPr>
          <a:xfrm>
            <a:off x="780903" y="1190649"/>
            <a:ext cx="45540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96" name="Google Shape;196;p22"/>
          <p:cNvSpPr txBox="1">
            <a:spLocks noGrp="1"/>
          </p:cNvSpPr>
          <p:nvPr>
            <p:ph type="subTitle" idx="3"/>
          </p:nvPr>
        </p:nvSpPr>
        <p:spPr>
          <a:xfrm>
            <a:off x="763429" y="4388312"/>
            <a:ext cx="455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38AB5-74A5-48FE-24A0-DEDE8810E0C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D8C7DFC-5643-36E4-CB26-E851435201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284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>
          <p15:clr>
            <a:schemeClr val="accent6"/>
          </p15:clr>
        </p15:guide>
        <p15:guide id="2" pos="4323">
          <p15:clr>
            <a:schemeClr val="accent6"/>
          </p15:clr>
        </p15:guide>
        <p15:guide id="3" pos="721">
          <p15:clr>
            <a:schemeClr val="accent6"/>
          </p15:clr>
        </p15:guide>
        <p15:guide id="4" pos="6959">
          <p15:clr>
            <a:schemeClr val="accent6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03_Text-heavy 2 columns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/>
          <p:nvPr/>
        </p:nvSpPr>
        <p:spPr>
          <a:xfrm>
            <a:off x="6096000" y="1342267"/>
            <a:ext cx="6093600" cy="4846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2267" y="1342267"/>
            <a:ext cx="6093600" cy="4846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2" name="Google Shape;202;p23"/>
          <p:cNvSpPr txBox="1">
            <a:spLocks noGrp="1"/>
          </p:cNvSpPr>
          <p:nvPr>
            <p:ph type="title"/>
          </p:nvPr>
        </p:nvSpPr>
        <p:spPr>
          <a:xfrm>
            <a:off x="2691800" y="457201"/>
            <a:ext cx="68084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5" name="Google Shape;205;p23"/>
          <p:cNvSpPr txBox="1">
            <a:spLocks noGrp="1"/>
          </p:cNvSpPr>
          <p:nvPr>
            <p:ph type="body" idx="1"/>
          </p:nvPr>
        </p:nvSpPr>
        <p:spPr>
          <a:xfrm>
            <a:off x="518700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6" name="Google Shape;206;p23"/>
          <p:cNvSpPr txBox="1">
            <a:spLocks noGrp="1"/>
          </p:cNvSpPr>
          <p:nvPr>
            <p:ph type="body" idx="2"/>
          </p:nvPr>
        </p:nvSpPr>
        <p:spPr>
          <a:xfrm>
            <a:off x="518700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7" name="Google Shape;207;p23"/>
          <p:cNvSpPr txBox="1">
            <a:spLocks noGrp="1"/>
          </p:cNvSpPr>
          <p:nvPr>
            <p:ph type="body" idx="3"/>
          </p:nvPr>
        </p:nvSpPr>
        <p:spPr>
          <a:xfrm>
            <a:off x="6667933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8" name="Google Shape;208;p23"/>
          <p:cNvSpPr txBox="1">
            <a:spLocks noGrp="1"/>
          </p:cNvSpPr>
          <p:nvPr>
            <p:ph type="body" idx="4"/>
          </p:nvPr>
        </p:nvSpPr>
        <p:spPr>
          <a:xfrm>
            <a:off x="6667933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217E901-D256-287A-40FA-AD1A653A219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B0478E-EDBD-CCC8-E5FD-C714EA4A38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098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>
          <p15:clr>
            <a:schemeClr val="accent6"/>
          </p15:clr>
        </p15:guide>
        <p15:guide id="2" pos="4323">
          <p15:clr>
            <a:schemeClr val="accent6"/>
          </p15:clr>
        </p15:guide>
        <p15:guide id="3" pos="721">
          <p15:clr>
            <a:schemeClr val="accent6"/>
          </p15:clr>
        </p15:guide>
        <p15:guide id="4" pos="6959">
          <p15:clr>
            <a:schemeClr val="accent6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00_Blank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  <p:sp>
        <p:nvSpPr>
          <p:cNvPr id="2" name="Google Shape;785;p88">
            <a:extLst>
              <a:ext uri="{FF2B5EF4-FFF2-40B4-BE49-F238E27FC236}">
                <a16:creationId xmlns:a16="http://schemas.microsoft.com/office/drawing/2014/main" id="{CCEF1BEA-FA12-A68C-3D50-B981DBE40FD4}"/>
              </a:ext>
            </a:extLst>
          </p:cNvPr>
          <p:cNvSpPr/>
          <p:nvPr userDrawn="1"/>
        </p:nvSpPr>
        <p:spPr>
          <a:xfrm>
            <a:off x="9567" y="9567"/>
            <a:ext cx="12182400" cy="17212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</p:spTree>
    <p:extLst>
      <p:ext uri="{BB962C8B-B14F-4D97-AF65-F5344CB8AC3E}">
        <p14:creationId xmlns:p14="http://schemas.microsoft.com/office/powerpoint/2010/main" val="2589525879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1_Blank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457500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2_Blank">
    <p:bg>
      <p:bgPr>
        <a:solidFill>
          <a:schemeClr val="tx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BF00F8E-0C3D-E1DF-D1B6-47CF6C7E915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FF05D5D-4558-86E1-EAAA-950EBDDFE5F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6217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09_List4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C87023C-99FC-892F-45C7-8BED48A86C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9F14C4F-70C5-339A-E79C-84A96C658D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0650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10_List4">
    <p:bg>
      <p:bgPr>
        <a:solidFill>
          <a:schemeClr val="tx1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3CCEE9-6BC0-373E-D29B-EC1E05C2C69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D4A3717-ACEF-B62B-E158-907BF9114E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853284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09_List4 + Icons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12E61FC-EE78-658A-E879-EAB7E3B3A87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7D83C27-81A8-96BE-4A69-B9E703C35C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50204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10_List4 + Icons">
    <p:bg>
      <p:bgPr>
        <a:solidFill>
          <a:schemeClr val="tx1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7105F97-9F8D-5AE1-1867-D0206D1EBE3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0BDC92E-5F9F-A49A-D636-6C77288BDF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034016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09_List6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1BD36F5-CF25-24F4-6212-DAFC8641D2F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BC59A85-5150-87E9-5D1B-2602D0CD1A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544628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10_List6">
    <p:bg>
      <p:bgPr>
        <a:solidFill>
          <a:schemeClr val="tx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81565C1-2B3E-E1D2-2EF7-FCFE93B84F8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215BD2A-427F-8B92-90BB-A6CA66B4F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442207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09_List3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8E06CA1-6CA0-086A-BDB3-B62AE9AAE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BBD9587-62FD-2397-D758-BA626C67DF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654399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10_List3">
    <p:bg>
      <p:bgPr>
        <a:solidFill>
          <a:schemeClr val="tx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E99580A-F042-9F68-D73C-C34C338F88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957770E-D43E-8541-F562-CFFF096B22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34527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08_Checkilst">
    <p:bg>
      <p:bgPr>
        <a:solidFill>
          <a:schemeClr val="tx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BB4D756-AC95-D3F0-E1AD-5C551D26F07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956C609-6BDE-7505-BB18-40CC6B5C18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046824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9_Checkilst">
    <p:bg>
      <p:bgPr>
        <a:solidFill>
          <a:schemeClr val="bg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221616A-7662-EE72-B6DE-0DD9CDF2335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DC35BD-A221-7112-5D6A-BB00418266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2430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09_List3 Split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0"/>
          <p:cNvSpPr/>
          <p:nvPr/>
        </p:nvSpPr>
        <p:spPr>
          <a:xfrm>
            <a:off x="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83" name="Google Shape;283;p30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30"/>
          <p:cNvSpPr txBox="1">
            <a:spLocks noGrp="1"/>
          </p:cNvSpPr>
          <p:nvPr>
            <p:ph type="body" idx="1"/>
          </p:nvPr>
        </p:nvSpPr>
        <p:spPr>
          <a:xfrm>
            <a:off x="438871" y="2686051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5" name="Google Shape;285;p30"/>
          <p:cNvSpPr txBox="1">
            <a:spLocks noGrp="1"/>
          </p:cNvSpPr>
          <p:nvPr>
            <p:ph type="subTitle" idx="2"/>
          </p:nvPr>
        </p:nvSpPr>
        <p:spPr>
          <a:xfrm>
            <a:off x="438871" y="1661988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6" name="Google Shape;286;p30"/>
          <p:cNvSpPr txBox="1">
            <a:spLocks noGrp="1"/>
          </p:cNvSpPr>
          <p:nvPr>
            <p:ph type="subTitle" idx="3"/>
          </p:nvPr>
        </p:nvSpPr>
        <p:spPr>
          <a:xfrm>
            <a:off x="7751617" y="98821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7" name="Google Shape;287;p30"/>
          <p:cNvSpPr txBox="1">
            <a:spLocks noGrp="1"/>
          </p:cNvSpPr>
          <p:nvPr>
            <p:ph type="subTitle" idx="4"/>
          </p:nvPr>
        </p:nvSpPr>
        <p:spPr>
          <a:xfrm>
            <a:off x="7751617" y="13726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8" name="Google Shape;288;p30"/>
          <p:cNvSpPr txBox="1">
            <a:spLocks noGrp="1"/>
          </p:cNvSpPr>
          <p:nvPr>
            <p:ph type="subTitle" idx="5"/>
          </p:nvPr>
        </p:nvSpPr>
        <p:spPr>
          <a:xfrm>
            <a:off x="7751617" y="2765388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9" name="Google Shape;289;p30"/>
          <p:cNvSpPr txBox="1">
            <a:spLocks noGrp="1"/>
          </p:cNvSpPr>
          <p:nvPr>
            <p:ph type="subTitle" idx="6"/>
          </p:nvPr>
        </p:nvSpPr>
        <p:spPr>
          <a:xfrm>
            <a:off x="7751617" y="31497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0" name="Google Shape;290;p30"/>
          <p:cNvSpPr txBox="1">
            <a:spLocks noGrp="1"/>
          </p:cNvSpPr>
          <p:nvPr>
            <p:ph type="subTitle" idx="7"/>
          </p:nvPr>
        </p:nvSpPr>
        <p:spPr>
          <a:xfrm>
            <a:off x="7751617" y="454256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1" name="Google Shape;291;p30"/>
          <p:cNvSpPr txBox="1">
            <a:spLocks noGrp="1"/>
          </p:cNvSpPr>
          <p:nvPr>
            <p:ph type="subTitle" idx="8"/>
          </p:nvPr>
        </p:nvSpPr>
        <p:spPr>
          <a:xfrm>
            <a:off x="7751617" y="4926951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53A2F63-3861-856B-4CB7-B72FBD9520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1A84EAE-2866-153B-4B19-D4299B5AA8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262095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 Top" preserve="1">
  <p:cSld name="09_List3 Split Top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1"/>
          <p:cNvSpPr/>
          <p:nvPr/>
        </p:nvSpPr>
        <p:spPr>
          <a:xfrm>
            <a:off x="-3475" y="0"/>
            <a:ext cx="12192000" cy="268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96" name="Google Shape;296;p31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55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31"/>
          <p:cNvSpPr txBox="1">
            <a:spLocks noGrp="1"/>
          </p:cNvSpPr>
          <p:nvPr>
            <p:ph type="subTitle" idx="1"/>
          </p:nvPr>
        </p:nvSpPr>
        <p:spPr>
          <a:xfrm>
            <a:off x="438871" y="1661988"/>
            <a:ext cx="7788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8" name="Google Shape;298;p31"/>
          <p:cNvSpPr txBox="1">
            <a:spLocks noGrp="1"/>
          </p:cNvSpPr>
          <p:nvPr>
            <p:ph type="subTitle" idx="2"/>
          </p:nvPr>
        </p:nvSpPr>
        <p:spPr>
          <a:xfrm>
            <a:off x="438871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9" name="Google Shape;299;p31"/>
          <p:cNvSpPr txBox="1">
            <a:spLocks noGrp="1"/>
          </p:cNvSpPr>
          <p:nvPr>
            <p:ph type="subTitle" idx="3"/>
          </p:nvPr>
        </p:nvSpPr>
        <p:spPr>
          <a:xfrm>
            <a:off x="438871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0" name="Google Shape;300;p31"/>
          <p:cNvSpPr txBox="1">
            <a:spLocks noGrp="1"/>
          </p:cNvSpPr>
          <p:nvPr>
            <p:ph type="subTitle" idx="4"/>
          </p:nvPr>
        </p:nvSpPr>
        <p:spPr>
          <a:xfrm>
            <a:off x="4256317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1" name="Google Shape;301;p31"/>
          <p:cNvSpPr txBox="1">
            <a:spLocks noGrp="1"/>
          </p:cNvSpPr>
          <p:nvPr>
            <p:ph type="subTitle" idx="5"/>
          </p:nvPr>
        </p:nvSpPr>
        <p:spPr>
          <a:xfrm>
            <a:off x="4256317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2" name="Google Shape;302;p31"/>
          <p:cNvSpPr txBox="1">
            <a:spLocks noGrp="1"/>
          </p:cNvSpPr>
          <p:nvPr>
            <p:ph type="subTitle" idx="6"/>
          </p:nvPr>
        </p:nvSpPr>
        <p:spPr>
          <a:xfrm>
            <a:off x="8073765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3" name="Google Shape;303;p31"/>
          <p:cNvSpPr txBox="1">
            <a:spLocks noGrp="1"/>
          </p:cNvSpPr>
          <p:nvPr>
            <p:ph type="subTitle" idx="7"/>
          </p:nvPr>
        </p:nvSpPr>
        <p:spPr>
          <a:xfrm>
            <a:off x="8073765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20630B8-10B8-F782-8E4B-019E5063F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AA969CF-658B-F4CE-EC3A-9E95133596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375087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+ Box" preserve="1">
  <p:cSld name="09_List3 + Box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/>
          <p:nvPr/>
        </p:nvSpPr>
        <p:spPr>
          <a:xfrm>
            <a:off x="1065200" y="2308367"/>
            <a:ext cx="30536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8" name="Google Shape;308;p32"/>
          <p:cNvSpPr/>
          <p:nvPr/>
        </p:nvSpPr>
        <p:spPr>
          <a:xfrm>
            <a:off x="4598000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9" name="Google Shape;309;p32"/>
          <p:cNvSpPr/>
          <p:nvPr/>
        </p:nvSpPr>
        <p:spPr>
          <a:xfrm>
            <a:off x="8130825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10" name="Google Shape;310;p32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32"/>
          <p:cNvSpPr txBox="1">
            <a:spLocks noGrp="1"/>
          </p:cNvSpPr>
          <p:nvPr>
            <p:ph type="subTitle" idx="1"/>
          </p:nvPr>
        </p:nvSpPr>
        <p:spPr>
          <a:xfrm>
            <a:off x="1331633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2" name="Google Shape;312;p32"/>
          <p:cNvSpPr txBox="1">
            <a:spLocks noGrp="1"/>
          </p:cNvSpPr>
          <p:nvPr>
            <p:ph type="subTitle" idx="2"/>
          </p:nvPr>
        </p:nvSpPr>
        <p:spPr>
          <a:xfrm>
            <a:off x="1331633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3" name="Google Shape;313;p32"/>
          <p:cNvSpPr txBox="1">
            <a:spLocks noGrp="1"/>
          </p:cNvSpPr>
          <p:nvPr>
            <p:ph type="subTitle" idx="3"/>
          </p:nvPr>
        </p:nvSpPr>
        <p:spPr>
          <a:xfrm>
            <a:off x="4856811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4" name="Google Shape;314;p32"/>
          <p:cNvSpPr txBox="1">
            <a:spLocks noGrp="1"/>
          </p:cNvSpPr>
          <p:nvPr>
            <p:ph type="subTitle" idx="4"/>
          </p:nvPr>
        </p:nvSpPr>
        <p:spPr>
          <a:xfrm>
            <a:off x="4856811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5" name="Google Shape;315;p32"/>
          <p:cNvSpPr txBox="1">
            <a:spLocks noGrp="1"/>
          </p:cNvSpPr>
          <p:nvPr>
            <p:ph type="subTitle" idx="5"/>
          </p:nvPr>
        </p:nvSpPr>
        <p:spPr>
          <a:xfrm>
            <a:off x="8381996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6" name="Google Shape;316;p32"/>
          <p:cNvSpPr txBox="1">
            <a:spLocks noGrp="1"/>
          </p:cNvSpPr>
          <p:nvPr>
            <p:ph type="subTitle" idx="6"/>
          </p:nvPr>
        </p:nvSpPr>
        <p:spPr>
          <a:xfrm>
            <a:off x="8381996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D0DF87F-21F4-5C11-7E9A-22621D4112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FF770EB-E5DA-0386-E45F-A179D72110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77264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" preserve="1">
  <p:cSld name="09_List4 + box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3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53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1" name="Google Shape;321;p33"/>
          <p:cNvSpPr/>
          <p:nvPr/>
        </p:nvSpPr>
        <p:spPr>
          <a:xfrm>
            <a:off x="71298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2" name="Google Shape;322;p33"/>
          <p:cNvSpPr/>
          <p:nvPr/>
        </p:nvSpPr>
        <p:spPr>
          <a:xfrm>
            <a:off x="347086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3" name="Google Shape;323;p33"/>
          <p:cNvSpPr/>
          <p:nvPr/>
        </p:nvSpPr>
        <p:spPr>
          <a:xfrm>
            <a:off x="622874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4" name="Google Shape;324;p33"/>
          <p:cNvSpPr/>
          <p:nvPr/>
        </p:nvSpPr>
        <p:spPr>
          <a:xfrm>
            <a:off x="898662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5" name="Google Shape;325;p33"/>
          <p:cNvSpPr/>
          <p:nvPr/>
        </p:nvSpPr>
        <p:spPr>
          <a:xfrm rot="10800000" flipH="1">
            <a:off x="71298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6" name="Google Shape;326;p33"/>
          <p:cNvSpPr/>
          <p:nvPr/>
        </p:nvSpPr>
        <p:spPr>
          <a:xfrm rot="10800000" flipH="1">
            <a:off x="347086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7" name="Google Shape;327;p33"/>
          <p:cNvSpPr/>
          <p:nvPr/>
        </p:nvSpPr>
        <p:spPr>
          <a:xfrm rot="10800000" flipH="1">
            <a:off x="622874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8" name="Google Shape;328;p33"/>
          <p:cNvSpPr/>
          <p:nvPr/>
        </p:nvSpPr>
        <p:spPr>
          <a:xfrm rot="10800000" flipH="1">
            <a:off x="898662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9" name="Google Shape;329;p33"/>
          <p:cNvSpPr txBox="1">
            <a:spLocks noGrp="1"/>
          </p:cNvSpPr>
          <p:nvPr>
            <p:ph type="title" idx="2"/>
          </p:nvPr>
        </p:nvSpPr>
        <p:spPr>
          <a:xfrm>
            <a:off x="712985" y="2276475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0" name="Google Shape;330;p33"/>
          <p:cNvSpPr txBox="1">
            <a:spLocks noGrp="1"/>
          </p:cNvSpPr>
          <p:nvPr>
            <p:ph type="subTitle" idx="1"/>
          </p:nvPr>
        </p:nvSpPr>
        <p:spPr>
          <a:xfrm>
            <a:off x="90466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1" name="Google Shape;331;p33"/>
          <p:cNvSpPr txBox="1">
            <a:spLocks noGrp="1"/>
          </p:cNvSpPr>
          <p:nvPr>
            <p:ph type="title" idx="3"/>
          </p:nvPr>
        </p:nvSpPr>
        <p:spPr>
          <a:xfrm>
            <a:off x="347086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2" name="Google Shape;332;p33"/>
          <p:cNvSpPr txBox="1">
            <a:spLocks noGrp="1"/>
          </p:cNvSpPr>
          <p:nvPr>
            <p:ph type="title" idx="4"/>
          </p:nvPr>
        </p:nvSpPr>
        <p:spPr>
          <a:xfrm>
            <a:off x="622874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3" name="Google Shape;333;p33"/>
          <p:cNvSpPr txBox="1">
            <a:spLocks noGrp="1"/>
          </p:cNvSpPr>
          <p:nvPr>
            <p:ph type="title" idx="5"/>
          </p:nvPr>
        </p:nvSpPr>
        <p:spPr>
          <a:xfrm>
            <a:off x="898662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4" name="Google Shape;334;p33"/>
          <p:cNvSpPr txBox="1">
            <a:spLocks noGrp="1"/>
          </p:cNvSpPr>
          <p:nvPr>
            <p:ph type="subTitle" idx="6"/>
          </p:nvPr>
        </p:nvSpPr>
        <p:spPr>
          <a:xfrm>
            <a:off x="366254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33"/>
          <p:cNvSpPr txBox="1">
            <a:spLocks noGrp="1"/>
          </p:cNvSpPr>
          <p:nvPr>
            <p:ph type="subTitle" idx="7"/>
          </p:nvPr>
        </p:nvSpPr>
        <p:spPr>
          <a:xfrm>
            <a:off x="642042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33"/>
          <p:cNvSpPr txBox="1">
            <a:spLocks noGrp="1"/>
          </p:cNvSpPr>
          <p:nvPr>
            <p:ph type="subTitle" idx="8"/>
          </p:nvPr>
        </p:nvSpPr>
        <p:spPr>
          <a:xfrm>
            <a:off x="917830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920D7F8-7542-7153-5A5E-6B39F4F15E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269CAD3-D292-6F3C-89DD-6310BFE687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62514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 + Icon" preserve="1">
  <p:cSld name="09_List4 + Box + Icon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4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34"/>
          <p:cNvSpPr/>
          <p:nvPr/>
        </p:nvSpPr>
        <p:spPr>
          <a:xfrm>
            <a:off x="71298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" name="Google Shape;342;p34"/>
          <p:cNvSpPr/>
          <p:nvPr/>
        </p:nvSpPr>
        <p:spPr>
          <a:xfrm>
            <a:off x="347086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3" name="Google Shape;343;p34"/>
          <p:cNvSpPr/>
          <p:nvPr/>
        </p:nvSpPr>
        <p:spPr>
          <a:xfrm>
            <a:off x="622874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34"/>
          <p:cNvSpPr/>
          <p:nvPr/>
        </p:nvSpPr>
        <p:spPr>
          <a:xfrm>
            <a:off x="898662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34"/>
          <p:cNvSpPr/>
          <p:nvPr/>
        </p:nvSpPr>
        <p:spPr>
          <a:xfrm rot="10800000" flipH="1">
            <a:off x="71298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6" name="Google Shape;346;p34"/>
          <p:cNvSpPr/>
          <p:nvPr/>
        </p:nvSpPr>
        <p:spPr>
          <a:xfrm rot="10800000" flipH="1">
            <a:off x="347086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7" name="Google Shape;347;p34"/>
          <p:cNvSpPr/>
          <p:nvPr/>
        </p:nvSpPr>
        <p:spPr>
          <a:xfrm rot="10800000" flipH="1">
            <a:off x="622874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8" name="Google Shape;348;p34"/>
          <p:cNvSpPr/>
          <p:nvPr/>
        </p:nvSpPr>
        <p:spPr>
          <a:xfrm rot="10800000" flipH="1">
            <a:off x="898662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34"/>
          <p:cNvSpPr txBox="1">
            <a:spLocks noGrp="1"/>
          </p:cNvSpPr>
          <p:nvPr>
            <p:ph type="subTitle" idx="1"/>
          </p:nvPr>
        </p:nvSpPr>
        <p:spPr>
          <a:xfrm>
            <a:off x="91493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0" name="Google Shape;350;p34"/>
          <p:cNvSpPr txBox="1">
            <a:spLocks noGrp="1"/>
          </p:cNvSpPr>
          <p:nvPr>
            <p:ph type="subTitle" idx="2"/>
          </p:nvPr>
        </p:nvSpPr>
        <p:spPr>
          <a:xfrm>
            <a:off x="91493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1" name="Google Shape;351;p34"/>
          <p:cNvSpPr txBox="1">
            <a:spLocks noGrp="1"/>
          </p:cNvSpPr>
          <p:nvPr>
            <p:ph type="subTitle" idx="3"/>
          </p:nvPr>
        </p:nvSpPr>
        <p:spPr>
          <a:xfrm>
            <a:off x="367281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2" name="Google Shape;352;p34"/>
          <p:cNvSpPr txBox="1">
            <a:spLocks noGrp="1"/>
          </p:cNvSpPr>
          <p:nvPr>
            <p:ph type="subTitle" idx="4"/>
          </p:nvPr>
        </p:nvSpPr>
        <p:spPr>
          <a:xfrm>
            <a:off x="367281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3" name="Google Shape;353;p34"/>
          <p:cNvSpPr txBox="1">
            <a:spLocks noGrp="1"/>
          </p:cNvSpPr>
          <p:nvPr>
            <p:ph type="subTitle" idx="5"/>
          </p:nvPr>
        </p:nvSpPr>
        <p:spPr>
          <a:xfrm>
            <a:off x="643069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4" name="Google Shape;354;p34"/>
          <p:cNvSpPr txBox="1">
            <a:spLocks noGrp="1"/>
          </p:cNvSpPr>
          <p:nvPr>
            <p:ph type="subTitle" idx="6"/>
          </p:nvPr>
        </p:nvSpPr>
        <p:spPr>
          <a:xfrm>
            <a:off x="643069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5" name="Google Shape;355;p34"/>
          <p:cNvSpPr txBox="1">
            <a:spLocks noGrp="1"/>
          </p:cNvSpPr>
          <p:nvPr>
            <p:ph type="subTitle" idx="7"/>
          </p:nvPr>
        </p:nvSpPr>
        <p:spPr>
          <a:xfrm>
            <a:off x="918857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34"/>
          <p:cNvSpPr txBox="1">
            <a:spLocks noGrp="1"/>
          </p:cNvSpPr>
          <p:nvPr>
            <p:ph type="subTitle" idx="8"/>
          </p:nvPr>
        </p:nvSpPr>
        <p:spPr>
          <a:xfrm>
            <a:off x="918857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2BE7A4B-26E0-26F2-2323-7D626208E8B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7906F2C-735F-0B76-B204-0B9DF9258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447423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09_List2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4279096-11BB-53AB-CEFE-950A21309C7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E7C89A0-FA15-77D8-2F0A-158D70457D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254366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10_List2">
    <p:bg>
      <p:bgPr>
        <a:solidFill>
          <a:schemeClr val="tx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7206F51-A649-7186-838A-A3EBEE86944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312E949-C64A-7DE8-A8C9-A9504040E8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256806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10_List3 Split"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6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0" name="Google Shape;370;p3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36"/>
          <p:cNvSpPr txBox="1">
            <a:spLocks noGrp="1"/>
          </p:cNvSpPr>
          <p:nvPr>
            <p:ph type="subTitle" idx="2"/>
          </p:nvPr>
        </p:nvSpPr>
        <p:spPr>
          <a:xfrm>
            <a:off x="7466080" y="1450312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2" name="Google Shape;372;p36"/>
          <p:cNvSpPr txBox="1">
            <a:spLocks noGrp="1"/>
          </p:cNvSpPr>
          <p:nvPr>
            <p:ph type="subTitle" idx="3"/>
          </p:nvPr>
        </p:nvSpPr>
        <p:spPr>
          <a:xfrm>
            <a:off x="7459643" y="876725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3" name="Google Shape;373;p36"/>
          <p:cNvSpPr txBox="1">
            <a:spLocks noGrp="1"/>
          </p:cNvSpPr>
          <p:nvPr>
            <p:ph type="subTitle" idx="4"/>
          </p:nvPr>
        </p:nvSpPr>
        <p:spPr>
          <a:xfrm>
            <a:off x="7466080" y="3440619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4" name="Google Shape;374;p36"/>
          <p:cNvSpPr txBox="1">
            <a:spLocks noGrp="1"/>
          </p:cNvSpPr>
          <p:nvPr>
            <p:ph type="subTitle" idx="5"/>
          </p:nvPr>
        </p:nvSpPr>
        <p:spPr>
          <a:xfrm>
            <a:off x="7459643" y="2867031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5" name="Google Shape;375;p36"/>
          <p:cNvSpPr txBox="1">
            <a:spLocks noGrp="1"/>
          </p:cNvSpPr>
          <p:nvPr>
            <p:ph type="subTitle" idx="6"/>
          </p:nvPr>
        </p:nvSpPr>
        <p:spPr>
          <a:xfrm>
            <a:off x="7466080" y="5430931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6" name="Google Shape;376;p36"/>
          <p:cNvSpPr txBox="1">
            <a:spLocks noGrp="1"/>
          </p:cNvSpPr>
          <p:nvPr>
            <p:ph type="subTitle" idx="7"/>
          </p:nvPr>
        </p:nvSpPr>
        <p:spPr>
          <a:xfrm>
            <a:off x="7459643" y="4857344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8A7042B-CE2D-3D64-F2A2-07CF5F574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B93419-3C4D-38F0-0002-CCE80BC91D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356940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09_List4 Split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440AF62-D211-A905-5DB8-FE1C87B372D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85101EC-B79A-1178-9DDF-E80233C893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118272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10_List4 Split">
    <p:bg>
      <p:bgPr>
        <a:solidFill>
          <a:schemeClr val="tx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36845A1-D82A-7BAD-A3CF-CC6BCF8B5E4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0E746D0-4AF2-2F8A-87B5-0DF291E30B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473858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Heavy" preserve="1">
  <p:cSld name="02_AgendaHeavy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38"/>
          <p:cNvSpPr/>
          <p:nvPr/>
        </p:nvSpPr>
        <p:spPr>
          <a:xfrm>
            <a:off x="6098300" y="-9525"/>
            <a:ext cx="6111200" cy="686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95" name="Google Shape;395;p38"/>
          <p:cNvSpPr txBox="1">
            <a:spLocks noGrp="1"/>
          </p:cNvSpPr>
          <p:nvPr>
            <p:ph type="title"/>
          </p:nvPr>
        </p:nvSpPr>
        <p:spPr>
          <a:xfrm>
            <a:off x="458143" y="457200"/>
            <a:ext cx="4648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body" idx="1"/>
          </p:nvPr>
        </p:nvSpPr>
        <p:spPr>
          <a:xfrm>
            <a:off x="438871" y="1971675"/>
            <a:ext cx="3494800" cy="36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body" idx="2"/>
          </p:nvPr>
        </p:nvSpPr>
        <p:spPr>
          <a:xfrm>
            <a:off x="6915848" y="457200"/>
            <a:ext cx="4476000" cy="51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1D43114-F454-F56F-87B9-0999A54B6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C0F658-1115-EA83-099E-915A2C1FE0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268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F0095"/>
          </p15:clr>
        </p15:guide>
        <p15:guide id="2" orient="horz" pos="959">
          <p15:clr>
            <a:srgbClr val="FF0095"/>
          </p15:clr>
        </p15:guide>
        <p15:guide id="3" orient="horz" pos="1199">
          <p15:clr>
            <a:srgbClr val="FF0095"/>
          </p15:clr>
        </p15:guide>
        <p15:guide id="4" orient="horz" pos="1440">
          <p15:clr>
            <a:srgbClr val="FF0095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ack" preserve="1">
  <p:cSld name="00_Blank_Black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501E2A9-EB33-2793-D600-F8046B43012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1BD30E9-A67E-D479-E6B1-7C6F60E0D8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412770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ue" preserve="1">
  <p:cSld name="00_Blank_Blue">
    <p:bg>
      <p:bgPr>
        <a:solidFill>
          <a:schemeClr val="accent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4EBE87F-F323-2381-21AA-EFE874098B1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5E29DB8-4179-2CEA-3BE2-A690BB5B9E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01734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" preserve="1">
  <p:cSld name="03_Text-heavy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8534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8" name="Google Shape;408;p41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8534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9" name="Google Shape;409;p41"/>
          <p:cNvSpPr txBox="1">
            <a:spLocks noGrp="1"/>
          </p:cNvSpPr>
          <p:nvPr>
            <p:ph type="body" idx="2"/>
          </p:nvPr>
        </p:nvSpPr>
        <p:spPr>
          <a:xfrm>
            <a:off x="440357" y="1873251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ED10B7E-4268-71DD-047E-93AF7B76D53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B4C079-61AE-5182-32B7-9D56FB2F30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274340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2" preserve="1">
  <p:cSld name="07_Timeline2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2"/>
          <p:cNvSpPr/>
          <p:nvPr/>
        </p:nvSpPr>
        <p:spPr>
          <a:xfrm>
            <a:off x="0" y="0"/>
            <a:ext cx="12192000" cy="621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4" name="Google Shape;414;p42"/>
          <p:cNvSpPr/>
          <p:nvPr/>
        </p:nvSpPr>
        <p:spPr>
          <a:xfrm>
            <a:off x="620333" y="2245633"/>
            <a:ext cx="11736400" cy="48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5" name="Google Shape;415;p4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42412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16" name="Google Shape;416;p42"/>
          <p:cNvSpPr txBox="1">
            <a:spLocks noGrp="1"/>
          </p:cNvSpPr>
          <p:nvPr>
            <p:ph type="body" idx="1"/>
          </p:nvPr>
        </p:nvSpPr>
        <p:spPr>
          <a:xfrm>
            <a:off x="659549" y="2582529"/>
            <a:ext cx="2827200" cy="29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38500D3-BD8E-273E-B023-676F9180A3B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3E1C01D-33B3-F819-ED15-1F8CB2FB66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678278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07_Timeline1">
    <p:bg>
      <p:bgPr>
        <a:solidFill>
          <a:schemeClr val="bg1">
            <a:alpha val="0"/>
          </a:schemeClr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37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0DCED3D-5B9E-8E54-7DEE-15105E30DD0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397FFA8-7745-E0B2-F758-8C40B94ECC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918633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8_Timeline1">
    <p:bg>
      <p:bgPr>
        <a:solidFill>
          <a:schemeClr val="tx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54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4B74730-4B78-DB3A-97CD-E104EC3559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6248A50-C64D-223E-48D8-A5107C42AA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080655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3" preserve="1">
  <p:cSld name="07_Timeline3">
    <p:bg>
      <p:bgPr>
        <a:solidFill>
          <a:schemeClr val="bg1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3290367" y="2989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title" idx="2"/>
          </p:nvPr>
        </p:nvSpPr>
        <p:spPr>
          <a:xfrm>
            <a:off x="3290367" y="7359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8" name="Google Shape;428;p44"/>
          <p:cNvSpPr txBox="1">
            <a:spLocks noGrp="1"/>
          </p:cNvSpPr>
          <p:nvPr>
            <p:ph type="title" idx="3"/>
          </p:nvPr>
        </p:nvSpPr>
        <p:spPr>
          <a:xfrm>
            <a:off x="3290367" y="11729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9" name="Google Shape;429;p44"/>
          <p:cNvSpPr txBox="1">
            <a:spLocks noGrp="1"/>
          </p:cNvSpPr>
          <p:nvPr>
            <p:ph type="title" idx="4"/>
          </p:nvPr>
        </p:nvSpPr>
        <p:spPr>
          <a:xfrm>
            <a:off x="3290367" y="16100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0" name="Google Shape;430;p44"/>
          <p:cNvSpPr txBox="1">
            <a:spLocks noGrp="1"/>
          </p:cNvSpPr>
          <p:nvPr>
            <p:ph type="title" idx="5"/>
          </p:nvPr>
        </p:nvSpPr>
        <p:spPr>
          <a:xfrm>
            <a:off x="3290367" y="20470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1" name="Google Shape;431;p44"/>
          <p:cNvSpPr txBox="1">
            <a:spLocks noGrp="1"/>
          </p:cNvSpPr>
          <p:nvPr>
            <p:ph type="title" idx="6"/>
          </p:nvPr>
        </p:nvSpPr>
        <p:spPr>
          <a:xfrm>
            <a:off x="3290367" y="24840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2" name="Google Shape;432;p44"/>
          <p:cNvSpPr txBox="1">
            <a:spLocks noGrp="1"/>
          </p:cNvSpPr>
          <p:nvPr>
            <p:ph type="title" idx="7"/>
          </p:nvPr>
        </p:nvSpPr>
        <p:spPr>
          <a:xfrm>
            <a:off x="3290367" y="29210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8"/>
          </p:nvPr>
        </p:nvSpPr>
        <p:spPr>
          <a:xfrm>
            <a:off x="3290367" y="33581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4" name="Google Shape;434;p44"/>
          <p:cNvSpPr txBox="1">
            <a:spLocks noGrp="1"/>
          </p:cNvSpPr>
          <p:nvPr>
            <p:ph type="title" idx="9"/>
          </p:nvPr>
        </p:nvSpPr>
        <p:spPr>
          <a:xfrm>
            <a:off x="3290367" y="379511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5" name="Google Shape;435;p44"/>
          <p:cNvSpPr txBox="1">
            <a:spLocks noGrp="1"/>
          </p:cNvSpPr>
          <p:nvPr>
            <p:ph type="title" idx="13"/>
          </p:nvPr>
        </p:nvSpPr>
        <p:spPr>
          <a:xfrm>
            <a:off x="3290367" y="42433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title" idx="14"/>
          </p:nvPr>
        </p:nvSpPr>
        <p:spPr>
          <a:xfrm>
            <a:off x="3290367" y="46803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7" name="Google Shape;437;p44"/>
          <p:cNvSpPr txBox="1">
            <a:spLocks noGrp="1"/>
          </p:cNvSpPr>
          <p:nvPr>
            <p:ph type="title" idx="15"/>
          </p:nvPr>
        </p:nvSpPr>
        <p:spPr>
          <a:xfrm>
            <a:off x="3290367" y="5117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8" name="Google Shape;438;p44"/>
          <p:cNvSpPr txBox="1">
            <a:spLocks noGrp="1"/>
          </p:cNvSpPr>
          <p:nvPr>
            <p:ph type="title" idx="16"/>
          </p:nvPr>
        </p:nvSpPr>
        <p:spPr>
          <a:xfrm>
            <a:off x="3290367" y="5554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cxnSp>
        <p:nvCxnSpPr>
          <p:cNvPr id="439" name="Google Shape;439;p44"/>
          <p:cNvCxnSpPr/>
          <p:nvPr/>
        </p:nvCxnSpPr>
        <p:spPr>
          <a:xfrm>
            <a:off x="7187800" y="350992"/>
            <a:ext cx="0" cy="6526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440" name="Google Shape;440;p44"/>
          <p:cNvSpPr txBox="1">
            <a:spLocks noGrp="1"/>
          </p:cNvSpPr>
          <p:nvPr>
            <p:ph type="title" idx="17"/>
          </p:nvPr>
        </p:nvSpPr>
        <p:spPr>
          <a:xfrm>
            <a:off x="7326433" y="2989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441" name="Google Shape;441;p44"/>
          <p:cNvSpPr txBox="1">
            <a:spLocks noGrp="1"/>
          </p:cNvSpPr>
          <p:nvPr>
            <p:ph type="title" idx="18"/>
          </p:nvPr>
        </p:nvSpPr>
        <p:spPr>
          <a:xfrm>
            <a:off x="7326433" y="7359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2" name="Google Shape;442;p44"/>
          <p:cNvSpPr txBox="1">
            <a:spLocks noGrp="1"/>
          </p:cNvSpPr>
          <p:nvPr>
            <p:ph type="title" idx="19"/>
          </p:nvPr>
        </p:nvSpPr>
        <p:spPr>
          <a:xfrm>
            <a:off x="7326433" y="11729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3" name="Google Shape;443;p44"/>
          <p:cNvSpPr txBox="1">
            <a:spLocks noGrp="1"/>
          </p:cNvSpPr>
          <p:nvPr>
            <p:ph type="title" idx="20"/>
          </p:nvPr>
        </p:nvSpPr>
        <p:spPr>
          <a:xfrm>
            <a:off x="7326433" y="16100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4" name="Google Shape;444;p44"/>
          <p:cNvSpPr txBox="1">
            <a:spLocks noGrp="1"/>
          </p:cNvSpPr>
          <p:nvPr>
            <p:ph type="title" idx="21"/>
          </p:nvPr>
        </p:nvSpPr>
        <p:spPr>
          <a:xfrm>
            <a:off x="7326433" y="20470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5" name="Google Shape;445;p44"/>
          <p:cNvSpPr txBox="1">
            <a:spLocks noGrp="1"/>
          </p:cNvSpPr>
          <p:nvPr>
            <p:ph type="title" idx="22"/>
          </p:nvPr>
        </p:nvSpPr>
        <p:spPr>
          <a:xfrm>
            <a:off x="7326433" y="24840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6" name="Google Shape;446;p44"/>
          <p:cNvSpPr txBox="1">
            <a:spLocks noGrp="1"/>
          </p:cNvSpPr>
          <p:nvPr>
            <p:ph type="title" idx="23"/>
          </p:nvPr>
        </p:nvSpPr>
        <p:spPr>
          <a:xfrm>
            <a:off x="7326433" y="29210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7" name="Google Shape;447;p44"/>
          <p:cNvSpPr txBox="1">
            <a:spLocks noGrp="1"/>
          </p:cNvSpPr>
          <p:nvPr>
            <p:ph type="title" idx="24"/>
          </p:nvPr>
        </p:nvSpPr>
        <p:spPr>
          <a:xfrm>
            <a:off x="7326433" y="33581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8" name="Google Shape;448;p44"/>
          <p:cNvSpPr txBox="1">
            <a:spLocks noGrp="1"/>
          </p:cNvSpPr>
          <p:nvPr>
            <p:ph type="title" idx="25"/>
          </p:nvPr>
        </p:nvSpPr>
        <p:spPr>
          <a:xfrm>
            <a:off x="7326433" y="379511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9" name="Google Shape;449;p44"/>
          <p:cNvSpPr txBox="1">
            <a:spLocks noGrp="1"/>
          </p:cNvSpPr>
          <p:nvPr>
            <p:ph type="title" idx="26"/>
          </p:nvPr>
        </p:nvSpPr>
        <p:spPr>
          <a:xfrm>
            <a:off x="7326433" y="42433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0" name="Google Shape;450;p44"/>
          <p:cNvSpPr txBox="1">
            <a:spLocks noGrp="1"/>
          </p:cNvSpPr>
          <p:nvPr>
            <p:ph type="title" idx="27"/>
          </p:nvPr>
        </p:nvSpPr>
        <p:spPr>
          <a:xfrm>
            <a:off x="7326433" y="46803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1" name="Google Shape;451;p44"/>
          <p:cNvSpPr txBox="1">
            <a:spLocks noGrp="1"/>
          </p:cNvSpPr>
          <p:nvPr>
            <p:ph type="title" idx="28"/>
          </p:nvPr>
        </p:nvSpPr>
        <p:spPr>
          <a:xfrm>
            <a:off x="7326433" y="5117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2" name="Google Shape;452;p44"/>
          <p:cNvSpPr txBox="1">
            <a:spLocks noGrp="1"/>
          </p:cNvSpPr>
          <p:nvPr>
            <p:ph type="title" idx="29"/>
          </p:nvPr>
        </p:nvSpPr>
        <p:spPr>
          <a:xfrm>
            <a:off x="7326433" y="5554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E7626DD-CA14-F5F7-B8BD-86207D1CB73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F43E09E-28E9-7501-3BD2-8280FE32FE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11370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03_Text-heavy 3 columns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AE4C2EF-7426-892A-30B1-852FB52FE0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080729B-5AEF-3682-7844-FA0AC6EF18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744302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4_Text-heavy 3 columns">
    <p:bg>
      <p:bgPr>
        <a:solidFill>
          <a:schemeClr val="tx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181E9BA-4B9E-435D-CC52-F624DF9F1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7CF62B0-2FE0-1997-42C2-6C20BF126C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339569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03_Text-heavy 4 columns "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693655A-9FE5-1E6B-E892-DFF645BB6F9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639FBC1-36EA-7FFF-39C5-C3A345E92A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114522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4_Text-heavy 4 columns ">
    <p:bg>
      <p:bgPr>
        <a:solidFill>
          <a:schemeClr val="tx1"/>
        </a:solidFill>
        <a:effectLst/>
      </p:bgPr>
    </p:bg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98D5008-59A9-F0B7-1141-F8EBFD3764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D0EAC44-1D05-4D28-4CC1-046AA90792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255577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03_Text-heavy 4 columns  2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9235989-249A-188D-2C64-2D7A9E46E90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5D0B72-885D-7DF2-C77A-873C3244B4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960459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4_Text-heavy 4 columns  2">
    <p:bg>
      <p:bgPr>
        <a:solidFill>
          <a:schemeClr val="tx1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08F6ACA-1A3A-C30D-6F76-17DF4D088D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860E33-1B90-889A-6A23-4D220156FE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228692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Custom Layout 7">
    <p:bg>
      <p:bgRef idx="1001">
        <a:schemeClr val="bg1"/>
      </p:bgRef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70" y="6348550"/>
            <a:ext cx="1190294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2182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1_Custom Layout 7">
    <p:bg>
      <p:bgPr>
        <a:solidFill>
          <a:schemeClr val="tx1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434663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CCA9D55-B4AB-9A17-09DE-25AE503BE99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104D42-46EA-8201-57C5-D7B1099C87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153008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5_Text-heavy 2 columns">
    <p:bg>
      <p:bgPr>
        <a:solidFill>
          <a:schemeClr val="tx1"/>
        </a:solidFill>
        <a:effectLst/>
      </p:bgPr>
    </p:bg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76609F7-1B32-0AEB-6868-A697C76983C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C3E98DB-9296-EA74-5FC7-7232223E28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609110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 preserve="1">
  <p:cSld name="Custom Layout 3">
    <p:bg>
      <p:bgPr>
        <a:solidFill>
          <a:schemeClr val="tx1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FFFE654-7A6B-5454-D10B-A7A0930A61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29" name="Google Shape;529;p52"/>
          <p:cNvSpPr/>
          <p:nvPr/>
        </p:nvSpPr>
        <p:spPr>
          <a:xfrm>
            <a:off x="885600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0" name="Google Shape;530;p52"/>
          <p:cNvSpPr/>
          <p:nvPr/>
        </p:nvSpPr>
        <p:spPr>
          <a:xfrm>
            <a:off x="4493217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1" name="Google Shape;531;p52"/>
          <p:cNvSpPr/>
          <p:nvPr/>
        </p:nvSpPr>
        <p:spPr>
          <a:xfrm>
            <a:off x="8100851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2" name="Google Shape;532;p52"/>
          <p:cNvSpPr/>
          <p:nvPr/>
        </p:nvSpPr>
        <p:spPr>
          <a:xfrm>
            <a:off x="26279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3" name="Google Shape;533;p52"/>
          <p:cNvSpPr/>
          <p:nvPr/>
        </p:nvSpPr>
        <p:spPr>
          <a:xfrm>
            <a:off x="62355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4" name="Google Shape;534;p52"/>
          <p:cNvSpPr txBox="1">
            <a:spLocks noGrp="1"/>
          </p:cNvSpPr>
          <p:nvPr>
            <p:ph type="title"/>
          </p:nvPr>
        </p:nvSpPr>
        <p:spPr>
          <a:xfrm>
            <a:off x="2603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5" name="Google Shape;535;p52"/>
          <p:cNvSpPr txBox="1">
            <a:spLocks noGrp="1"/>
          </p:cNvSpPr>
          <p:nvPr>
            <p:ph type="subTitle" idx="1"/>
          </p:nvPr>
        </p:nvSpPr>
        <p:spPr>
          <a:xfrm>
            <a:off x="10648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36" name="Google Shape;536;p52"/>
          <p:cNvSpPr txBox="1">
            <a:spLocks noGrp="1"/>
          </p:cNvSpPr>
          <p:nvPr>
            <p:ph type="title" idx="2"/>
          </p:nvPr>
        </p:nvSpPr>
        <p:spPr>
          <a:xfrm>
            <a:off x="10648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37" name="Google Shape;537;p52"/>
          <p:cNvSpPr txBox="1">
            <a:spLocks noGrp="1"/>
          </p:cNvSpPr>
          <p:nvPr>
            <p:ph type="subTitle" idx="3"/>
          </p:nvPr>
        </p:nvSpPr>
        <p:spPr>
          <a:xfrm>
            <a:off x="46764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8" name="Google Shape;538;p52"/>
          <p:cNvSpPr txBox="1">
            <a:spLocks noGrp="1"/>
          </p:cNvSpPr>
          <p:nvPr>
            <p:ph type="title" idx="4"/>
          </p:nvPr>
        </p:nvSpPr>
        <p:spPr>
          <a:xfrm>
            <a:off x="46764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39" name="Google Shape;539;p52"/>
          <p:cNvSpPr txBox="1">
            <a:spLocks noGrp="1"/>
          </p:cNvSpPr>
          <p:nvPr>
            <p:ph type="subTitle" idx="5"/>
          </p:nvPr>
        </p:nvSpPr>
        <p:spPr>
          <a:xfrm>
            <a:off x="82880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0" name="Google Shape;540;p52"/>
          <p:cNvSpPr txBox="1">
            <a:spLocks noGrp="1"/>
          </p:cNvSpPr>
          <p:nvPr>
            <p:ph type="title" idx="6"/>
          </p:nvPr>
        </p:nvSpPr>
        <p:spPr>
          <a:xfrm>
            <a:off x="82880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1" name="Google Shape;541;p52"/>
          <p:cNvSpPr txBox="1">
            <a:spLocks noGrp="1"/>
          </p:cNvSpPr>
          <p:nvPr>
            <p:ph type="subTitle" idx="7"/>
          </p:nvPr>
        </p:nvSpPr>
        <p:spPr>
          <a:xfrm>
            <a:off x="28112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2" name="Google Shape;542;p52"/>
          <p:cNvSpPr txBox="1">
            <a:spLocks noGrp="1"/>
          </p:cNvSpPr>
          <p:nvPr>
            <p:ph type="title" idx="8"/>
          </p:nvPr>
        </p:nvSpPr>
        <p:spPr>
          <a:xfrm>
            <a:off x="28112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3" name="Google Shape;543;p52"/>
          <p:cNvSpPr txBox="1">
            <a:spLocks noGrp="1"/>
          </p:cNvSpPr>
          <p:nvPr>
            <p:ph type="subTitle" idx="9"/>
          </p:nvPr>
        </p:nvSpPr>
        <p:spPr>
          <a:xfrm>
            <a:off x="64188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4" name="Google Shape;544;p52"/>
          <p:cNvSpPr txBox="1">
            <a:spLocks noGrp="1"/>
          </p:cNvSpPr>
          <p:nvPr>
            <p:ph type="title" idx="13"/>
          </p:nvPr>
        </p:nvSpPr>
        <p:spPr>
          <a:xfrm>
            <a:off x="64188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E34A92-5C8B-32FA-0F1A-3DE1D10319B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971E8B7-8D77-A1DE-B7A7-4797B2308C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93883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 preserve="1">
  <p:cSld name="Custom Layout 2">
    <p:bg>
      <p:bgPr>
        <a:solidFill>
          <a:schemeClr val="tx1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7D67323F-89B9-7DC8-02C1-27170B69C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49" name="Google Shape;549;p53"/>
          <p:cNvSpPr/>
          <p:nvPr/>
        </p:nvSpPr>
        <p:spPr>
          <a:xfrm>
            <a:off x="590767" y="529467"/>
            <a:ext cx="5842000" cy="49696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0000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0" name="Google Shape;550;p53"/>
          <p:cNvSpPr/>
          <p:nvPr/>
        </p:nvSpPr>
        <p:spPr>
          <a:xfrm>
            <a:off x="7008793" y="542733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1" name="Google Shape;551;p53"/>
          <p:cNvSpPr txBox="1">
            <a:spLocks noGrp="1"/>
          </p:cNvSpPr>
          <p:nvPr>
            <p:ph type="subTitle" idx="1"/>
          </p:nvPr>
        </p:nvSpPr>
        <p:spPr>
          <a:xfrm>
            <a:off x="7224067" y="1410300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2" name="Google Shape;552;p53"/>
          <p:cNvSpPr txBox="1">
            <a:spLocks noGrp="1"/>
          </p:cNvSpPr>
          <p:nvPr>
            <p:ph type="title"/>
          </p:nvPr>
        </p:nvSpPr>
        <p:spPr>
          <a:xfrm>
            <a:off x="7224067" y="692100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53" name="Google Shape;553;p53"/>
          <p:cNvSpPr/>
          <p:nvPr/>
        </p:nvSpPr>
        <p:spPr>
          <a:xfrm>
            <a:off x="7008793" y="22786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4" name="Google Shape;554;p53"/>
          <p:cNvSpPr txBox="1">
            <a:spLocks noGrp="1"/>
          </p:cNvSpPr>
          <p:nvPr>
            <p:ph type="subTitle" idx="2"/>
          </p:nvPr>
        </p:nvSpPr>
        <p:spPr>
          <a:xfrm>
            <a:off x="7224067" y="31462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5" name="Google Shape;555;p53"/>
          <p:cNvSpPr txBox="1">
            <a:spLocks noGrp="1"/>
          </p:cNvSpPr>
          <p:nvPr>
            <p:ph type="title" idx="3"/>
          </p:nvPr>
        </p:nvSpPr>
        <p:spPr>
          <a:xfrm>
            <a:off x="7224067" y="24280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6" name="Google Shape;556;p53"/>
          <p:cNvSpPr/>
          <p:nvPr/>
        </p:nvSpPr>
        <p:spPr>
          <a:xfrm>
            <a:off x="7008793" y="40278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7" name="Google Shape;557;p53"/>
          <p:cNvSpPr txBox="1">
            <a:spLocks noGrp="1"/>
          </p:cNvSpPr>
          <p:nvPr>
            <p:ph type="subTitle" idx="4"/>
          </p:nvPr>
        </p:nvSpPr>
        <p:spPr>
          <a:xfrm>
            <a:off x="7224067" y="48954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8" name="Google Shape;558;p53"/>
          <p:cNvSpPr txBox="1">
            <a:spLocks noGrp="1"/>
          </p:cNvSpPr>
          <p:nvPr>
            <p:ph type="title" idx="5"/>
          </p:nvPr>
        </p:nvSpPr>
        <p:spPr>
          <a:xfrm>
            <a:off x="7224067" y="41772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9" name="Google Shape;559;p53"/>
          <p:cNvSpPr txBox="1">
            <a:spLocks noGrp="1"/>
          </p:cNvSpPr>
          <p:nvPr>
            <p:ph type="title" idx="6"/>
          </p:nvPr>
        </p:nvSpPr>
        <p:spPr>
          <a:xfrm>
            <a:off x="1018233" y="988267"/>
            <a:ext cx="4881600" cy="41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5B911-327C-4DBC-06FD-8ACBBA7EE72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A43F0AA-8727-1E91-6836-7B08DF426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02871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 preserve="1">
  <p:cSld name="Custom Layout 5">
    <p:bg>
      <p:bgPr>
        <a:solidFill>
          <a:schemeClr val="tx1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B526796-F870-845E-C806-9BF9F3C167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37185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4" name="Google Shape;564;p54"/>
          <p:cNvSpPr/>
          <p:nvPr/>
        </p:nvSpPr>
        <p:spPr>
          <a:xfrm>
            <a:off x="1749064" y="947340"/>
            <a:ext cx="8708000" cy="4966400"/>
          </a:xfrm>
          <a:prstGeom prst="rect">
            <a:avLst/>
          </a:prstGeom>
          <a:solidFill>
            <a:srgbClr val="00001E">
              <a:alpha val="7200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65" name="Google Shape;565;p54"/>
          <p:cNvSpPr txBox="1">
            <a:spLocks noGrp="1"/>
          </p:cNvSpPr>
          <p:nvPr>
            <p:ph type="title"/>
          </p:nvPr>
        </p:nvSpPr>
        <p:spPr>
          <a:xfrm>
            <a:off x="2036433" y="1200167"/>
            <a:ext cx="8195600" cy="44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80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AD202-1D1B-F752-3B1A-B24650FF748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1C0DF48-F2AF-8104-89AE-BC6F4DBAA0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101658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" preserve="1">
  <p:cSld name="04_Quote_Black">
    <p:bg>
      <p:bgPr>
        <a:solidFill>
          <a:schemeClr val="tx1"/>
        </a:solidFill>
        <a:effectLst/>
      </p:bgPr>
    </p:bg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pink squares&#10;&#10;AI-generated content may be incorrect.">
            <a:extLst>
              <a:ext uri="{FF2B5EF4-FFF2-40B4-BE49-F238E27FC236}">
                <a16:creationId xmlns:a16="http://schemas.microsoft.com/office/drawing/2014/main" id="{102602C2-1AEA-AF12-A4A5-41A7731EE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8" name="Google Shape;568;p55"/>
          <p:cNvSpPr txBox="1"/>
          <p:nvPr/>
        </p:nvSpPr>
        <p:spPr>
          <a:xfrm>
            <a:off x="5466267" y="379333"/>
            <a:ext cx="1218000" cy="1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3" b="1" dirty="0">
                <a:solidFill>
                  <a:schemeClr val="accent2"/>
                </a:solidFill>
              </a:rPr>
              <a:t>“</a:t>
            </a:r>
            <a:endParaRPr sz="13333" b="1" dirty="0">
              <a:solidFill>
                <a:schemeClr val="accent2"/>
              </a:solidFill>
            </a:endParaRPr>
          </a:p>
        </p:txBody>
      </p:sp>
      <p:sp>
        <p:nvSpPr>
          <p:cNvPr id="569" name="Google Shape;569;p55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gradFill>
              <a:gsLst>
                <a:gs pos="0">
                  <a:schemeClr val="bg2"/>
                </a:gs>
                <a:gs pos="100000">
                  <a:schemeClr val="accent2"/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0" name="Google Shape;570;p55"/>
          <p:cNvSpPr txBox="1">
            <a:spLocks noGrp="1"/>
          </p:cNvSpPr>
          <p:nvPr>
            <p:ph type="subTitle" idx="1"/>
          </p:nvPr>
        </p:nvSpPr>
        <p:spPr>
          <a:xfrm>
            <a:off x="4246869" y="51403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3002501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" preserve="1">
  <p:cSld name="04_Quote_Blue">
    <p:bg>
      <p:bgPr>
        <a:solidFill>
          <a:schemeClr val="lt1"/>
        </a:solidFill>
        <a:effectLst/>
      </p:bgPr>
    </p:bg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00DEF2D5-DA02-3DF3-AE4F-6D62FFF130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3" name="Google Shape;573;p56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lt1">
              <a:alpha val="71923"/>
            </a:schemeClr>
          </a:solidFill>
          <a:ln w="190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54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4" name="Google Shape;574;p56"/>
          <p:cNvSpPr txBox="1">
            <a:spLocks noGrp="1"/>
          </p:cNvSpPr>
          <p:nvPr>
            <p:ph type="subTitle" idx="1"/>
          </p:nvPr>
        </p:nvSpPr>
        <p:spPr>
          <a:xfrm>
            <a:off x="4267603" y="5220196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JetBrains Mono"/>
              <a:buNone/>
              <a:defRPr b="1">
                <a:solidFill>
                  <a:schemeClr val="accent2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75" name="Google Shape;575;p56"/>
          <p:cNvSpPr txBox="1"/>
          <p:nvPr/>
        </p:nvSpPr>
        <p:spPr>
          <a:xfrm>
            <a:off x="5276600" y="581900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2"/>
                </a:solidFill>
              </a:rPr>
              <a:t>“</a:t>
            </a:r>
            <a:endParaRPr sz="10666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2198752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LeftAlign + Photo" preserve="1">
  <p:cSld name="04_Quote_LeftAlign + Photo">
    <p:bg>
      <p:bgPr>
        <a:solidFill>
          <a:schemeClr val="bg1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27CD4253-A65F-B07C-8691-CECFB63193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8" name="Google Shape;578;p57"/>
          <p:cNvSpPr txBox="1">
            <a:spLocks noGrp="1"/>
          </p:cNvSpPr>
          <p:nvPr>
            <p:ph type="title"/>
          </p:nvPr>
        </p:nvSpPr>
        <p:spPr>
          <a:xfrm>
            <a:off x="1879161" y="1653688"/>
            <a:ext cx="8228400" cy="2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579" name="Google Shape;579;p57"/>
          <p:cNvSpPr txBox="1">
            <a:spLocks noGrp="1"/>
          </p:cNvSpPr>
          <p:nvPr>
            <p:ph type="subTitle" idx="1"/>
          </p:nvPr>
        </p:nvSpPr>
        <p:spPr>
          <a:xfrm>
            <a:off x="3333733" y="48961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"/>
              <a:buNone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/>
          </a:p>
        </p:txBody>
      </p:sp>
      <p:sp>
        <p:nvSpPr>
          <p:cNvPr id="580" name="Google Shape;580;p57"/>
          <p:cNvSpPr>
            <a:spLocks noGrp="1"/>
          </p:cNvSpPr>
          <p:nvPr>
            <p:ph type="pic" idx="2"/>
          </p:nvPr>
        </p:nvSpPr>
        <p:spPr>
          <a:xfrm>
            <a:off x="1879167" y="4681000"/>
            <a:ext cx="1255200" cy="125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1" name="Google Shape;581;p57"/>
          <p:cNvSpPr txBox="1"/>
          <p:nvPr/>
        </p:nvSpPr>
        <p:spPr>
          <a:xfrm>
            <a:off x="1303533" y="631767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1"/>
                </a:solidFill>
              </a:rPr>
              <a:t>“</a:t>
            </a:r>
            <a:endParaRPr sz="10666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0030576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 + Title" preserve="1">
  <p:cSld name="04_Quote_Blue + Title">
    <p:bg>
      <p:bgPr>
        <a:solidFill>
          <a:schemeClr val="accent1"/>
        </a:solidFill>
        <a:effectLst/>
      </p:bgPr>
    </p:bg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59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592" name="Google Shape;592;p59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987C9BC-66EE-334E-7F5B-0384CAFFAF9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E56DD56-6E33-9BD1-6937-08642FEB1E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686779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 + Title" preserve="1">
  <p:cSld name="04_Quote_Black + Title">
    <p:bg>
      <p:bgPr>
        <a:solidFill>
          <a:schemeClr val="dk1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0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5" name="Google Shape;595;p60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CDA150E-E23A-15D7-927C-D6382543566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13140EE-EBEE-8DEA-8B7F-CCD4BDE489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180406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" preserve="1">
  <p:cSld name="10_Stats1"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61"/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98" name="Google Shape;598;p61"/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4127E07-94AB-7E23-03B3-9709231F6B7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CD1FF2C-C383-043D-464B-7681930AE8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755607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 Dark" preserve="1" userDrawn="1">
  <p:cSld name="10_Stats1 Dark"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2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2" name="Google Shape;597;p61">
            <a:extLst>
              <a:ext uri="{FF2B5EF4-FFF2-40B4-BE49-F238E27FC236}">
                <a16:creationId xmlns:a16="http://schemas.microsoft.com/office/drawing/2014/main" id="{7F7EC486-9F80-AAE5-D3A6-535D8BD667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Google Shape;598;p61">
            <a:extLst>
              <a:ext uri="{FF2B5EF4-FFF2-40B4-BE49-F238E27FC236}">
                <a16:creationId xmlns:a16="http://schemas.microsoft.com/office/drawing/2014/main" id="{19CD5053-5CF7-1541-C9DE-CCC3E639A1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25A2060-5326-8F72-3C29-BBD7FD2F44F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23FD3F4-236F-442D-D3C9-45E8472F1B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638194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" preserve="1">
  <p:cSld name="10_Stats2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63"/>
          <p:cNvSpPr txBox="1">
            <a:spLocks noGrp="1"/>
          </p:cNvSpPr>
          <p:nvPr>
            <p:ph type="subTitle" idx="1"/>
          </p:nvPr>
        </p:nvSpPr>
        <p:spPr>
          <a:xfrm>
            <a:off x="729767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09" name="Google Shape;609;p63"/>
          <p:cNvSpPr txBox="1">
            <a:spLocks noGrp="1"/>
          </p:cNvSpPr>
          <p:nvPr>
            <p:ph type="title"/>
          </p:nvPr>
        </p:nvSpPr>
        <p:spPr>
          <a:xfrm>
            <a:off x="747244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610" name="Google Shape;610;p63"/>
          <p:cNvSpPr txBox="1">
            <a:spLocks noGrp="1"/>
          </p:cNvSpPr>
          <p:nvPr>
            <p:ph type="subTitle" idx="2"/>
          </p:nvPr>
        </p:nvSpPr>
        <p:spPr>
          <a:xfrm>
            <a:off x="6319433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1" name="Google Shape;611;p63"/>
          <p:cNvSpPr txBox="1">
            <a:spLocks noGrp="1"/>
          </p:cNvSpPr>
          <p:nvPr>
            <p:ph type="title" idx="3"/>
          </p:nvPr>
        </p:nvSpPr>
        <p:spPr>
          <a:xfrm>
            <a:off x="6336911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860ADC9-878A-96A9-090D-5B66A9EAD3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8BC49DF-DAA4-9596-ECFC-1A6C5D229B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130162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" preserve="1">
  <p:cSld name="10_Stats3"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64"/>
          <p:cNvSpPr txBox="1">
            <a:spLocks noGrp="1"/>
          </p:cNvSpPr>
          <p:nvPr>
            <p:ph type="subTitle" idx="1"/>
          </p:nvPr>
        </p:nvSpPr>
        <p:spPr>
          <a:xfrm>
            <a:off x="808833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16" name="Google Shape;616;p64"/>
          <p:cNvSpPr txBox="1">
            <a:spLocks noGrp="1"/>
          </p:cNvSpPr>
          <p:nvPr>
            <p:ph type="title"/>
          </p:nvPr>
        </p:nvSpPr>
        <p:spPr>
          <a:xfrm>
            <a:off x="913033" y="1883200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17" name="Google Shape;617;p64"/>
          <p:cNvSpPr txBox="1">
            <a:spLocks noGrp="1"/>
          </p:cNvSpPr>
          <p:nvPr>
            <p:ph type="subTitle" idx="2"/>
          </p:nvPr>
        </p:nvSpPr>
        <p:spPr>
          <a:xfrm>
            <a:off x="4399600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8" name="Google Shape;618;p64"/>
          <p:cNvSpPr txBox="1">
            <a:spLocks noGrp="1"/>
          </p:cNvSpPr>
          <p:nvPr>
            <p:ph type="title" idx="3"/>
          </p:nvPr>
        </p:nvSpPr>
        <p:spPr>
          <a:xfrm>
            <a:off x="4503800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19" name="Google Shape;619;p64"/>
          <p:cNvSpPr txBox="1">
            <a:spLocks noGrp="1"/>
          </p:cNvSpPr>
          <p:nvPr>
            <p:ph type="subTitle" idx="4"/>
          </p:nvPr>
        </p:nvSpPr>
        <p:spPr>
          <a:xfrm>
            <a:off x="7990367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0" name="Google Shape;620;p64"/>
          <p:cNvSpPr txBox="1">
            <a:spLocks noGrp="1"/>
          </p:cNvSpPr>
          <p:nvPr>
            <p:ph type="title" idx="5"/>
          </p:nvPr>
        </p:nvSpPr>
        <p:spPr>
          <a:xfrm>
            <a:off x="8094567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3C62D13-5400-5FEF-ACED-7C77A17F00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43632F0-6379-B484-5AFD-A3397B131D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49361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 Dark" preserve="1">
  <p:cSld name="10_Stats3 Dark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65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625" name="Google Shape;625;p65"/>
          <p:cNvSpPr txBox="1">
            <a:spLocks noGrp="1"/>
          </p:cNvSpPr>
          <p:nvPr>
            <p:ph type="subTitle" idx="1"/>
          </p:nvPr>
        </p:nvSpPr>
        <p:spPr>
          <a:xfrm>
            <a:off x="1365667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26" name="Google Shape;626;p65"/>
          <p:cNvSpPr txBox="1">
            <a:spLocks noGrp="1"/>
          </p:cNvSpPr>
          <p:nvPr>
            <p:ph type="title"/>
          </p:nvPr>
        </p:nvSpPr>
        <p:spPr>
          <a:xfrm>
            <a:off x="1129867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27" name="Google Shape;627;p65"/>
          <p:cNvSpPr txBox="1">
            <a:spLocks noGrp="1"/>
          </p:cNvSpPr>
          <p:nvPr>
            <p:ph type="subTitle" idx="2"/>
          </p:nvPr>
        </p:nvSpPr>
        <p:spPr>
          <a:xfrm>
            <a:off x="4855900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8" name="Google Shape;628;p65"/>
          <p:cNvSpPr txBox="1">
            <a:spLocks noGrp="1"/>
          </p:cNvSpPr>
          <p:nvPr>
            <p:ph type="title" idx="3"/>
          </p:nvPr>
        </p:nvSpPr>
        <p:spPr>
          <a:xfrm>
            <a:off x="4620100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29" name="Google Shape;629;p65"/>
          <p:cNvSpPr txBox="1">
            <a:spLocks noGrp="1"/>
          </p:cNvSpPr>
          <p:nvPr>
            <p:ph type="subTitle" idx="4"/>
          </p:nvPr>
        </p:nvSpPr>
        <p:spPr>
          <a:xfrm>
            <a:off x="8346133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0" name="Google Shape;630;p65"/>
          <p:cNvSpPr txBox="1">
            <a:spLocks noGrp="1"/>
          </p:cNvSpPr>
          <p:nvPr>
            <p:ph type="title" idx="5"/>
          </p:nvPr>
        </p:nvSpPr>
        <p:spPr>
          <a:xfrm>
            <a:off x="8110333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3DADE86-FA0D-6C14-78CF-DF12F3CDAE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D82803E-6BF4-7D69-A703-2CC83B69D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30366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" preserve="1">
  <p:cSld name="10_Stats4"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66"/>
          <p:cNvSpPr txBox="1">
            <a:spLocks noGrp="1"/>
          </p:cNvSpPr>
          <p:nvPr>
            <p:ph type="subTitle" idx="1"/>
          </p:nvPr>
        </p:nvSpPr>
        <p:spPr>
          <a:xfrm>
            <a:off x="5741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35" name="Google Shape;635;p66"/>
          <p:cNvSpPr txBox="1">
            <a:spLocks noGrp="1"/>
          </p:cNvSpPr>
          <p:nvPr>
            <p:ph type="title"/>
          </p:nvPr>
        </p:nvSpPr>
        <p:spPr>
          <a:xfrm>
            <a:off x="6747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36" name="Google Shape;636;p66"/>
          <p:cNvSpPr txBox="1">
            <a:spLocks noGrp="1"/>
          </p:cNvSpPr>
          <p:nvPr>
            <p:ph type="subTitle" idx="2"/>
          </p:nvPr>
        </p:nvSpPr>
        <p:spPr>
          <a:xfrm>
            <a:off x="3356384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7" name="Google Shape;637;p66"/>
          <p:cNvSpPr txBox="1">
            <a:spLocks noGrp="1"/>
          </p:cNvSpPr>
          <p:nvPr>
            <p:ph type="title" idx="3"/>
          </p:nvPr>
        </p:nvSpPr>
        <p:spPr>
          <a:xfrm>
            <a:off x="3456984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38" name="Google Shape;638;p66"/>
          <p:cNvSpPr txBox="1">
            <a:spLocks noGrp="1"/>
          </p:cNvSpPr>
          <p:nvPr>
            <p:ph type="subTitle" idx="4"/>
          </p:nvPr>
        </p:nvSpPr>
        <p:spPr>
          <a:xfrm>
            <a:off x="6239217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9" name="Google Shape;639;p66"/>
          <p:cNvSpPr txBox="1">
            <a:spLocks noGrp="1"/>
          </p:cNvSpPr>
          <p:nvPr>
            <p:ph type="title" idx="5"/>
          </p:nvPr>
        </p:nvSpPr>
        <p:spPr>
          <a:xfrm>
            <a:off x="6339817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0" name="Google Shape;640;p66"/>
          <p:cNvSpPr txBox="1">
            <a:spLocks noGrp="1"/>
          </p:cNvSpPr>
          <p:nvPr>
            <p:ph type="subTitle" idx="6"/>
          </p:nvPr>
        </p:nvSpPr>
        <p:spPr>
          <a:xfrm>
            <a:off x="92226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1" name="Google Shape;641;p66"/>
          <p:cNvSpPr txBox="1">
            <a:spLocks noGrp="1"/>
          </p:cNvSpPr>
          <p:nvPr>
            <p:ph type="title" idx="7"/>
          </p:nvPr>
        </p:nvSpPr>
        <p:spPr>
          <a:xfrm>
            <a:off x="93232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4013E3-634D-6BAA-5209-4150751F42D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DADC9AF-F4AE-15CF-0647-3BD3DEE408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786287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 1" preserve="1">
  <p:cSld name="10_Stats4 1"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67"/>
          <p:cNvSpPr txBox="1">
            <a:spLocks noGrp="1"/>
          </p:cNvSpPr>
          <p:nvPr>
            <p:ph type="subTitle" idx="1"/>
          </p:nvPr>
        </p:nvSpPr>
        <p:spPr>
          <a:xfrm>
            <a:off x="1263747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46" name="Google Shape;646;p67"/>
          <p:cNvSpPr txBox="1">
            <a:spLocks noGrp="1"/>
          </p:cNvSpPr>
          <p:nvPr>
            <p:ph type="title"/>
          </p:nvPr>
        </p:nvSpPr>
        <p:spPr>
          <a:xfrm>
            <a:off x="1263733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47" name="Google Shape;647;p67"/>
          <p:cNvSpPr txBox="1">
            <a:spLocks noGrp="1"/>
          </p:cNvSpPr>
          <p:nvPr>
            <p:ph type="subTitle" idx="2"/>
          </p:nvPr>
        </p:nvSpPr>
        <p:spPr>
          <a:xfrm>
            <a:off x="6574480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8" name="Google Shape;648;p67"/>
          <p:cNvSpPr txBox="1">
            <a:spLocks noGrp="1"/>
          </p:cNvSpPr>
          <p:nvPr>
            <p:ph type="title" idx="3"/>
          </p:nvPr>
        </p:nvSpPr>
        <p:spPr>
          <a:xfrm>
            <a:off x="6574467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9" name="Google Shape;649;p67"/>
          <p:cNvSpPr txBox="1">
            <a:spLocks noGrp="1"/>
          </p:cNvSpPr>
          <p:nvPr>
            <p:ph type="subTitle" idx="4"/>
          </p:nvPr>
        </p:nvSpPr>
        <p:spPr>
          <a:xfrm>
            <a:off x="1263747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50" name="Google Shape;650;p67"/>
          <p:cNvSpPr txBox="1">
            <a:spLocks noGrp="1"/>
          </p:cNvSpPr>
          <p:nvPr>
            <p:ph type="title" idx="5"/>
          </p:nvPr>
        </p:nvSpPr>
        <p:spPr>
          <a:xfrm>
            <a:off x="1263733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51" name="Google Shape;651;p67"/>
          <p:cNvSpPr txBox="1">
            <a:spLocks noGrp="1"/>
          </p:cNvSpPr>
          <p:nvPr>
            <p:ph type="subTitle" idx="6"/>
          </p:nvPr>
        </p:nvSpPr>
        <p:spPr>
          <a:xfrm>
            <a:off x="6574480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2" name="Google Shape;652;p67"/>
          <p:cNvSpPr txBox="1">
            <a:spLocks noGrp="1"/>
          </p:cNvSpPr>
          <p:nvPr>
            <p:ph type="title" idx="7"/>
          </p:nvPr>
        </p:nvSpPr>
        <p:spPr>
          <a:xfrm>
            <a:off x="6574467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C1CDD13-A8FC-784D-EA6F-379A9033631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635EAD-2071-4221-D602-6FA8F7E504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629299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NewHiresSlide" preserve="1">
  <p:cSld name="05_NewHiresSlide"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68"/>
          <p:cNvSpPr>
            <a:spLocks noGrp="1"/>
          </p:cNvSpPr>
          <p:nvPr>
            <p:ph type="pic" idx="2"/>
          </p:nvPr>
        </p:nvSpPr>
        <p:spPr>
          <a:xfrm>
            <a:off x="4388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57" name="Google Shape;657;p68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6987600" cy="6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8" name="Google Shape;658;p68"/>
          <p:cNvSpPr txBox="1">
            <a:spLocks noGrp="1"/>
          </p:cNvSpPr>
          <p:nvPr>
            <p:ph type="subTitle" idx="1"/>
          </p:nvPr>
        </p:nvSpPr>
        <p:spPr>
          <a:xfrm>
            <a:off x="438871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9" name="Google Shape;659;p68"/>
          <p:cNvSpPr txBox="1">
            <a:spLocks noGrp="1"/>
          </p:cNvSpPr>
          <p:nvPr>
            <p:ph type="subTitle" idx="3"/>
          </p:nvPr>
        </p:nvSpPr>
        <p:spPr>
          <a:xfrm>
            <a:off x="2454577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0" name="Google Shape;660;p68"/>
          <p:cNvSpPr txBox="1">
            <a:spLocks noGrp="1"/>
          </p:cNvSpPr>
          <p:nvPr>
            <p:ph type="subTitle" idx="4"/>
          </p:nvPr>
        </p:nvSpPr>
        <p:spPr>
          <a:xfrm>
            <a:off x="4470284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1" name="Google Shape;661;p68"/>
          <p:cNvSpPr txBox="1">
            <a:spLocks noGrp="1"/>
          </p:cNvSpPr>
          <p:nvPr>
            <p:ph type="subTitle" idx="5"/>
          </p:nvPr>
        </p:nvSpPr>
        <p:spPr>
          <a:xfrm>
            <a:off x="6485992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2" name="Google Shape;662;p68"/>
          <p:cNvSpPr txBox="1">
            <a:spLocks noGrp="1"/>
          </p:cNvSpPr>
          <p:nvPr>
            <p:ph type="subTitle" idx="6"/>
          </p:nvPr>
        </p:nvSpPr>
        <p:spPr>
          <a:xfrm>
            <a:off x="8501699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3" name="Google Shape;663;p68"/>
          <p:cNvSpPr txBox="1">
            <a:spLocks noGrp="1"/>
          </p:cNvSpPr>
          <p:nvPr>
            <p:ph type="subTitle" idx="7"/>
          </p:nvPr>
        </p:nvSpPr>
        <p:spPr>
          <a:xfrm>
            <a:off x="10517405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4" name="Google Shape;664;p68"/>
          <p:cNvSpPr>
            <a:spLocks noGrp="1"/>
          </p:cNvSpPr>
          <p:nvPr>
            <p:ph type="pic" idx="8"/>
          </p:nvPr>
        </p:nvSpPr>
        <p:spPr>
          <a:xfrm>
            <a:off x="24546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5" name="Google Shape;665;p68"/>
          <p:cNvSpPr>
            <a:spLocks noGrp="1"/>
          </p:cNvSpPr>
          <p:nvPr>
            <p:ph type="pic" idx="9"/>
          </p:nvPr>
        </p:nvSpPr>
        <p:spPr>
          <a:xfrm>
            <a:off x="44703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6" name="Google Shape;666;p68"/>
          <p:cNvSpPr>
            <a:spLocks noGrp="1"/>
          </p:cNvSpPr>
          <p:nvPr>
            <p:ph type="pic" idx="13"/>
          </p:nvPr>
        </p:nvSpPr>
        <p:spPr>
          <a:xfrm>
            <a:off x="64860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7" name="Google Shape;667;p68"/>
          <p:cNvSpPr>
            <a:spLocks noGrp="1"/>
          </p:cNvSpPr>
          <p:nvPr>
            <p:ph type="pic" idx="14"/>
          </p:nvPr>
        </p:nvSpPr>
        <p:spPr>
          <a:xfrm>
            <a:off x="85018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8" name="Google Shape;668;p68"/>
          <p:cNvSpPr>
            <a:spLocks noGrp="1"/>
          </p:cNvSpPr>
          <p:nvPr>
            <p:ph type="pic" idx="15"/>
          </p:nvPr>
        </p:nvSpPr>
        <p:spPr>
          <a:xfrm>
            <a:off x="105175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9" name="Google Shape;669;p68"/>
          <p:cNvSpPr>
            <a:spLocks noGrp="1"/>
          </p:cNvSpPr>
          <p:nvPr>
            <p:ph type="pic" idx="16"/>
          </p:nvPr>
        </p:nvSpPr>
        <p:spPr>
          <a:xfrm>
            <a:off x="4388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0" name="Google Shape;670;p68"/>
          <p:cNvSpPr txBox="1">
            <a:spLocks noGrp="1"/>
          </p:cNvSpPr>
          <p:nvPr>
            <p:ph type="subTitle" idx="17"/>
          </p:nvPr>
        </p:nvSpPr>
        <p:spPr>
          <a:xfrm>
            <a:off x="438871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1" name="Google Shape;671;p68"/>
          <p:cNvSpPr txBox="1">
            <a:spLocks noGrp="1"/>
          </p:cNvSpPr>
          <p:nvPr>
            <p:ph type="subTitle" idx="18"/>
          </p:nvPr>
        </p:nvSpPr>
        <p:spPr>
          <a:xfrm>
            <a:off x="2454577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2" name="Google Shape;672;p68"/>
          <p:cNvSpPr txBox="1">
            <a:spLocks noGrp="1"/>
          </p:cNvSpPr>
          <p:nvPr>
            <p:ph type="subTitle" idx="19"/>
          </p:nvPr>
        </p:nvSpPr>
        <p:spPr>
          <a:xfrm>
            <a:off x="4470284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3" name="Google Shape;673;p68"/>
          <p:cNvSpPr txBox="1">
            <a:spLocks noGrp="1"/>
          </p:cNvSpPr>
          <p:nvPr>
            <p:ph type="subTitle" idx="20"/>
          </p:nvPr>
        </p:nvSpPr>
        <p:spPr>
          <a:xfrm>
            <a:off x="6485992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4" name="Google Shape;674;p68"/>
          <p:cNvSpPr txBox="1">
            <a:spLocks noGrp="1"/>
          </p:cNvSpPr>
          <p:nvPr>
            <p:ph type="subTitle" idx="21"/>
          </p:nvPr>
        </p:nvSpPr>
        <p:spPr>
          <a:xfrm>
            <a:off x="8501699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5" name="Google Shape;675;p68"/>
          <p:cNvSpPr txBox="1">
            <a:spLocks noGrp="1"/>
          </p:cNvSpPr>
          <p:nvPr>
            <p:ph type="subTitle" idx="22"/>
          </p:nvPr>
        </p:nvSpPr>
        <p:spPr>
          <a:xfrm>
            <a:off x="10517405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6" name="Google Shape;676;p68"/>
          <p:cNvSpPr>
            <a:spLocks noGrp="1"/>
          </p:cNvSpPr>
          <p:nvPr>
            <p:ph type="pic" idx="23"/>
          </p:nvPr>
        </p:nvSpPr>
        <p:spPr>
          <a:xfrm>
            <a:off x="24546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7" name="Google Shape;677;p68"/>
          <p:cNvSpPr>
            <a:spLocks noGrp="1"/>
          </p:cNvSpPr>
          <p:nvPr>
            <p:ph type="pic" idx="24"/>
          </p:nvPr>
        </p:nvSpPr>
        <p:spPr>
          <a:xfrm>
            <a:off x="44703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8" name="Google Shape;678;p68"/>
          <p:cNvSpPr>
            <a:spLocks noGrp="1"/>
          </p:cNvSpPr>
          <p:nvPr>
            <p:ph type="pic" idx="25"/>
          </p:nvPr>
        </p:nvSpPr>
        <p:spPr>
          <a:xfrm>
            <a:off x="64860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9" name="Google Shape;679;p68"/>
          <p:cNvSpPr>
            <a:spLocks noGrp="1"/>
          </p:cNvSpPr>
          <p:nvPr>
            <p:ph type="pic" idx="26"/>
          </p:nvPr>
        </p:nvSpPr>
        <p:spPr>
          <a:xfrm>
            <a:off x="85018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80" name="Google Shape;680;p68"/>
          <p:cNvSpPr>
            <a:spLocks noGrp="1"/>
          </p:cNvSpPr>
          <p:nvPr>
            <p:ph type="pic" idx="27"/>
          </p:nvPr>
        </p:nvSpPr>
        <p:spPr>
          <a:xfrm>
            <a:off x="105175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5065A95-2D95-99EF-0A4C-DC4EC73C898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2AF775-A03C-1FBE-3909-4DA983CB03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297923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2" preserve="1">
  <p:cSld name="02_AgendaLight2">
    <p:bg>
      <p:bgPr>
        <a:solidFill>
          <a:schemeClr val="tx2"/>
        </a:solidFill>
        <a:effectLst/>
      </p:bgPr>
    </p:bg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69"/>
          <p:cNvSpPr txBox="1">
            <a:spLocks noGrp="1"/>
          </p:cNvSpPr>
          <p:nvPr>
            <p:ph type="title"/>
          </p:nvPr>
        </p:nvSpPr>
        <p:spPr>
          <a:xfrm>
            <a:off x="438867" y="2414800"/>
            <a:ext cx="44724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85" name="Google Shape;685;p69"/>
          <p:cNvSpPr txBox="1">
            <a:spLocks noGrp="1"/>
          </p:cNvSpPr>
          <p:nvPr>
            <p:ph type="body" idx="1"/>
          </p:nvPr>
        </p:nvSpPr>
        <p:spPr>
          <a:xfrm>
            <a:off x="6561933" y="971800"/>
            <a:ext cx="4242800" cy="4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Inter"/>
              <a:buNone/>
              <a:tabLst/>
              <a:defRPr sz="1733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4F25EA0-A0CE-1ED3-B543-4400122B717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C1097D-40AE-8ED9-8E7F-8B1C91C935D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019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1" preserve="1">
  <p:cSld name="02_AgendaLight1"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70"/>
          <p:cNvSpPr/>
          <p:nvPr/>
        </p:nvSpPr>
        <p:spPr>
          <a:xfrm>
            <a:off x="3973033" y="0"/>
            <a:ext cx="8218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0" name="Google Shape;690;p70"/>
          <p:cNvSpPr txBox="1">
            <a:spLocks noGrp="1"/>
          </p:cNvSpPr>
          <p:nvPr>
            <p:ph type="title"/>
          </p:nvPr>
        </p:nvSpPr>
        <p:spPr>
          <a:xfrm>
            <a:off x="438867" y="457200"/>
            <a:ext cx="32248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91" name="Google Shape;691;p70"/>
          <p:cNvSpPr txBox="1">
            <a:spLocks noGrp="1"/>
          </p:cNvSpPr>
          <p:nvPr>
            <p:ph type="body" idx="1"/>
          </p:nvPr>
        </p:nvSpPr>
        <p:spPr>
          <a:xfrm>
            <a:off x="438867" y="1943100"/>
            <a:ext cx="3144800" cy="38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92" name="Google Shape;692;p70"/>
          <p:cNvSpPr txBox="1">
            <a:spLocks noGrp="1"/>
          </p:cNvSpPr>
          <p:nvPr>
            <p:ph type="body" idx="2"/>
          </p:nvPr>
        </p:nvSpPr>
        <p:spPr>
          <a:xfrm>
            <a:off x="5812837" y="765512"/>
            <a:ext cx="4539200" cy="51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+mj-lt"/>
              <a:buNone/>
              <a:tabLst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424E1C3-8295-44A1-FBB4-01875675344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5F84E7F-2CAB-8762-9BC7-57BE8CF513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20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_CustomerCaseStudy" preserve="1">
  <p:cSld name="13_CustomerCaseStudy"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71"/>
          <p:cNvSpPr/>
          <p:nvPr/>
        </p:nvSpPr>
        <p:spPr>
          <a:xfrm>
            <a:off x="3648300" y="2812100"/>
            <a:ext cx="42648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7" name="Google Shape;697;p71"/>
          <p:cNvSpPr/>
          <p:nvPr/>
        </p:nvSpPr>
        <p:spPr>
          <a:xfrm>
            <a:off x="7915300" y="2812100"/>
            <a:ext cx="42952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8" name="Google Shape;698;p71"/>
          <p:cNvSpPr/>
          <p:nvPr/>
        </p:nvSpPr>
        <p:spPr>
          <a:xfrm>
            <a:off x="7911636" y="5498188"/>
            <a:ext cx="4295200" cy="1360000"/>
          </a:xfrm>
          <a:prstGeom prst="rect">
            <a:avLst/>
          </a:prstGeom>
          <a:solidFill>
            <a:srgbClr val="F0F4F8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99" name="Google Shape;699;p71"/>
          <p:cNvCxnSpPr/>
          <p:nvPr/>
        </p:nvCxnSpPr>
        <p:spPr>
          <a:xfrm>
            <a:off x="7911636" y="61050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0" name="Google Shape;700;p71"/>
          <p:cNvCxnSpPr/>
          <p:nvPr/>
        </p:nvCxnSpPr>
        <p:spPr>
          <a:xfrm>
            <a:off x="10047668" y="6106737"/>
            <a:ext cx="0" cy="7484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1" name="Google Shape;701;p71"/>
          <p:cNvCxnSpPr/>
          <p:nvPr/>
        </p:nvCxnSpPr>
        <p:spPr>
          <a:xfrm>
            <a:off x="7911636" y="54981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2" name="Google Shape;702;p71"/>
          <p:cNvSpPr/>
          <p:nvPr/>
        </p:nvSpPr>
        <p:spPr>
          <a:xfrm>
            <a:off x="3648300" y="67"/>
            <a:ext cx="4264800" cy="28120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3" name="Google Shape;703;p71"/>
          <p:cNvSpPr/>
          <p:nvPr/>
        </p:nvSpPr>
        <p:spPr>
          <a:xfrm>
            <a:off x="7911633" y="67"/>
            <a:ext cx="4295200" cy="28120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4" name="Google Shape;704;p71"/>
          <p:cNvSpPr txBox="1">
            <a:spLocks noGrp="1"/>
          </p:cNvSpPr>
          <p:nvPr>
            <p:ph type="title"/>
          </p:nvPr>
        </p:nvSpPr>
        <p:spPr>
          <a:xfrm>
            <a:off x="3914900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5" name="Google Shape;705;p71"/>
          <p:cNvSpPr txBox="1">
            <a:spLocks noGrp="1"/>
          </p:cNvSpPr>
          <p:nvPr>
            <p:ph type="body" idx="1"/>
          </p:nvPr>
        </p:nvSpPr>
        <p:spPr>
          <a:xfrm>
            <a:off x="3914900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-793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6" name="Google Shape;706;p71"/>
          <p:cNvSpPr txBox="1">
            <a:spLocks noGrp="1"/>
          </p:cNvSpPr>
          <p:nvPr>
            <p:ph type="title" idx="2"/>
          </p:nvPr>
        </p:nvSpPr>
        <p:spPr>
          <a:xfrm>
            <a:off x="8202449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7" name="Google Shape;707;p71"/>
          <p:cNvSpPr txBox="1">
            <a:spLocks noGrp="1"/>
          </p:cNvSpPr>
          <p:nvPr>
            <p:ph type="body" idx="3"/>
          </p:nvPr>
        </p:nvSpPr>
        <p:spPr>
          <a:xfrm>
            <a:off x="8202449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8" name="Google Shape;708;p71"/>
          <p:cNvSpPr txBox="1">
            <a:spLocks noGrp="1"/>
          </p:cNvSpPr>
          <p:nvPr>
            <p:ph type="body" idx="4"/>
          </p:nvPr>
        </p:nvSpPr>
        <p:spPr>
          <a:xfrm>
            <a:off x="3914900" y="3611263"/>
            <a:ext cx="3449600" cy="25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9" name="Google Shape;709;p71"/>
          <p:cNvSpPr txBox="1">
            <a:spLocks noGrp="1"/>
          </p:cNvSpPr>
          <p:nvPr>
            <p:ph type="body" idx="5"/>
          </p:nvPr>
        </p:nvSpPr>
        <p:spPr>
          <a:xfrm>
            <a:off x="8202449" y="3563763"/>
            <a:ext cx="3639200" cy="15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0000"/>
              <a:buFont typeface="Arial" panose="020B0604020202020204" pitchFamily="34" charset="0"/>
              <a:buNone/>
              <a:tabLst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10" name="Google Shape;710;p71"/>
          <p:cNvSpPr txBox="1">
            <a:spLocks noGrp="1"/>
          </p:cNvSpPr>
          <p:nvPr>
            <p:ph type="title" idx="6"/>
          </p:nvPr>
        </p:nvSpPr>
        <p:spPr>
          <a:xfrm>
            <a:off x="3914900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1" name="Google Shape;711;p71"/>
          <p:cNvSpPr txBox="1">
            <a:spLocks noGrp="1"/>
          </p:cNvSpPr>
          <p:nvPr>
            <p:ph type="title" idx="7"/>
          </p:nvPr>
        </p:nvSpPr>
        <p:spPr>
          <a:xfrm>
            <a:off x="8202449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2" name="Google Shape;712;p71"/>
          <p:cNvSpPr txBox="1">
            <a:spLocks noGrp="1"/>
          </p:cNvSpPr>
          <p:nvPr>
            <p:ph type="title" idx="8"/>
          </p:nvPr>
        </p:nvSpPr>
        <p:spPr>
          <a:xfrm>
            <a:off x="8119285" y="5638063"/>
            <a:ext cx="38568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3" name="Google Shape;713;p71"/>
          <p:cNvSpPr txBox="1">
            <a:spLocks noGrp="1"/>
          </p:cNvSpPr>
          <p:nvPr>
            <p:ph type="title" idx="9"/>
          </p:nvPr>
        </p:nvSpPr>
        <p:spPr>
          <a:xfrm>
            <a:off x="8100949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4" name="Google Shape;714;p71"/>
          <p:cNvSpPr txBox="1">
            <a:spLocks noGrp="1"/>
          </p:cNvSpPr>
          <p:nvPr>
            <p:ph type="title" idx="13"/>
          </p:nvPr>
        </p:nvSpPr>
        <p:spPr>
          <a:xfrm>
            <a:off x="10207211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5" name="Google Shape;715;p71"/>
          <p:cNvSpPr>
            <a:spLocks noGrp="1"/>
          </p:cNvSpPr>
          <p:nvPr>
            <p:ph type="pic" idx="14"/>
          </p:nvPr>
        </p:nvSpPr>
        <p:spPr>
          <a:xfrm>
            <a:off x="0" y="-9967"/>
            <a:ext cx="3639200" cy="68580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324238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slideLayout" Target="../slideLayouts/slideLayout8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theme" Target="../theme/theme1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112.xml"/><Relationship Id="rId21" Type="http://schemas.openxmlformats.org/officeDocument/2006/relationships/slideLayout" Target="../slideLayouts/slideLayout107.xml"/><Relationship Id="rId42" Type="http://schemas.openxmlformats.org/officeDocument/2006/relationships/slideLayout" Target="../slideLayouts/slideLayout128.xml"/><Relationship Id="rId47" Type="http://schemas.openxmlformats.org/officeDocument/2006/relationships/slideLayout" Target="../slideLayouts/slideLayout133.xml"/><Relationship Id="rId63" Type="http://schemas.openxmlformats.org/officeDocument/2006/relationships/slideLayout" Target="../slideLayouts/slideLayout149.xml"/><Relationship Id="rId68" Type="http://schemas.openxmlformats.org/officeDocument/2006/relationships/slideLayout" Target="../slideLayouts/slideLayout154.xml"/><Relationship Id="rId84" Type="http://schemas.openxmlformats.org/officeDocument/2006/relationships/slideLayout" Target="../slideLayouts/slideLayout170.xml"/><Relationship Id="rId16" Type="http://schemas.openxmlformats.org/officeDocument/2006/relationships/slideLayout" Target="../slideLayouts/slideLayout102.xml"/><Relationship Id="rId11" Type="http://schemas.openxmlformats.org/officeDocument/2006/relationships/slideLayout" Target="../slideLayouts/slideLayout97.xml"/><Relationship Id="rId32" Type="http://schemas.openxmlformats.org/officeDocument/2006/relationships/slideLayout" Target="../slideLayouts/slideLayout118.xml"/><Relationship Id="rId37" Type="http://schemas.openxmlformats.org/officeDocument/2006/relationships/slideLayout" Target="../slideLayouts/slideLayout123.xml"/><Relationship Id="rId53" Type="http://schemas.openxmlformats.org/officeDocument/2006/relationships/slideLayout" Target="../slideLayouts/slideLayout139.xml"/><Relationship Id="rId58" Type="http://schemas.openxmlformats.org/officeDocument/2006/relationships/slideLayout" Target="../slideLayouts/slideLayout144.xml"/><Relationship Id="rId74" Type="http://schemas.openxmlformats.org/officeDocument/2006/relationships/slideLayout" Target="../slideLayouts/slideLayout160.xml"/><Relationship Id="rId79" Type="http://schemas.openxmlformats.org/officeDocument/2006/relationships/slideLayout" Target="../slideLayouts/slideLayout165.xml"/><Relationship Id="rId5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105.xml"/><Relationship Id="rId14" Type="http://schemas.openxmlformats.org/officeDocument/2006/relationships/slideLayout" Target="../slideLayouts/slideLayout100.xml"/><Relationship Id="rId22" Type="http://schemas.openxmlformats.org/officeDocument/2006/relationships/slideLayout" Target="../slideLayouts/slideLayout108.xml"/><Relationship Id="rId27" Type="http://schemas.openxmlformats.org/officeDocument/2006/relationships/slideLayout" Target="../slideLayouts/slideLayout113.xml"/><Relationship Id="rId30" Type="http://schemas.openxmlformats.org/officeDocument/2006/relationships/slideLayout" Target="../slideLayouts/slideLayout116.xml"/><Relationship Id="rId35" Type="http://schemas.openxmlformats.org/officeDocument/2006/relationships/slideLayout" Target="../slideLayouts/slideLayout121.xml"/><Relationship Id="rId43" Type="http://schemas.openxmlformats.org/officeDocument/2006/relationships/slideLayout" Target="../slideLayouts/slideLayout129.xml"/><Relationship Id="rId48" Type="http://schemas.openxmlformats.org/officeDocument/2006/relationships/slideLayout" Target="../slideLayouts/slideLayout134.xml"/><Relationship Id="rId56" Type="http://schemas.openxmlformats.org/officeDocument/2006/relationships/slideLayout" Target="../slideLayouts/slideLayout142.xml"/><Relationship Id="rId64" Type="http://schemas.openxmlformats.org/officeDocument/2006/relationships/slideLayout" Target="../slideLayouts/slideLayout150.xml"/><Relationship Id="rId69" Type="http://schemas.openxmlformats.org/officeDocument/2006/relationships/slideLayout" Target="../slideLayouts/slideLayout155.xml"/><Relationship Id="rId77" Type="http://schemas.openxmlformats.org/officeDocument/2006/relationships/slideLayout" Target="../slideLayouts/slideLayout163.xml"/><Relationship Id="rId8" Type="http://schemas.openxmlformats.org/officeDocument/2006/relationships/slideLayout" Target="../slideLayouts/slideLayout94.xml"/><Relationship Id="rId51" Type="http://schemas.openxmlformats.org/officeDocument/2006/relationships/slideLayout" Target="../slideLayouts/slideLayout137.xml"/><Relationship Id="rId72" Type="http://schemas.openxmlformats.org/officeDocument/2006/relationships/slideLayout" Target="../slideLayouts/slideLayout158.xml"/><Relationship Id="rId80" Type="http://schemas.openxmlformats.org/officeDocument/2006/relationships/slideLayout" Target="../slideLayouts/slideLayout166.xml"/><Relationship Id="rId85" Type="http://schemas.openxmlformats.org/officeDocument/2006/relationships/slideLayout" Target="../slideLayouts/slideLayout171.xml"/><Relationship Id="rId3" Type="http://schemas.openxmlformats.org/officeDocument/2006/relationships/slideLayout" Target="../slideLayouts/slideLayout89.xml"/><Relationship Id="rId12" Type="http://schemas.openxmlformats.org/officeDocument/2006/relationships/slideLayout" Target="../slideLayouts/slideLayout98.xml"/><Relationship Id="rId17" Type="http://schemas.openxmlformats.org/officeDocument/2006/relationships/slideLayout" Target="../slideLayouts/slideLayout103.xml"/><Relationship Id="rId25" Type="http://schemas.openxmlformats.org/officeDocument/2006/relationships/slideLayout" Target="../slideLayouts/slideLayout111.xml"/><Relationship Id="rId33" Type="http://schemas.openxmlformats.org/officeDocument/2006/relationships/slideLayout" Target="../slideLayouts/slideLayout119.xml"/><Relationship Id="rId38" Type="http://schemas.openxmlformats.org/officeDocument/2006/relationships/slideLayout" Target="../slideLayouts/slideLayout124.xml"/><Relationship Id="rId46" Type="http://schemas.openxmlformats.org/officeDocument/2006/relationships/slideLayout" Target="../slideLayouts/slideLayout132.xml"/><Relationship Id="rId59" Type="http://schemas.openxmlformats.org/officeDocument/2006/relationships/slideLayout" Target="../slideLayouts/slideLayout145.xml"/><Relationship Id="rId67" Type="http://schemas.openxmlformats.org/officeDocument/2006/relationships/slideLayout" Target="../slideLayouts/slideLayout153.xml"/><Relationship Id="rId20" Type="http://schemas.openxmlformats.org/officeDocument/2006/relationships/slideLayout" Target="../slideLayouts/slideLayout106.xml"/><Relationship Id="rId41" Type="http://schemas.openxmlformats.org/officeDocument/2006/relationships/slideLayout" Target="../slideLayouts/slideLayout127.xml"/><Relationship Id="rId54" Type="http://schemas.openxmlformats.org/officeDocument/2006/relationships/slideLayout" Target="../slideLayouts/slideLayout140.xml"/><Relationship Id="rId62" Type="http://schemas.openxmlformats.org/officeDocument/2006/relationships/slideLayout" Target="../slideLayouts/slideLayout148.xml"/><Relationship Id="rId70" Type="http://schemas.openxmlformats.org/officeDocument/2006/relationships/slideLayout" Target="../slideLayouts/slideLayout156.xml"/><Relationship Id="rId75" Type="http://schemas.openxmlformats.org/officeDocument/2006/relationships/slideLayout" Target="../slideLayouts/slideLayout161.xml"/><Relationship Id="rId83" Type="http://schemas.openxmlformats.org/officeDocument/2006/relationships/slideLayout" Target="../slideLayouts/slideLayout169.xml"/><Relationship Id="rId1" Type="http://schemas.openxmlformats.org/officeDocument/2006/relationships/slideLayout" Target="../slideLayouts/slideLayout87.xml"/><Relationship Id="rId6" Type="http://schemas.openxmlformats.org/officeDocument/2006/relationships/slideLayout" Target="../slideLayouts/slideLayout92.xml"/><Relationship Id="rId15" Type="http://schemas.openxmlformats.org/officeDocument/2006/relationships/slideLayout" Target="../slideLayouts/slideLayout101.xml"/><Relationship Id="rId23" Type="http://schemas.openxmlformats.org/officeDocument/2006/relationships/slideLayout" Target="../slideLayouts/slideLayout109.xml"/><Relationship Id="rId28" Type="http://schemas.openxmlformats.org/officeDocument/2006/relationships/slideLayout" Target="../slideLayouts/slideLayout114.xml"/><Relationship Id="rId36" Type="http://schemas.openxmlformats.org/officeDocument/2006/relationships/slideLayout" Target="../slideLayouts/slideLayout122.xml"/><Relationship Id="rId49" Type="http://schemas.openxmlformats.org/officeDocument/2006/relationships/slideLayout" Target="../slideLayouts/slideLayout135.xml"/><Relationship Id="rId57" Type="http://schemas.openxmlformats.org/officeDocument/2006/relationships/slideLayout" Target="../slideLayouts/slideLayout143.xml"/><Relationship Id="rId10" Type="http://schemas.openxmlformats.org/officeDocument/2006/relationships/slideLayout" Target="../slideLayouts/slideLayout96.xml"/><Relationship Id="rId31" Type="http://schemas.openxmlformats.org/officeDocument/2006/relationships/slideLayout" Target="../slideLayouts/slideLayout117.xml"/><Relationship Id="rId44" Type="http://schemas.openxmlformats.org/officeDocument/2006/relationships/slideLayout" Target="../slideLayouts/slideLayout130.xml"/><Relationship Id="rId52" Type="http://schemas.openxmlformats.org/officeDocument/2006/relationships/slideLayout" Target="../slideLayouts/slideLayout138.xml"/><Relationship Id="rId60" Type="http://schemas.openxmlformats.org/officeDocument/2006/relationships/slideLayout" Target="../slideLayouts/slideLayout146.xml"/><Relationship Id="rId65" Type="http://schemas.openxmlformats.org/officeDocument/2006/relationships/slideLayout" Target="../slideLayouts/slideLayout151.xml"/><Relationship Id="rId73" Type="http://schemas.openxmlformats.org/officeDocument/2006/relationships/slideLayout" Target="../slideLayouts/slideLayout159.xml"/><Relationship Id="rId78" Type="http://schemas.openxmlformats.org/officeDocument/2006/relationships/slideLayout" Target="../slideLayouts/slideLayout164.xml"/><Relationship Id="rId81" Type="http://schemas.openxmlformats.org/officeDocument/2006/relationships/slideLayout" Target="../slideLayouts/slideLayout167.xml"/><Relationship Id="rId86" Type="http://schemas.openxmlformats.org/officeDocument/2006/relationships/theme" Target="../theme/theme2.xml"/><Relationship Id="rId4" Type="http://schemas.openxmlformats.org/officeDocument/2006/relationships/slideLayout" Target="../slideLayouts/slideLayout90.xml"/><Relationship Id="rId9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9.xml"/><Relationship Id="rId18" Type="http://schemas.openxmlformats.org/officeDocument/2006/relationships/slideLayout" Target="../slideLayouts/slideLayout104.xml"/><Relationship Id="rId39" Type="http://schemas.openxmlformats.org/officeDocument/2006/relationships/slideLayout" Target="../slideLayouts/slideLayout125.xml"/><Relationship Id="rId34" Type="http://schemas.openxmlformats.org/officeDocument/2006/relationships/slideLayout" Target="../slideLayouts/slideLayout120.xml"/><Relationship Id="rId50" Type="http://schemas.openxmlformats.org/officeDocument/2006/relationships/slideLayout" Target="../slideLayouts/slideLayout136.xml"/><Relationship Id="rId55" Type="http://schemas.openxmlformats.org/officeDocument/2006/relationships/slideLayout" Target="../slideLayouts/slideLayout141.xml"/><Relationship Id="rId76" Type="http://schemas.openxmlformats.org/officeDocument/2006/relationships/slideLayout" Target="../slideLayouts/slideLayout162.xml"/><Relationship Id="rId7" Type="http://schemas.openxmlformats.org/officeDocument/2006/relationships/slideLayout" Target="../slideLayouts/slideLayout93.xml"/><Relationship Id="rId71" Type="http://schemas.openxmlformats.org/officeDocument/2006/relationships/slideLayout" Target="../slideLayouts/slideLayout157.xml"/><Relationship Id="rId2" Type="http://schemas.openxmlformats.org/officeDocument/2006/relationships/slideLayout" Target="../slideLayouts/slideLayout88.xml"/><Relationship Id="rId29" Type="http://schemas.openxmlformats.org/officeDocument/2006/relationships/slideLayout" Target="../slideLayouts/slideLayout115.xml"/><Relationship Id="rId24" Type="http://schemas.openxmlformats.org/officeDocument/2006/relationships/slideLayout" Target="../slideLayouts/slideLayout110.xml"/><Relationship Id="rId40" Type="http://schemas.openxmlformats.org/officeDocument/2006/relationships/slideLayout" Target="../slideLayouts/slideLayout126.xml"/><Relationship Id="rId45" Type="http://schemas.openxmlformats.org/officeDocument/2006/relationships/slideLayout" Target="../slideLayouts/slideLayout131.xml"/><Relationship Id="rId66" Type="http://schemas.openxmlformats.org/officeDocument/2006/relationships/slideLayout" Target="../slideLayouts/slideLayout152.xml"/><Relationship Id="rId61" Type="http://schemas.openxmlformats.org/officeDocument/2006/relationships/slideLayout" Target="../slideLayouts/slideLayout147.xml"/><Relationship Id="rId82" Type="http://schemas.openxmlformats.org/officeDocument/2006/relationships/slideLayout" Target="../slideLayouts/slideLayout1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531858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  <p:sldLayoutId id="2147483825" r:id="rId13"/>
    <p:sldLayoutId id="2147483753" r:id="rId14"/>
    <p:sldLayoutId id="2147483754" r:id="rId15"/>
    <p:sldLayoutId id="2147483755" r:id="rId16"/>
    <p:sldLayoutId id="2147483756" r:id="rId17"/>
    <p:sldLayoutId id="2147483757" r:id="rId18"/>
    <p:sldLayoutId id="2147483758" r:id="rId19"/>
    <p:sldLayoutId id="2147483759" r:id="rId20"/>
    <p:sldLayoutId id="2147483760" r:id="rId21"/>
    <p:sldLayoutId id="2147483761" r:id="rId22"/>
    <p:sldLayoutId id="2147483762" r:id="rId23"/>
    <p:sldLayoutId id="2147483763" r:id="rId24"/>
    <p:sldLayoutId id="2147483764" r:id="rId25"/>
    <p:sldLayoutId id="2147483765" r:id="rId26"/>
    <p:sldLayoutId id="2147483823" r:id="rId27"/>
    <p:sldLayoutId id="2147483766" r:id="rId28"/>
    <p:sldLayoutId id="2147483767" r:id="rId29"/>
    <p:sldLayoutId id="2147483768" r:id="rId30"/>
    <p:sldLayoutId id="2147483769" r:id="rId31"/>
    <p:sldLayoutId id="2147483770" r:id="rId32"/>
    <p:sldLayoutId id="2147483771" r:id="rId33"/>
    <p:sldLayoutId id="2147483772" r:id="rId34"/>
    <p:sldLayoutId id="2147483773" r:id="rId35"/>
    <p:sldLayoutId id="2147483774" r:id="rId36"/>
    <p:sldLayoutId id="2147483775" r:id="rId37"/>
    <p:sldLayoutId id="2147483776" r:id="rId38"/>
    <p:sldLayoutId id="2147483777" r:id="rId39"/>
    <p:sldLayoutId id="2147483778" r:id="rId40"/>
    <p:sldLayoutId id="2147483779" r:id="rId41"/>
    <p:sldLayoutId id="2147483780" r:id="rId42"/>
    <p:sldLayoutId id="2147483781" r:id="rId43"/>
    <p:sldLayoutId id="2147483782" r:id="rId44"/>
    <p:sldLayoutId id="2147483783" r:id="rId45"/>
    <p:sldLayoutId id="2147483784" r:id="rId46"/>
    <p:sldLayoutId id="2147483785" r:id="rId47"/>
    <p:sldLayoutId id="2147483786" r:id="rId48"/>
    <p:sldLayoutId id="2147483787" r:id="rId49"/>
    <p:sldLayoutId id="2147483788" r:id="rId50"/>
    <p:sldLayoutId id="2147483789" r:id="rId51"/>
    <p:sldLayoutId id="2147483790" r:id="rId52"/>
    <p:sldLayoutId id="2147483791" r:id="rId53"/>
    <p:sldLayoutId id="2147483792" r:id="rId54"/>
    <p:sldLayoutId id="2147483793" r:id="rId55"/>
    <p:sldLayoutId id="2147483794" r:id="rId56"/>
    <p:sldLayoutId id="2147483795" r:id="rId57"/>
    <p:sldLayoutId id="2147483796" r:id="rId58"/>
    <p:sldLayoutId id="2147483797" r:id="rId59"/>
    <p:sldLayoutId id="2147483798" r:id="rId60"/>
    <p:sldLayoutId id="2147483799" r:id="rId61"/>
    <p:sldLayoutId id="2147483800" r:id="rId62"/>
    <p:sldLayoutId id="2147483827" r:id="rId63"/>
    <p:sldLayoutId id="2147483803" r:id="rId64"/>
    <p:sldLayoutId id="2147483801" r:id="rId65"/>
    <p:sldLayoutId id="2147483802" r:id="rId66"/>
    <p:sldLayoutId id="2147483804" r:id="rId67"/>
    <p:sldLayoutId id="2147483805" r:id="rId68"/>
    <p:sldLayoutId id="2147483806" r:id="rId69"/>
    <p:sldLayoutId id="2147483807" r:id="rId70"/>
    <p:sldLayoutId id="2147483808" r:id="rId71"/>
    <p:sldLayoutId id="2147483809" r:id="rId72"/>
    <p:sldLayoutId id="2147483810" r:id="rId73"/>
    <p:sldLayoutId id="2147483811" r:id="rId74"/>
    <p:sldLayoutId id="2147483812" r:id="rId75"/>
    <p:sldLayoutId id="2147483813" r:id="rId76"/>
    <p:sldLayoutId id="2147483814" r:id="rId77"/>
    <p:sldLayoutId id="2147483815" r:id="rId78"/>
    <p:sldLayoutId id="2147483816" r:id="rId79"/>
    <p:sldLayoutId id="2147483817" r:id="rId80"/>
    <p:sldLayoutId id="2147483818" r:id="rId81"/>
    <p:sldLayoutId id="2147483819" r:id="rId82"/>
    <p:sldLayoutId id="2147483820" r:id="rId83"/>
    <p:sldLayoutId id="2147483821" r:id="rId84"/>
    <p:sldLayoutId id="2147483822" r:id="rId85"/>
    <p:sldLayoutId id="2147483914" r:id="rId8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EA4335"/>
          </p15:clr>
        </p15:guide>
        <p15:guide id="2" orient="horz" pos="2160" userDrawn="1">
          <p15:clr>
            <a:srgbClr val="EA4335"/>
          </p15:clr>
        </p15:guide>
        <p15:guide id="3" orient="horz" pos="4032" userDrawn="1">
          <p15:clr>
            <a:srgbClr val="EA4335"/>
          </p15:clr>
        </p15:guide>
        <p15:guide id="4" orient="horz" pos="288" userDrawn="1">
          <p15:clr>
            <a:srgbClr val="EA4335"/>
          </p15:clr>
        </p15:guide>
        <p15:guide id="5" pos="276" userDrawn="1">
          <p15:clr>
            <a:srgbClr val="EA4335"/>
          </p15:clr>
        </p15:guide>
        <p15:guide id="6" pos="7404" userDrawn="1">
          <p15:clr>
            <a:srgbClr val="EA4335"/>
          </p15:clr>
        </p15:guide>
        <p15:guide id="7" pos="2059" userDrawn="1">
          <p15:clr>
            <a:srgbClr val="EA4335"/>
          </p15:clr>
        </p15:guide>
        <p15:guide id="8" pos="5621" userDrawn="1">
          <p15:clr>
            <a:srgbClr val="EA4335"/>
          </p15:clr>
        </p15:guide>
        <p15:guide id="9" orient="horz" pos="1224" userDrawn="1">
          <p15:clr>
            <a:srgbClr val="EA4335"/>
          </p15:clr>
        </p15:guide>
        <p15:guide id="10" orient="horz" pos="3096" userDrawn="1">
          <p15:clr>
            <a:srgbClr val="EA4335"/>
          </p15:clr>
        </p15:guide>
        <p15:guide id="11" pos="1168" userDrawn="1">
          <p15:clr>
            <a:srgbClr val="EA4335"/>
          </p15:clr>
        </p15:guide>
        <p15:guide id="12" pos="2949" userDrawn="1">
          <p15:clr>
            <a:srgbClr val="EA4335"/>
          </p15:clr>
        </p15:guide>
        <p15:guide id="13" pos="4731" userDrawn="1">
          <p15:clr>
            <a:srgbClr val="EA4335"/>
          </p15:clr>
        </p15:guide>
        <p15:guide id="14" pos="6512" userDrawn="1">
          <p15:clr>
            <a:srgbClr val="EA4335"/>
          </p15:clr>
        </p15:guide>
        <p15:guide id="15" orient="horz" pos="756" userDrawn="1">
          <p15:clr>
            <a:srgbClr val="EA4335"/>
          </p15:clr>
        </p15:guide>
        <p15:guide id="16" orient="horz" pos="1692" userDrawn="1">
          <p15:clr>
            <a:srgbClr val="EA4335"/>
          </p15:clr>
        </p15:guide>
        <p15:guide id="17" orient="horz" pos="2628" userDrawn="1">
          <p15:clr>
            <a:srgbClr val="EA4335"/>
          </p15:clr>
        </p15:guide>
        <p15:guide id="18" orient="horz" pos="3564" userDrawn="1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653977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844" r:id="rId16"/>
    <p:sldLayoutId id="2147483845" r:id="rId17"/>
    <p:sldLayoutId id="2147483846" r:id="rId18"/>
    <p:sldLayoutId id="2147483847" r:id="rId19"/>
    <p:sldLayoutId id="2147483848" r:id="rId20"/>
    <p:sldLayoutId id="2147483849" r:id="rId21"/>
    <p:sldLayoutId id="2147483850" r:id="rId22"/>
    <p:sldLayoutId id="2147483851" r:id="rId23"/>
    <p:sldLayoutId id="2147483852" r:id="rId24"/>
    <p:sldLayoutId id="2147483853" r:id="rId25"/>
    <p:sldLayoutId id="2147483854" r:id="rId26"/>
    <p:sldLayoutId id="2147483855" r:id="rId27"/>
    <p:sldLayoutId id="2147483856" r:id="rId28"/>
    <p:sldLayoutId id="2147483857" r:id="rId29"/>
    <p:sldLayoutId id="2147483858" r:id="rId30"/>
    <p:sldLayoutId id="2147483859" r:id="rId31"/>
    <p:sldLayoutId id="2147483860" r:id="rId32"/>
    <p:sldLayoutId id="2147483861" r:id="rId33"/>
    <p:sldLayoutId id="2147483862" r:id="rId34"/>
    <p:sldLayoutId id="2147483863" r:id="rId35"/>
    <p:sldLayoutId id="2147483864" r:id="rId36"/>
    <p:sldLayoutId id="2147483865" r:id="rId37"/>
    <p:sldLayoutId id="2147483866" r:id="rId38"/>
    <p:sldLayoutId id="2147483867" r:id="rId39"/>
    <p:sldLayoutId id="2147483868" r:id="rId40"/>
    <p:sldLayoutId id="2147483869" r:id="rId41"/>
    <p:sldLayoutId id="2147483870" r:id="rId42"/>
    <p:sldLayoutId id="2147483871" r:id="rId43"/>
    <p:sldLayoutId id="2147483872" r:id="rId44"/>
    <p:sldLayoutId id="2147483873" r:id="rId45"/>
    <p:sldLayoutId id="2147483874" r:id="rId46"/>
    <p:sldLayoutId id="2147483875" r:id="rId47"/>
    <p:sldLayoutId id="2147483876" r:id="rId48"/>
    <p:sldLayoutId id="2147483877" r:id="rId49"/>
    <p:sldLayoutId id="2147483878" r:id="rId50"/>
    <p:sldLayoutId id="2147483879" r:id="rId51"/>
    <p:sldLayoutId id="2147483880" r:id="rId52"/>
    <p:sldLayoutId id="2147483881" r:id="rId53"/>
    <p:sldLayoutId id="2147483882" r:id="rId54"/>
    <p:sldLayoutId id="2147483883" r:id="rId55"/>
    <p:sldLayoutId id="2147483884" r:id="rId56"/>
    <p:sldLayoutId id="2147483885" r:id="rId57"/>
    <p:sldLayoutId id="2147483886" r:id="rId58"/>
    <p:sldLayoutId id="2147483887" r:id="rId59"/>
    <p:sldLayoutId id="2147483888" r:id="rId60"/>
    <p:sldLayoutId id="2147483889" r:id="rId61"/>
    <p:sldLayoutId id="2147483890" r:id="rId62"/>
    <p:sldLayoutId id="2147483891" r:id="rId63"/>
    <p:sldLayoutId id="2147483892" r:id="rId64"/>
    <p:sldLayoutId id="2147483893" r:id="rId65"/>
    <p:sldLayoutId id="2147483894" r:id="rId66"/>
    <p:sldLayoutId id="2147483895" r:id="rId67"/>
    <p:sldLayoutId id="2147483896" r:id="rId68"/>
    <p:sldLayoutId id="2147483897" r:id="rId69"/>
    <p:sldLayoutId id="2147483898" r:id="rId70"/>
    <p:sldLayoutId id="2147483899" r:id="rId71"/>
    <p:sldLayoutId id="2147483900" r:id="rId72"/>
    <p:sldLayoutId id="2147483901" r:id="rId73"/>
    <p:sldLayoutId id="2147483902" r:id="rId74"/>
    <p:sldLayoutId id="2147483903" r:id="rId75"/>
    <p:sldLayoutId id="2147483904" r:id="rId76"/>
    <p:sldLayoutId id="2147483905" r:id="rId77"/>
    <p:sldLayoutId id="2147483906" r:id="rId78"/>
    <p:sldLayoutId id="2147483907" r:id="rId79"/>
    <p:sldLayoutId id="2147483908" r:id="rId80"/>
    <p:sldLayoutId id="2147483909" r:id="rId81"/>
    <p:sldLayoutId id="2147483910" r:id="rId82"/>
    <p:sldLayoutId id="2147483911" r:id="rId83"/>
    <p:sldLayoutId id="2147483912" r:id="rId84"/>
    <p:sldLayoutId id="2147483913" r:id="rId8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EA4335"/>
          </p15:clr>
        </p15:guide>
        <p15:guide id="2" orient="horz" pos="2160">
          <p15:clr>
            <a:srgbClr val="EA4335"/>
          </p15:clr>
        </p15:guide>
        <p15:guide id="3" orient="horz" pos="4032">
          <p15:clr>
            <a:srgbClr val="EA4335"/>
          </p15:clr>
        </p15:guide>
        <p15:guide id="4" orient="horz" pos="288">
          <p15:clr>
            <a:srgbClr val="EA4335"/>
          </p15:clr>
        </p15:guide>
        <p15:guide id="5" pos="276">
          <p15:clr>
            <a:srgbClr val="EA4335"/>
          </p15:clr>
        </p15:guide>
        <p15:guide id="6" pos="7404">
          <p15:clr>
            <a:srgbClr val="EA4335"/>
          </p15:clr>
        </p15:guide>
        <p15:guide id="7" pos="2059">
          <p15:clr>
            <a:srgbClr val="EA4335"/>
          </p15:clr>
        </p15:guide>
        <p15:guide id="8" pos="5621">
          <p15:clr>
            <a:srgbClr val="EA4335"/>
          </p15:clr>
        </p15:guide>
        <p15:guide id="9" orient="horz" pos="1224">
          <p15:clr>
            <a:srgbClr val="EA4335"/>
          </p15:clr>
        </p15:guide>
        <p15:guide id="10" orient="horz" pos="3096">
          <p15:clr>
            <a:srgbClr val="EA4335"/>
          </p15:clr>
        </p15:guide>
        <p15:guide id="11" pos="1168">
          <p15:clr>
            <a:srgbClr val="EA4335"/>
          </p15:clr>
        </p15:guide>
        <p15:guide id="12" pos="2949">
          <p15:clr>
            <a:srgbClr val="EA4335"/>
          </p15:clr>
        </p15:guide>
        <p15:guide id="13" pos="4731">
          <p15:clr>
            <a:srgbClr val="EA4335"/>
          </p15:clr>
        </p15:guide>
        <p15:guide id="14" pos="6512">
          <p15:clr>
            <a:srgbClr val="EA4335"/>
          </p15:clr>
        </p15:guide>
        <p15:guide id="15" orient="horz" pos="756">
          <p15:clr>
            <a:srgbClr val="EA4335"/>
          </p15:clr>
        </p15:guide>
        <p15:guide id="16" orient="horz" pos="1692">
          <p15:clr>
            <a:srgbClr val="EA4335"/>
          </p15:clr>
        </p15:guide>
        <p15:guide id="17" orient="horz" pos="2628">
          <p15:clr>
            <a:srgbClr val="EA4335"/>
          </p15:clr>
        </p15:guide>
        <p15:guide id="18" orient="horz" pos="3564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7.xml"/><Relationship Id="rId6" Type="http://schemas.openxmlformats.org/officeDocument/2006/relationships/image" Target="../media/image18.png"/><Relationship Id="rId5" Type="http://schemas.microsoft.com/office/2007/relationships/hdphoto" Target="../media/hdphoto1.wdp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7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7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86.xml"/><Relationship Id="rId4" Type="http://schemas.openxmlformats.org/officeDocument/2006/relationships/image" Target="../media/image23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86.xml"/><Relationship Id="rId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76"/>
          <p:cNvSpPr txBox="1">
            <a:spLocks noGrp="1"/>
          </p:cNvSpPr>
          <p:nvPr>
            <p:ph type="title"/>
          </p:nvPr>
        </p:nvSpPr>
        <p:spPr>
          <a:xfrm>
            <a:off x="602237" y="1785324"/>
            <a:ext cx="7152000" cy="2253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sz="6600" dirty="0"/>
              <a:t>AI Without the Cloud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0C9F83E9-1AAD-EB07-0AF2-5D2095634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6132" y="3443627"/>
            <a:ext cx="6348999" cy="454665"/>
          </a:xfrm>
        </p:spPr>
        <p:txBody>
          <a:bodyPr/>
          <a:lstStyle/>
          <a:p>
            <a:pPr marL="152396" indent="0">
              <a:buNone/>
            </a:pPr>
            <a:r>
              <a:rPr lang="en-US" dirty="0">
                <a:solidFill>
                  <a:schemeClr val="accent2"/>
                </a:solidFill>
              </a:rPr>
              <a:t>Getting Started for Free, Privately, Locally with Open Source Frameworks &amp; Models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FA1BF0F-970C-3DC3-E3FC-3FB9A3B87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817049"/>
            <a:ext cx="1891956" cy="56520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E8D1CC53-E467-0D52-D3B9-53DD5E93D7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2569" b="25244"/>
          <a:stretch>
            <a:fillRect/>
          </a:stretch>
        </p:blipFill>
        <p:spPr>
          <a:xfrm>
            <a:off x="5285535" y="952695"/>
            <a:ext cx="6906466" cy="5905305"/>
          </a:xfrm>
          <a:prstGeom prst="rect">
            <a:avLst/>
          </a:prstGeom>
        </p:spPr>
      </p:pic>
      <p:sp>
        <p:nvSpPr>
          <p:cNvPr id="5" name="Subtitle 11">
            <a:extLst>
              <a:ext uri="{FF2B5EF4-FFF2-40B4-BE49-F238E27FC236}">
                <a16:creationId xmlns:a16="http://schemas.microsoft.com/office/drawing/2014/main" id="{CEF71CAA-2F36-C1E5-950B-683229FC9BDA}"/>
              </a:ext>
            </a:extLst>
          </p:cNvPr>
          <p:cNvSpPr txBox="1">
            <a:spLocks/>
          </p:cNvSpPr>
          <p:nvPr/>
        </p:nvSpPr>
        <p:spPr>
          <a:xfrm>
            <a:off x="602237" y="4643820"/>
            <a:ext cx="4475949" cy="454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/>
            <a:r>
              <a:rPr lang="en-US" sz="1600" dirty="0">
                <a:solidFill>
                  <a:schemeClr val="bg1">
                    <a:lumMod val="50000"/>
                  </a:schemeClr>
                </a:solidFill>
                <a:ea typeface="Calibri" pitchFamily="34" charset="-122"/>
                <a:cs typeface="Calibri" pitchFamily="34" charset="-120"/>
              </a:rPr>
              <a:t>Your Data. Your Hardware. Your AI.</a:t>
            </a:r>
          </a:p>
          <a:p>
            <a:pPr marL="0" indent="0"/>
            <a:endParaRPr lang="en-US" sz="1600" dirty="0">
              <a:solidFill>
                <a:schemeClr val="bg1">
                  <a:lumMod val="50000"/>
                </a:schemeClr>
              </a:solidFill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50">
            <a:extLst>
              <a:ext uri="{FF2B5EF4-FFF2-40B4-BE49-F238E27FC236}">
                <a16:creationId xmlns:a16="http://schemas.microsoft.com/office/drawing/2014/main" id="{70297D1E-223D-C26B-0D5F-A9E77241E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6" y="1948636"/>
            <a:ext cx="6011939" cy="2215991"/>
          </a:xfrm>
        </p:spPr>
        <p:txBody>
          <a:bodyPr/>
          <a:lstStyle/>
          <a:p>
            <a:r>
              <a:rPr lang="en-US" sz="4800" dirty="0"/>
              <a:t>Why Cloud-Hosted AI Isn't Always the Answer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AE748E19-45C0-8345-5A02-342D91EB9F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3679931"/>
            <a:ext cx="4561758" cy="1094800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Five critical barriers are pushing developers toward local alternatives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76054C-F139-3ED3-A354-4A873C539ACA}"/>
              </a:ext>
            </a:extLst>
          </p:cNvPr>
          <p:cNvSpPr txBox="1"/>
          <p:nvPr/>
        </p:nvSpPr>
        <p:spPr>
          <a:xfrm>
            <a:off x="335756" y="1535906"/>
            <a:ext cx="10839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The Problem</a:t>
            </a:r>
          </a:p>
        </p:txBody>
      </p:sp>
      <p:pic>
        <p:nvPicPr>
          <p:cNvPr id="55" name="Graphic 54">
            <a:extLst>
              <a:ext uri="{FF2B5EF4-FFF2-40B4-BE49-F238E27FC236}">
                <a16:creationId xmlns:a16="http://schemas.microsoft.com/office/drawing/2014/main" id="{C4A23257-6098-9DC0-28B2-32B8C7E94D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754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133B-55D7-C01A-0D6C-0D44A040B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669" y="457201"/>
            <a:ext cx="3976797" cy="574453"/>
          </a:xfrm>
        </p:spPr>
        <p:txBody>
          <a:bodyPr/>
          <a:lstStyle/>
          <a:p>
            <a:r>
              <a:rPr lang="en-US" dirty="0"/>
              <a:t>Privacy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5CBDE-6F83-5E32-569A-FF18C4C04D8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7" y="1159795"/>
            <a:ext cx="4118846" cy="3226467"/>
          </a:xfrm>
        </p:spPr>
        <p:txBody>
          <a:bodyPr/>
          <a:lstStyle/>
          <a:p>
            <a:r>
              <a:rPr lang="en-US" sz="1400" dirty="0"/>
              <a:t>Every prompt you send to a cloud API travels across the internet</a:t>
            </a:r>
          </a:p>
          <a:p>
            <a:endParaRPr lang="en-US" sz="1400" dirty="0"/>
          </a:p>
          <a:p>
            <a:r>
              <a:rPr lang="en-US" sz="1400" dirty="0"/>
              <a:t>Your proprietary code, customer data, and trade secrets are processed on someone else's servers</a:t>
            </a:r>
          </a:p>
          <a:p>
            <a:endParaRPr lang="en-US" sz="1400" dirty="0"/>
          </a:p>
          <a:p>
            <a:r>
              <a:rPr lang="en-US" sz="1400" dirty="0"/>
              <a:t>Cloud providers may log, store, or analyze your inputs for service improvement</a:t>
            </a:r>
          </a:p>
          <a:p>
            <a:endParaRPr lang="en-US" sz="1400" dirty="0"/>
          </a:p>
          <a:p>
            <a:r>
              <a:rPr lang="en-US" sz="1400" dirty="0"/>
              <a:t>GDPR, HIPAA, and SOC2 compliance becomes exponentially harder with external AI providers</a:t>
            </a:r>
          </a:p>
        </p:txBody>
      </p:sp>
      <p:pic>
        <p:nvPicPr>
          <p:cNvPr id="6" name="Image 0" descr="/agent/turn1/workspace/images/digital-padlock-with-glowing-red-warning-symbols-a_2026-05-08T12-03-07_image_DAS_0.jpg">
            <a:extLst>
              <a:ext uri="{FF2B5EF4-FFF2-40B4-BE49-F238E27FC236}">
                <a16:creationId xmlns:a16="http://schemas.microsoft.com/office/drawing/2014/main" id="{63974D34-1BA0-AADB-46FB-1D4FAAC7F80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0"/>
            <a:duotone>
              <a:prstClr val="black"/>
              <a:schemeClr val="accent2">
                <a:tint val="45000"/>
                <a:satMod val="400000"/>
              </a:schemeClr>
            </a:duotone>
          </a:blip>
          <a:srcRect l="30417" r="30417"/>
          <a:stretch/>
        </p:blipFill>
        <p:spPr>
          <a:xfrm>
            <a:off x="6702950" y="-1"/>
            <a:ext cx="5489050" cy="6861313"/>
          </a:xfrm>
          <a:prstGeom prst="rect">
            <a:avLst/>
          </a:prstGeom>
          <a:effectLst>
            <a:softEdge rad="0"/>
          </a:effec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0EACDA6-E1A1-23A2-2D8C-D036D4E3BE3A}"/>
              </a:ext>
            </a:extLst>
          </p:cNvPr>
          <p:cNvSpPr/>
          <p:nvPr/>
        </p:nvSpPr>
        <p:spPr>
          <a:xfrm>
            <a:off x="438867" y="457201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84999830-C964-6C27-B77A-979A526231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785" y="557119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86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133B-55D7-C01A-0D6C-0D44A040B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669" y="457201"/>
            <a:ext cx="3976797" cy="574453"/>
          </a:xfrm>
        </p:spPr>
        <p:txBody>
          <a:bodyPr/>
          <a:lstStyle/>
          <a:p>
            <a:r>
              <a:rPr lang="en-US" dirty="0"/>
              <a:t>Security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0EACDA6-E1A1-23A2-2D8C-D036D4E3BE3A}"/>
              </a:ext>
            </a:extLst>
          </p:cNvPr>
          <p:cNvSpPr/>
          <p:nvPr/>
        </p:nvSpPr>
        <p:spPr>
          <a:xfrm>
            <a:off x="438867" y="457201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C306FEC-B768-43CB-1009-2103964A70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8785" y="557119"/>
            <a:ext cx="228600" cy="2286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DE05480-C264-662B-DF5A-4826740B4B0D}"/>
              </a:ext>
            </a:extLst>
          </p:cNvPr>
          <p:cNvSpPr/>
          <p:nvPr/>
        </p:nvSpPr>
        <p:spPr>
          <a:xfrm>
            <a:off x="6096000" y="1830837"/>
            <a:ext cx="5230414" cy="149280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19969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48D3F93-8422-5B20-B171-88A459BCD586}"/>
              </a:ext>
            </a:extLst>
          </p:cNvPr>
          <p:cNvSpPr/>
          <p:nvPr/>
        </p:nvSpPr>
        <p:spPr>
          <a:xfrm>
            <a:off x="438867" y="3667588"/>
            <a:ext cx="5230414" cy="149280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19969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E8DF6C6-C669-7401-EC99-B1FAB3FEE6A9}"/>
              </a:ext>
            </a:extLst>
          </p:cNvPr>
          <p:cNvSpPr/>
          <p:nvPr/>
        </p:nvSpPr>
        <p:spPr>
          <a:xfrm>
            <a:off x="6096000" y="3667588"/>
            <a:ext cx="5230414" cy="149280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19969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E77A623-E693-36C4-B98E-082140C30633}"/>
              </a:ext>
            </a:extLst>
          </p:cNvPr>
          <p:cNvSpPr txBox="1">
            <a:spLocks/>
          </p:cNvSpPr>
          <p:nvPr/>
        </p:nvSpPr>
        <p:spPr>
          <a:xfrm>
            <a:off x="6440390" y="2171176"/>
            <a:ext cx="453412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Data Exfiltration</a:t>
            </a:r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dirty="0"/>
              <a:t>Sensitive data transmitted over the wire is vulnerable to interception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D5F611F-9CF4-348F-33C0-506C2F8E3642}"/>
              </a:ext>
            </a:extLst>
          </p:cNvPr>
          <p:cNvSpPr txBox="1">
            <a:spLocks/>
          </p:cNvSpPr>
          <p:nvPr/>
        </p:nvSpPr>
        <p:spPr>
          <a:xfrm>
            <a:off x="787013" y="4007927"/>
            <a:ext cx="453412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Supply Chain Risk</a:t>
            </a:r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dirty="0"/>
              <a:t>Dependency on third-party infrastructure introduces cascading failure points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403ACC8-25E5-5EBC-AC11-FBD5B3B441FB}"/>
              </a:ext>
            </a:extLst>
          </p:cNvPr>
          <p:cNvSpPr txBox="1">
            <a:spLocks/>
          </p:cNvSpPr>
          <p:nvPr/>
        </p:nvSpPr>
        <p:spPr>
          <a:xfrm>
            <a:off x="6440390" y="4007927"/>
            <a:ext cx="453412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Zero-Day Exposure</a:t>
            </a:r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dirty="0"/>
              <a:t>Cloud platforms are high-value targets for sophisticated threat actors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41E4649-E9A6-877C-E7DB-CC6BCA0AC334}"/>
              </a:ext>
            </a:extLst>
          </p:cNvPr>
          <p:cNvGrpSpPr/>
          <p:nvPr/>
        </p:nvGrpSpPr>
        <p:grpSpPr>
          <a:xfrm>
            <a:off x="438867" y="1830837"/>
            <a:ext cx="5230414" cy="1492807"/>
            <a:chOff x="438867" y="1830837"/>
            <a:chExt cx="5230414" cy="1492807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EF4DBCE6-1280-965D-505E-248A54493279}"/>
                </a:ext>
              </a:extLst>
            </p:cNvPr>
            <p:cNvSpPr/>
            <p:nvPr/>
          </p:nvSpPr>
          <p:spPr>
            <a:xfrm>
              <a:off x="438867" y="1830837"/>
              <a:ext cx="5230414" cy="1492807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accent2">
                    <a:alpha val="19969"/>
                  </a:schemeClr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defTabSz="1219170">
                <a:lnSpc>
                  <a:spcPts val="1867"/>
                </a:lnSpc>
                <a:spcAft>
                  <a:spcPts val="400"/>
                </a:spcAft>
              </a:pPr>
              <a:endParaRPr lang="en-US" sz="11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" name="Text Placeholder 3">
              <a:extLst>
                <a:ext uri="{FF2B5EF4-FFF2-40B4-BE49-F238E27FC236}">
                  <a16:creationId xmlns:a16="http://schemas.microsoft.com/office/drawing/2014/main" id="{489B824E-A957-D8CE-20D6-EF4B3A2E6BEA}"/>
                </a:ext>
              </a:extLst>
            </p:cNvPr>
            <p:cNvSpPr txBox="1">
              <a:spLocks/>
            </p:cNvSpPr>
            <p:nvPr/>
          </p:nvSpPr>
          <p:spPr>
            <a:xfrm>
              <a:off x="787013" y="2171176"/>
              <a:ext cx="4534121" cy="81212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293688" marR="0" lvl="0" indent="-2857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Char char="•"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 marL="0" indent="0">
                <a:spcAft>
                  <a:spcPts val="600"/>
                </a:spcAft>
                <a:buFont typeface="Arial" panose="020B0604020202020204" pitchFamily="34" charset="0"/>
                <a:buNone/>
              </a:pPr>
              <a:r>
                <a:rPr lang="en-US" b="1">
                  <a:solidFill>
                    <a:schemeClr val="accent2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Attack Surface</a:t>
              </a:r>
            </a:p>
            <a:p>
              <a:pPr marL="0" indent="0">
                <a:spcAft>
                  <a:spcPts val="600"/>
                </a:spcAft>
                <a:buFont typeface="Arial" panose="020B0604020202020204" pitchFamily="34" charset="0"/>
                <a:buNone/>
              </a:pPr>
              <a:r>
                <a:rPr lang="en-US" sz="1400"/>
                <a:t>API keys, network traffic, and cloud provider breaches create multiple vectors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35601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133B-55D7-C01A-0D6C-0D44A040B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669" y="457201"/>
            <a:ext cx="3976797" cy="574453"/>
          </a:xfrm>
        </p:spPr>
        <p:txBody>
          <a:bodyPr/>
          <a:lstStyle/>
          <a:p>
            <a:r>
              <a:rPr lang="en-US" dirty="0"/>
              <a:t>Intellectual Property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5CBDE-6F83-5E32-569A-FF18C4C04D8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7" y="1159795"/>
            <a:ext cx="5755199" cy="3226467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Who owns what you create with cloud AI?</a:t>
            </a:r>
            <a:endParaRPr lang="en-US" sz="1800" dirty="0">
              <a:solidFill>
                <a:schemeClr val="accent2"/>
              </a:solidFill>
              <a:latin typeface="DM Sans 14pt" pitchFamily="2" charset="77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Terms of service vary wildly between providers. Some claim rights to use your inputs for training. Others retain broad licenses over generated outputs.</a:t>
            </a:r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400" i="1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Your competitive advantage could be training your competitor's next model update.</a:t>
            </a:r>
            <a:endParaRPr lang="en-US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With local models, your prompts, your outputs, and your fine-tuned weights belong entirely to you.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0EACDA6-E1A1-23A2-2D8C-D036D4E3BE3A}"/>
              </a:ext>
            </a:extLst>
          </p:cNvPr>
          <p:cNvSpPr/>
          <p:nvPr/>
        </p:nvSpPr>
        <p:spPr>
          <a:xfrm>
            <a:off x="438867" y="457201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9DC2B3D-C254-4A71-65BB-BF304BCBED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8785" y="557119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727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6869-AB01-BD77-411F-F02C61F48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1889" y="457201"/>
            <a:ext cx="5588222" cy="574453"/>
          </a:xfrm>
        </p:spPr>
        <p:txBody>
          <a:bodyPr/>
          <a:lstStyle/>
          <a:p>
            <a:pPr algn="ctr"/>
            <a:r>
              <a:rPr lang="en-US" dirty="0"/>
              <a:t>They're Learning From Your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EE6240-31B5-0E32-100B-AA02EDA73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61934" y="4102323"/>
            <a:ext cx="7449976" cy="574444"/>
          </a:xfrm>
        </p:spPr>
        <p:txBody>
          <a:bodyPr/>
          <a:lstStyle/>
          <a:p>
            <a:pPr algn="ctr">
              <a:lnSpc>
                <a:spcPts val="2200"/>
              </a:lnSpc>
            </a:pPr>
            <a:r>
              <a:rPr lang="en-US" dirty="0">
                <a:solidFill>
                  <a:schemeClr val="accent2"/>
                </a:solidFill>
              </a:rPr>
              <a:t>Most major cloud AI providers use your data by default unless you explicitly opt out—and even then, trust is the only verification.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28AC8D2-04BA-B8FE-FCC5-09311815836D}"/>
              </a:ext>
            </a:extLst>
          </p:cNvPr>
          <p:cNvGrpSpPr/>
          <p:nvPr/>
        </p:nvGrpSpPr>
        <p:grpSpPr>
          <a:xfrm>
            <a:off x="1359198" y="1927927"/>
            <a:ext cx="2131422" cy="1278123"/>
            <a:chOff x="1359198" y="1927927"/>
            <a:chExt cx="2131422" cy="1278123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791CBC4-8509-B3AD-A005-F89A6203C2DB}"/>
                </a:ext>
              </a:extLst>
            </p:cNvPr>
            <p:cNvSpPr/>
            <p:nvPr/>
          </p:nvSpPr>
          <p:spPr>
            <a:xfrm>
              <a:off x="1359198" y="1927927"/>
              <a:ext cx="2131422" cy="1278123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accent1">
                    <a:alpha val="19000"/>
                  </a:schemeClr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lumMod val="90000"/>
                  <a:lumOff val="10000"/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defTabSz="1219170">
                <a:lnSpc>
                  <a:spcPts val="1867"/>
                </a:lnSpc>
                <a:spcAft>
                  <a:spcPts val="400"/>
                </a:spcAft>
              </a:pPr>
              <a:endParaRPr lang="en-US" sz="11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6" name="Text Placeholder 2">
              <a:extLst>
                <a:ext uri="{FF2B5EF4-FFF2-40B4-BE49-F238E27FC236}">
                  <a16:creationId xmlns:a16="http://schemas.microsoft.com/office/drawing/2014/main" id="{D4175AE0-F8E0-0D2D-561C-74AD6E511889}"/>
                </a:ext>
              </a:extLst>
            </p:cNvPr>
            <p:cNvSpPr txBox="1">
              <a:spLocks/>
            </p:cNvSpPr>
            <p:nvPr/>
          </p:nvSpPr>
          <p:spPr>
            <a:xfrm>
              <a:off x="1582558" y="2082462"/>
              <a:ext cx="1684701" cy="9230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>
                <a:spcAft>
                  <a:spcPts val="1200"/>
                </a:spcAft>
              </a:pPr>
              <a:r>
                <a:rPr lang="en-US" b="1" dirty="0">
                  <a:solidFill>
                    <a:schemeClr val="accent1"/>
                  </a:solidFill>
                  <a:latin typeface="DM Sans 14pt" pitchFamily="2" charset="77"/>
                </a:rPr>
                <a:t>01</a:t>
              </a:r>
            </a:p>
            <a:p>
              <a:pPr marL="0"/>
              <a:r>
                <a:rPr lang="en-US" sz="1200" dirty="0"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You send a prompt containing proprietary code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2D402EF-5A94-3635-A608-4304F7639417}"/>
              </a:ext>
            </a:extLst>
          </p:cNvPr>
          <p:cNvGrpSpPr/>
          <p:nvPr/>
        </p:nvGrpSpPr>
        <p:grpSpPr>
          <a:xfrm>
            <a:off x="3816151" y="1927927"/>
            <a:ext cx="2131422" cy="1278123"/>
            <a:chOff x="3816151" y="1927927"/>
            <a:chExt cx="2131422" cy="1278123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78CE79CB-DAB0-03AB-6CB1-FA68429A549D}"/>
                </a:ext>
              </a:extLst>
            </p:cNvPr>
            <p:cNvSpPr/>
            <p:nvPr/>
          </p:nvSpPr>
          <p:spPr>
            <a:xfrm>
              <a:off x="3816151" y="1927927"/>
              <a:ext cx="2131422" cy="1278123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accent1">
                    <a:alpha val="19000"/>
                  </a:schemeClr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lumMod val="90000"/>
                  <a:lumOff val="10000"/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defTabSz="1219170">
                <a:lnSpc>
                  <a:spcPts val="1867"/>
                </a:lnSpc>
                <a:spcAft>
                  <a:spcPts val="400"/>
                </a:spcAft>
              </a:pPr>
              <a:endParaRPr lang="en-US" sz="11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2" name="Text Placeholder 2">
              <a:extLst>
                <a:ext uri="{FF2B5EF4-FFF2-40B4-BE49-F238E27FC236}">
                  <a16:creationId xmlns:a16="http://schemas.microsoft.com/office/drawing/2014/main" id="{97495970-933D-FAA2-1B45-A4355D56EF09}"/>
                </a:ext>
              </a:extLst>
            </p:cNvPr>
            <p:cNvSpPr txBox="1">
              <a:spLocks/>
            </p:cNvSpPr>
            <p:nvPr/>
          </p:nvSpPr>
          <p:spPr>
            <a:xfrm>
              <a:off x="4039511" y="2082462"/>
              <a:ext cx="1684701" cy="9230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>
                <a:spcAft>
                  <a:spcPts val="1200"/>
                </a:spcAft>
              </a:pPr>
              <a:r>
                <a:rPr lang="en-US" b="1" dirty="0">
                  <a:solidFill>
                    <a:schemeClr val="accent1"/>
                  </a:solidFill>
                  <a:latin typeface="DM Sans 14pt" pitchFamily="2" charset="77"/>
                </a:rPr>
                <a:t>02</a:t>
              </a:r>
            </a:p>
            <a:p>
              <a:pPr marL="0"/>
              <a:r>
                <a:rPr lang="en-US" sz="1200" dirty="0"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Cloud provider logs</a:t>
              </a:r>
            </a:p>
            <a:p>
              <a:pPr marL="0"/>
              <a:r>
                <a:rPr lang="en-US" sz="1200" dirty="0"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the interaction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5642BD0-1391-E477-731E-C48569614D24}"/>
              </a:ext>
            </a:extLst>
          </p:cNvPr>
          <p:cNvGrpSpPr/>
          <p:nvPr/>
        </p:nvGrpSpPr>
        <p:grpSpPr>
          <a:xfrm>
            <a:off x="6273105" y="1927927"/>
            <a:ext cx="2131422" cy="1278123"/>
            <a:chOff x="6273105" y="1927927"/>
            <a:chExt cx="2131422" cy="1278123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F99CCF98-1407-1F21-8EEC-1CA5C0568FAE}"/>
                </a:ext>
              </a:extLst>
            </p:cNvPr>
            <p:cNvSpPr/>
            <p:nvPr/>
          </p:nvSpPr>
          <p:spPr>
            <a:xfrm>
              <a:off x="6273105" y="1927927"/>
              <a:ext cx="2131422" cy="1278123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accent1">
                    <a:alpha val="19000"/>
                  </a:schemeClr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lumMod val="90000"/>
                  <a:lumOff val="10000"/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defTabSz="1219170">
                <a:lnSpc>
                  <a:spcPts val="1867"/>
                </a:lnSpc>
                <a:spcAft>
                  <a:spcPts val="400"/>
                </a:spcAft>
              </a:pPr>
              <a:endParaRPr lang="en-US" sz="11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" name="Text Placeholder 2">
              <a:extLst>
                <a:ext uri="{FF2B5EF4-FFF2-40B4-BE49-F238E27FC236}">
                  <a16:creationId xmlns:a16="http://schemas.microsoft.com/office/drawing/2014/main" id="{FBA51A84-5E39-D6B4-A69A-0E1752D05221}"/>
                </a:ext>
              </a:extLst>
            </p:cNvPr>
            <p:cNvSpPr txBox="1">
              <a:spLocks/>
            </p:cNvSpPr>
            <p:nvPr/>
          </p:nvSpPr>
          <p:spPr>
            <a:xfrm>
              <a:off x="6496465" y="2082462"/>
              <a:ext cx="1684701" cy="9230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>
                <a:spcAft>
                  <a:spcPts val="1200"/>
                </a:spcAft>
              </a:pPr>
              <a:r>
                <a:rPr lang="en-US" b="1" dirty="0">
                  <a:solidFill>
                    <a:schemeClr val="accent1"/>
                  </a:solidFill>
                  <a:latin typeface="DM Sans 14pt" pitchFamily="2" charset="77"/>
                </a:rPr>
                <a:t>03</a:t>
              </a:r>
            </a:p>
            <a:p>
              <a:pPr marL="0"/>
              <a:r>
                <a:rPr lang="en-US" sz="1200" dirty="0"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Your data trains the next model version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A6A7597-6F79-B936-4194-3CB0968BD768}"/>
              </a:ext>
            </a:extLst>
          </p:cNvPr>
          <p:cNvGrpSpPr/>
          <p:nvPr/>
        </p:nvGrpSpPr>
        <p:grpSpPr>
          <a:xfrm>
            <a:off x="8730058" y="1927927"/>
            <a:ext cx="2131422" cy="1278123"/>
            <a:chOff x="8730058" y="1927927"/>
            <a:chExt cx="2131422" cy="1278123"/>
          </a:xfrm>
        </p:grpSpPr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DE9A9C7A-9D93-3E96-CFAE-F6F8566617AE}"/>
                </a:ext>
              </a:extLst>
            </p:cNvPr>
            <p:cNvSpPr/>
            <p:nvPr/>
          </p:nvSpPr>
          <p:spPr>
            <a:xfrm>
              <a:off x="8730058" y="1927927"/>
              <a:ext cx="2131422" cy="1278123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accent1">
                    <a:alpha val="19000"/>
                  </a:schemeClr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lumMod val="90000"/>
                  <a:lumOff val="10000"/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defTabSz="1219170">
                <a:lnSpc>
                  <a:spcPts val="1867"/>
                </a:lnSpc>
                <a:spcAft>
                  <a:spcPts val="400"/>
                </a:spcAft>
              </a:pPr>
              <a:endParaRPr lang="en-US" sz="11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6" name="Text Placeholder 2">
              <a:extLst>
                <a:ext uri="{FF2B5EF4-FFF2-40B4-BE49-F238E27FC236}">
                  <a16:creationId xmlns:a16="http://schemas.microsoft.com/office/drawing/2014/main" id="{C901CCB8-DD72-BC2C-EC30-CF1C955F5C1D}"/>
                </a:ext>
              </a:extLst>
            </p:cNvPr>
            <p:cNvSpPr txBox="1">
              <a:spLocks/>
            </p:cNvSpPr>
            <p:nvPr/>
          </p:nvSpPr>
          <p:spPr>
            <a:xfrm>
              <a:off x="8953418" y="2082462"/>
              <a:ext cx="1684701" cy="9230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>
                <a:spcAft>
                  <a:spcPts val="1200"/>
                </a:spcAft>
              </a:pPr>
              <a:r>
                <a:rPr lang="en-US" b="1" dirty="0">
                  <a:solidFill>
                    <a:schemeClr val="accent1"/>
                  </a:solidFill>
                  <a:latin typeface="DM Sans 14pt" pitchFamily="2" charset="77"/>
                </a:rPr>
                <a:t>04</a:t>
              </a:r>
            </a:p>
            <a:p>
              <a:pPr marL="0"/>
              <a:r>
                <a:rPr lang="en-US" sz="1200" dirty="0"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Competitors get a model improved by your IP</a:t>
              </a:r>
            </a:p>
          </p:txBody>
        </p:sp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139984B-8E87-2F31-7960-6499459E7043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3490620" y="2566989"/>
            <a:ext cx="325531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DA11820-18E0-BFE9-884F-6B984DF4376F}"/>
              </a:ext>
            </a:extLst>
          </p:cNvPr>
          <p:cNvCxnSpPr>
            <a:cxnSpLocks/>
          </p:cNvCxnSpPr>
          <p:nvPr/>
        </p:nvCxnSpPr>
        <p:spPr>
          <a:xfrm>
            <a:off x="5971427" y="2566989"/>
            <a:ext cx="325531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473F03A-9609-D5D2-1D0F-05C744653C76}"/>
              </a:ext>
            </a:extLst>
          </p:cNvPr>
          <p:cNvCxnSpPr>
            <a:cxnSpLocks/>
          </p:cNvCxnSpPr>
          <p:nvPr/>
        </p:nvCxnSpPr>
        <p:spPr>
          <a:xfrm>
            <a:off x="8404526" y="2566989"/>
            <a:ext cx="325531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791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133B-55D7-C01A-0D6C-0D44A040B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669" y="457201"/>
            <a:ext cx="3976797" cy="574453"/>
          </a:xfrm>
        </p:spPr>
        <p:txBody>
          <a:bodyPr/>
          <a:lstStyle/>
          <a:p>
            <a:r>
              <a:rPr lang="en-US" dirty="0"/>
              <a:t>The Cost Problem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5CBDE-6F83-5E32-569A-FF18C4C04D8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7" y="4150616"/>
            <a:ext cx="6001690" cy="692859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Pay for hardware once. Run unlimited inference forever. No rate limits. No per-token fees.</a:t>
            </a:r>
          </a:p>
          <a:p>
            <a:pPr marL="0" indent="0">
              <a:buNone/>
            </a:pPr>
            <a:endParaRPr lang="en-US" sz="1800" b="1" dirty="0">
              <a:latin typeface="DM Sans 14pt" pitchFamily="2" charset="77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0EACDA6-E1A1-23A2-2D8C-D036D4E3BE3A}"/>
              </a:ext>
            </a:extLst>
          </p:cNvPr>
          <p:cNvSpPr/>
          <p:nvPr/>
        </p:nvSpPr>
        <p:spPr>
          <a:xfrm>
            <a:off x="438867" y="457201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C1C2A5D-F26E-FC68-15E6-ACD50422E5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8785" y="557119"/>
            <a:ext cx="228600" cy="228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FD86742E-E6C6-6A9F-0B05-5D787010EB3F}"/>
              </a:ext>
            </a:extLst>
          </p:cNvPr>
          <p:cNvGrpSpPr/>
          <p:nvPr/>
        </p:nvGrpSpPr>
        <p:grpSpPr>
          <a:xfrm>
            <a:off x="438867" y="1753270"/>
            <a:ext cx="2956250" cy="1675730"/>
            <a:chOff x="438867" y="1753270"/>
            <a:chExt cx="2956250" cy="1675730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07603980-DEB0-2E8E-C45E-E60B5E99E440}"/>
                </a:ext>
              </a:extLst>
            </p:cNvPr>
            <p:cNvSpPr/>
            <p:nvPr/>
          </p:nvSpPr>
          <p:spPr>
            <a:xfrm>
              <a:off x="438867" y="1753270"/>
              <a:ext cx="2956250" cy="1675730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lumMod val="90000"/>
                  <a:lumOff val="10000"/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marL="0" marR="0" lvl="0" indent="0" algn="l" defTabSz="1219170" rtl="0" eaLnBrk="1" fontAlgn="auto" latinLnBrk="0" hangingPunct="1">
                <a:lnSpc>
                  <a:spcPts val="1867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endParaRPr>
            </a:p>
          </p:txBody>
        </p:sp>
        <p:sp>
          <p:nvSpPr>
            <p:cNvPr id="9" name="Stat3Txt">
              <a:extLst>
                <a:ext uri="{FF2B5EF4-FFF2-40B4-BE49-F238E27FC236}">
                  <a16:creationId xmlns:a16="http://schemas.microsoft.com/office/drawing/2014/main" id="{4A1899CA-EF07-9BF1-1405-B02291D387B8}"/>
                </a:ext>
              </a:extLst>
            </p:cNvPr>
            <p:cNvSpPr/>
            <p:nvPr/>
          </p:nvSpPr>
          <p:spPr>
            <a:xfrm>
              <a:off x="621747" y="1851484"/>
              <a:ext cx="2310209" cy="138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3200" b="1" i="0" u="none" strike="noStrike" kern="0" cap="none" spc="-15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DM Sans 14pt" pitchFamily="2" charset="77"/>
                  <a:ea typeface="Open Sans" panose="020B0606030504020204" pitchFamily="34" charset="0"/>
                  <a:cs typeface="Open Sans" panose="020B0606030504020204" pitchFamily="34" charset="0"/>
                  <a:sym typeface="Arial"/>
                </a:rPr>
                <a:t>$7-15</a:t>
              </a:r>
            </a:p>
            <a:p>
              <a:pPr marL="0" marR="0" lvl="0" indent="0" algn="l" defTabSz="914400" rtl="0" eaLnBrk="1" fontAlgn="auto" latinLnBrk="0" hangingPunct="1">
                <a:lnSpc>
                  <a:spcPts val="15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E2E8F0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Arial"/>
                </a:rPr>
                <a:t>per 1M tokens Frontier models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3397DCF-89D4-DF06-AC6A-B720724FBBFB}"/>
              </a:ext>
            </a:extLst>
          </p:cNvPr>
          <p:cNvGrpSpPr/>
          <p:nvPr/>
        </p:nvGrpSpPr>
        <p:grpSpPr>
          <a:xfrm>
            <a:off x="3738658" y="1753270"/>
            <a:ext cx="2956250" cy="1675730"/>
            <a:chOff x="3738658" y="1753270"/>
            <a:chExt cx="2956250" cy="1675730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E03BC956-1B08-7006-E8DC-A9EF320325B4}"/>
                </a:ext>
              </a:extLst>
            </p:cNvPr>
            <p:cNvSpPr/>
            <p:nvPr/>
          </p:nvSpPr>
          <p:spPr>
            <a:xfrm>
              <a:off x="3738658" y="1753270"/>
              <a:ext cx="2956250" cy="1675730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lumMod val="90000"/>
                  <a:lumOff val="10000"/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marL="0" marR="0" lvl="0" indent="0" algn="l" defTabSz="1219170" rtl="0" eaLnBrk="1" fontAlgn="auto" latinLnBrk="0" hangingPunct="1">
                <a:lnSpc>
                  <a:spcPts val="1867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endParaRPr>
            </a:p>
          </p:txBody>
        </p:sp>
        <p:sp>
          <p:nvSpPr>
            <p:cNvPr id="11" name="Stat3Txt">
              <a:extLst>
                <a:ext uri="{FF2B5EF4-FFF2-40B4-BE49-F238E27FC236}">
                  <a16:creationId xmlns:a16="http://schemas.microsoft.com/office/drawing/2014/main" id="{083DFFAC-999B-0F52-F5E6-B388A85AC7A9}"/>
                </a:ext>
              </a:extLst>
            </p:cNvPr>
            <p:cNvSpPr/>
            <p:nvPr/>
          </p:nvSpPr>
          <p:spPr>
            <a:xfrm>
              <a:off x="3921538" y="1851484"/>
              <a:ext cx="2310209" cy="138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3200" b="1" i="0" u="none" strike="noStrike" kern="0" cap="none" spc="-15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DM Sans 14pt" pitchFamily="2" charset="77"/>
                  <a:ea typeface="Open Sans" panose="020B0606030504020204" pitchFamily="34" charset="0"/>
                  <a:cs typeface="Open Sans" panose="020B0606030504020204" pitchFamily="34" charset="0"/>
                  <a:sym typeface="Arial"/>
                </a:rPr>
                <a:t>$0</a:t>
              </a:r>
            </a:p>
            <a:p>
              <a:pPr marL="0" marR="0" lvl="0" indent="0" algn="l" defTabSz="914400" rtl="0" eaLnBrk="1" fontAlgn="auto" latinLnBrk="0" hangingPunct="1">
                <a:lnSpc>
                  <a:spcPts val="15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E2E8F0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Arial"/>
                </a:rPr>
                <a:t>per 1M tokens Local inference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9611FA3-A010-8D2F-5EF8-1D1AC738D2FC}"/>
              </a:ext>
            </a:extLst>
          </p:cNvPr>
          <p:cNvGrpSpPr/>
          <p:nvPr/>
        </p:nvGrpSpPr>
        <p:grpSpPr>
          <a:xfrm>
            <a:off x="7038449" y="1753270"/>
            <a:ext cx="2956250" cy="1675730"/>
            <a:chOff x="7038449" y="1753270"/>
            <a:chExt cx="2956250" cy="1675730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09A83F60-107C-690B-032E-7D2340F1B3AC}"/>
                </a:ext>
              </a:extLst>
            </p:cNvPr>
            <p:cNvSpPr/>
            <p:nvPr/>
          </p:nvSpPr>
          <p:spPr>
            <a:xfrm>
              <a:off x="7038449" y="1753270"/>
              <a:ext cx="2956250" cy="1675730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lumMod val="90000"/>
                  <a:lumOff val="10000"/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marL="0" marR="0" lvl="0" indent="0" algn="l" defTabSz="1219170" rtl="0" eaLnBrk="1" fontAlgn="auto" latinLnBrk="0" hangingPunct="1">
                <a:lnSpc>
                  <a:spcPts val="1867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endParaRPr>
            </a:p>
          </p:txBody>
        </p:sp>
        <p:sp>
          <p:nvSpPr>
            <p:cNvPr id="13" name="Stat3Txt">
              <a:extLst>
                <a:ext uri="{FF2B5EF4-FFF2-40B4-BE49-F238E27FC236}">
                  <a16:creationId xmlns:a16="http://schemas.microsoft.com/office/drawing/2014/main" id="{EF28E36C-7820-2363-0745-EAD44E857607}"/>
                </a:ext>
              </a:extLst>
            </p:cNvPr>
            <p:cNvSpPr/>
            <p:nvPr/>
          </p:nvSpPr>
          <p:spPr>
            <a:xfrm>
              <a:off x="7221329" y="1851484"/>
              <a:ext cx="2310209" cy="138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3200" b="1" i="0" u="none" strike="noStrike" kern="0" cap="none" spc="-15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DM Sans 14pt" pitchFamily="2" charset="77"/>
                  <a:ea typeface="Open Sans" panose="020B0606030504020204" pitchFamily="34" charset="0"/>
                  <a:cs typeface="Open Sans" panose="020B0606030504020204" pitchFamily="34" charset="0"/>
                  <a:sym typeface="Arial"/>
                </a:rPr>
                <a:t>100x</a:t>
              </a:r>
            </a:p>
            <a:p>
              <a:pPr marL="0" marR="0" lvl="0" indent="0" algn="l" defTabSz="914400" rtl="0" eaLnBrk="1" fontAlgn="auto" latinLnBrk="0" hangingPunct="1">
                <a:lnSpc>
                  <a:spcPts val="15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E2E8F0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Arial"/>
                </a:rPr>
                <a:t>cost difference at scale </a:t>
              </a:r>
              <a:b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E2E8F0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Arial"/>
                </a:rPr>
              </a:b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E2E8F0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Arial"/>
                </a:rPr>
                <a:t>(10M+ tokens/day)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43927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50">
            <a:extLst>
              <a:ext uri="{FF2B5EF4-FFF2-40B4-BE49-F238E27FC236}">
                <a16:creationId xmlns:a16="http://schemas.microsoft.com/office/drawing/2014/main" id="{70297D1E-223D-C26B-0D5F-A9E77241E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6" y="1948636"/>
            <a:ext cx="6011939" cy="1477328"/>
          </a:xfrm>
        </p:spPr>
        <p:txBody>
          <a:bodyPr/>
          <a:lstStyle/>
          <a:p>
            <a:r>
              <a:rPr lang="en-US" sz="4800" dirty="0"/>
              <a:t>Run AI Locally.</a:t>
            </a:r>
            <a:br>
              <a:rPr lang="en-US" sz="4800" dirty="0"/>
            </a:br>
            <a:r>
              <a:rPr lang="en-US" sz="4800" dirty="0"/>
              <a:t>For Free. Right Now.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AE748E19-45C0-8345-5A02-342D91EB9F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3679931"/>
            <a:ext cx="7417022" cy="1094800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Open source frameworks + open weight models = complete local AI stack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76054C-F139-3ED3-A354-4A873C539ACA}"/>
              </a:ext>
            </a:extLst>
          </p:cNvPr>
          <p:cNvSpPr txBox="1"/>
          <p:nvPr/>
        </p:nvSpPr>
        <p:spPr>
          <a:xfrm>
            <a:off x="335756" y="1535906"/>
            <a:ext cx="10695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The Solution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174AB719-AFE7-94EC-1A18-BC275C25A0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236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BA8E7-556C-0FF5-D36A-4D2BABF2B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199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The Local AI Frameworks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EE22E94-791C-C64F-D2CE-88B11E12E942}"/>
              </a:ext>
            </a:extLst>
          </p:cNvPr>
          <p:cNvGrpSpPr/>
          <p:nvPr/>
        </p:nvGrpSpPr>
        <p:grpSpPr>
          <a:xfrm>
            <a:off x="4452559" y="1905298"/>
            <a:ext cx="3286881" cy="3349551"/>
            <a:chOff x="4452559" y="1905298"/>
            <a:chExt cx="3286881" cy="3349551"/>
          </a:xfrm>
        </p:grpSpPr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2152EF1-09FC-C24C-B751-C1C785415C7E}"/>
                </a:ext>
              </a:extLst>
            </p:cNvPr>
            <p:cNvSpPr/>
            <p:nvPr/>
          </p:nvSpPr>
          <p:spPr>
            <a:xfrm>
              <a:off x="4452559" y="1905298"/>
              <a:ext cx="3286881" cy="3349551"/>
            </a:xfrm>
            <a:prstGeom prst="roundRect">
              <a:avLst>
                <a:gd name="adj" fmla="val 4242"/>
              </a:avLst>
            </a:prstGeom>
            <a:gradFill>
              <a:gsLst>
                <a:gs pos="74000">
                  <a:schemeClr val="tx1"/>
                </a:gs>
                <a:gs pos="100000">
                  <a:schemeClr val="accent5">
                    <a:alpha val="25084"/>
                  </a:schemeClr>
                </a:gs>
              </a:gsLst>
              <a:lin ang="5400000" scaled="1"/>
            </a:gradFill>
            <a:ln w="3175">
              <a:solidFill>
                <a:schemeClr val="bg1">
                  <a:lumMod val="50000"/>
                  <a:alpha val="7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marL="0" marR="0" lvl="0" indent="0" algn="l" defTabSz="1219170" rtl="0" eaLnBrk="1" fontAlgn="auto" latinLnBrk="0" hangingPunct="1">
                <a:lnSpc>
                  <a:spcPts val="1867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endParaRP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A32AAC1-8289-3929-40DD-119580E84799}"/>
                </a:ext>
              </a:extLst>
            </p:cNvPr>
            <p:cNvGrpSpPr/>
            <p:nvPr/>
          </p:nvGrpSpPr>
          <p:grpSpPr>
            <a:xfrm>
              <a:off x="4794284" y="2196357"/>
              <a:ext cx="1958879" cy="435253"/>
              <a:chOff x="1811167" y="4556346"/>
              <a:chExt cx="5715700" cy="1270000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00810955-FEA2-2A5E-C98F-F45D4C44A6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344333" y="4866493"/>
                <a:ext cx="4182534" cy="727397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CF8F0BB7-454C-981D-427F-ADFAB3DE1C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1167" y="4556346"/>
                <a:ext cx="1270000" cy="1270000"/>
              </a:xfrm>
              <a:prstGeom prst="rect">
                <a:avLst/>
              </a:prstGeom>
            </p:spPr>
          </p:pic>
        </p:grpSp>
        <p:sp>
          <p:nvSpPr>
            <p:cNvPr id="5" name="Text Placeholder 2">
              <a:extLst>
                <a:ext uri="{FF2B5EF4-FFF2-40B4-BE49-F238E27FC236}">
                  <a16:creationId xmlns:a16="http://schemas.microsoft.com/office/drawing/2014/main" id="{5B954497-FD5C-DDBB-5E5A-C90E73835DF8}"/>
                </a:ext>
              </a:extLst>
            </p:cNvPr>
            <p:cNvSpPr txBox="1">
              <a:spLocks/>
            </p:cNvSpPr>
            <p:nvPr/>
          </p:nvSpPr>
          <p:spPr>
            <a:xfrm>
              <a:off x="4825107" y="2976345"/>
              <a:ext cx="2474190" cy="15265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 marL="0">
                <a:spcAft>
                  <a:spcPts val="1200"/>
                </a:spcAft>
              </a:pPr>
              <a:r>
                <a:rPr lang="en-US" sz="1400" i="1" dirty="0">
                  <a:solidFill>
                    <a:srgbClr val="8B949E"/>
                  </a:solidFill>
                </a:rPr>
                <a:t>The Desktop Experience</a:t>
              </a:r>
            </a:p>
            <a:p>
              <a:pPr marL="0">
                <a:lnSpc>
                  <a:spcPts val="1600"/>
                </a:lnSpc>
              </a:pPr>
              <a:r>
                <a:rPr lang="en-US" sz="1200" dirty="0">
                  <a:solidFill>
                    <a:srgbClr val="FFFFFF"/>
                  </a:solidFill>
                </a:rPr>
                <a:t>Polished GUI for model discovery. Built-in model browser from Hugging Face. Great for Apple Silicon. OpenAI-compatible server.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E0C728A-FA51-46AF-863D-DAD00F6A54A9}"/>
              </a:ext>
            </a:extLst>
          </p:cNvPr>
          <p:cNvGrpSpPr/>
          <p:nvPr/>
        </p:nvGrpSpPr>
        <p:grpSpPr>
          <a:xfrm>
            <a:off x="7956633" y="1905298"/>
            <a:ext cx="3286881" cy="3349551"/>
            <a:chOff x="7956633" y="1905298"/>
            <a:chExt cx="3286881" cy="3349551"/>
          </a:xfrm>
        </p:grpSpPr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44CA31E2-D71C-8BC3-E3B1-B6B0E168F4CB}"/>
                </a:ext>
              </a:extLst>
            </p:cNvPr>
            <p:cNvSpPr/>
            <p:nvPr/>
          </p:nvSpPr>
          <p:spPr>
            <a:xfrm>
              <a:off x="7956633" y="1905298"/>
              <a:ext cx="3286881" cy="3349551"/>
            </a:xfrm>
            <a:prstGeom prst="roundRect">
              <a:avLst>
                <a:gd name="adj" fmla="val 4242"/>
              </a:avLst>
            </a:prstGeom>
            <a:gradFill>
              <a:gsLst>
                <a:gs pos="74000">
                  <a:schemeClr val="tx1"/>
                </a:gs>
                <a:gs pos="100000">
                  <a:schemeClr val="accent5">
                    <a:alpha val="25084"/>
                  </a:schemeClr>
                </a:gs>
              </a:gsLst>
              <a:lin ang="5400000" scaled="1"/>
            </a:gradFill>
            <a:ln w="3175">
              <a:solidFill>
                <a:schemeClr val="bg1">
                  <a:lumMod val="50000"/>
                  <a:alpha val="7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marL="0" marR="0" lvl="0" indent="0" algn="l" defTabSz="1219170" rtl="0" eaLnBrk="1" fontAlgn="auto" latinLnBrk="0" hangingPunct="1">
                <a:lnSpc>
                  <a:spcPts val="1867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endParaRP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16DEC0E-D94F-948C-73D3-68E9B9EA892E}"/>
                </a:ext>
              </a:extLst>
            </p:cNvPr>
            <p:cNvGrpSpPr/>
            <p:nvPr/>
          </p:nvGrpSpPr>
          <p:grpSpPr>
            <a:xfrm>
              <a:off x="8177869" y="2133281"/>
              <a:ext cx="2372064" cy="536141"/>
              <a:chOff x="7776831" y="1746290"/>
              <a:chExt cx="2805634" cy="634137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30D965B8-F3E4-C20F-8ECE-DC735B8044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>
                            <a14:foregroundMark x1="58541" y1="33141" x2="58541" y2="33141"/>
                            <a14:foregroundMark x1="16507" y1="79251" x2="16507" y2="79251"/>
                            <a14:foregroundMark x1="16507" y1="78242" x2="16507" y2="78242"/>
                            <a14:foregroundMark x1="16699" y1="78963" x2="17370" y2="86744"/>
                            <a14:foregroundMark x1="44722" y1="82133" x2="44722" y2="82133"/>
                            <a14:foregroundMark x1="34741" y1="82277" x2="34741" y2="82277"/>
                            <a14:foregroundMark x1="32342" y1="82853" x2="32342" y2="82853"/>
                            <a14:foregroundMark x1="26296" y1="85014" x2="26296" y2="85014"/>
                            <a14:foregroundMark x1="46929" y1="82997" x2="46929" y2="82997"/>
                            <a14:foregroundMark x1="50864" y1="82277" x2="50864" y2="82277"/>
                            <a14:foregroundMark x1="59213" y1="84006" x2="59213" y2="84006"/>
                            <a14:foregroundMark x1="66219" y1="81556" x2="66219" y2="81556"/>
                            <a14:foregroundMark x1="71497" y1="82853" x2="71497" y2="82853"/>
                            <a14:foregroundMark x1="80326" y1="84006" x2="80326" y2="84006"/>
                            <a14:foregroundMark x1="83109" y1="83573" x2="83109" y2="83573"/>
                          </a14:backgroundRemoval>
                        </a14:imgEffect>
                      </a14:imgLayer>
                    </a14:imgProps>
                  </a:ext>
                </a:extLst>
              </a:blip>
              <a:srcRect l="14555" t="74234" r="14044" b="7541"/>
              <a:stretch>
                <a:fillRect/>
              </a:stretch>
            </p:blipFill>
            <p:spPr>
              <a:xfrm>
                <a:off x="8410968" y="1900468"/>
                <a:ext cx="2171497" cy="369161"/>
              </a:xfrm>
              <a:prstGeom prst="rect">
                <a:avLst/>
              </a:prstGeom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3E224A7E-382A-FE0C-3A78-9617BD457F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76831" y="1746290"/>
                <a:ext cx="634137" cy="634137"/>
              </a:xfrm>
              <a:prstGeom prst="rect">
                <a:avLst/>
              </a:prstGeom>
            </p:spPr>
          </p:pic>
        </p:grpSp>
        <p:sp>
          <p:nvSpPr>
            <p:cNvPr id="11" name="Text Placeholder 2">
              <a:extLst>
                <a:ext uri="{FF2B5EF4-FFF2-40B4-BE49-F238E27FC236}">
                  <a16:creationId xmlns:a16="http://schemas.microsoft.com/office/drawing/2014/main" id="{FE80BC09-ACBF-7365-7264-A33D9E6A926E}"/>
                </a:ext>
              </a:extLst>
            </p:cNvPr>
            <p:cNvSpPr txBox="1">
              <a:spLocks/>
            </p:cNvSpPr>
            <p:nvPr/>
          </p:nvSpPr>
          <p:spPr>
            <a:xfrm>
              <a:off x="8236217" y="2976345"/>
              <a:ext cx="2474190" cy="15265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 marL="0">
                <a:spcAft>
                  <a:spcPts val="1200"/>
                </a:spcAft>
              </a:pPr>
              <a:r>
                <a:rPr lang="en-US" sz="1400" i="1" dirty="0">
                  <a:solidFill>
                    <a:srgbClr val="8B949E"/>
                  </a:solidFill>
                </a:rPr>
                <a:t>Microsoft's On-Device Runtime</a:t>
              </a:r>
            </a:p>
            <a:p>
              <a:pPr marL="0">
                <a:lnSpc>
                  <a:spcPts val="1600"/>
                </a:lnSpc>
              </a:pPr>
              <a:r>
                <a:rPr lang="en-US" sz="1200" dirty="0">
                  <a:solidFill>
                    <a:srgbClr val="FFFFFF"/>
                  </a:solidFill>
                </a:rPr>
                <a:t>Cross-platform SDK. Auto hardware detection (CPU/GPU/NPU). ONNX Runtime backend. Seamless Azure AI Foundry integration.</a:t>
              </a:r>
            </a:p>
          </p:txBody>
        </p:sp>
      </p:grp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80515C2A-5390-8C35-3F56-2613CB5C1B28}"/>
              </a:ext>
            </a:extLst>
          </p:cNvPr>
          <p:cNvSpPr txBox="1">
            <a:spLocks/>
          </p:cNvSpPr>
          <p:nvPr/>
        </p:nvSpPr>
        <p:spPr>
          <a:xfrm>
            <a:off x="4314239" y="1086478"/>
            <a:ext cx="3563519" cy="53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algn="ctr">
              <a:lnSpc>
                <a:spcPts val="1800"/>
              </a:lnSpc>
              <a:spcAft>
                <a:spcPts val="1200"/>
              </a:spcAft>
            </a:pPr>
            <a:r>
              <a:rPr lang="en-US" sz="1400" dirty="0">
                <a:solidFill>
                  <a:schemeClr val="accent2"/>
                </a:solidFill>
              </a:rPr>
              <a:t>Three tools that make running AI locally as easy as a single command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71187A8-CB5E-61E1-6968-A3A30264B314}"/>
              </a:ext>
            </a:extLst>
          </p:cNvPr>
          <p:cNvGrpSpPr/>
          <p:nvPr/>
        </p:nvGrpSpPr>
        <p:grpSpPr>
          <a:xfrm>
            <a:off x="948485" y="1905298"/>
            <a:ext cx="3286881" cy="3349551"/>
            <a:chOff x="948485" y="1905298"/>
            <a:chExt cx="3286881" cy="3349551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90FC0FD4-1B4E-5AA0-C749-1A2223BC1199}"/>
                </a:ext>
              </a:extLst>
            </p:cNvPr>
            <p:cNvSpPr/>
            <p:nvPr/>
          </p:nvSpPr>
          <p:spPr>
            <a:xfrm>
              <a:off x="948485" y="1905298"/>
              <a:ext cx="3286881" cy="3349551"/>
            </a:xfrm>
            <a:prstGeom prst="roundRect">
              <a:avLst>
                <a:gd name="adj" fmla="val 4242"/>
              </a:avLst>
            </a:prstGeom>
            <a:gradFill>
              <a:gsLst>
                <a:gs pos="74000">
                  <a:schemeClr val="tx1"/>
                </a:gs>
                <a:gs pos="100000">
                  <a:schemeClr val="accent5">
                    <a:alpha val="25084"/>
                  </a:schemeClr>
                </a:gs>
              </a:gsLst>
              <a:lin ang="5400000" scaled="1"/>
            </a:gradFill>
            <a:ln w="3175">
              <a:solidFill>
                <a:schemeClr val="bg1">
                  <a:lumMod val="50000"/>
                  <a:alpha val="7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marL="0" marR="0" lvl="0" indent="0" algn="l" defTabSz="1219170" rtl="0" eaLnBrk="1" fontAlgn="auto" latinLnBrk="0" hangingPunct="1">
                <a:lnSpc>
                  <a:spcPts val="1867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endParaRPr>
            </a:p>
          </p:txBody>
        </p:sp>
        <p:sp>
          <p:nvSpPr>
            <p:cNvPr id="16" name="Text Placeholder 2">
              <a:extLst>
                <a:ext uri="{FF2B5EF4-FFF2-40B4-BE49-F238E27FC236}">
                  <a16:creationId xmlns:a16="http://schemas.microsoft.com/office/drawing/2014/main" id="{EEBFDBBF-8C24-4B24-2EC6-E66235E92D92}"/>
                </a:ext>
              </a:extLst>
            </p:cNvPr>
            <p:cNvSpPr txBox="1">
              <a:spLocks/>
            </p:cNvSpPr>
            <p:nvPr/>
          </p:nvSpPr>
          <p:spPr>
            <a:xfrm>
              <a:off x="1342436" y="2976345"/>
              <a:ext cx="2474190" cy="15265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 marL="0">
                <a:spcAft>
                  <a:spcPts val="1200"/>
                </a:spcAft>
              </a:pPr>
              <a:r>
                <a:rPr lang="en-US" sz="1400" i="1">
                  <a:solidFill>
                    <a:srgbClr val="8B949E"/>
                  </a:solidFill>
                </a:rPr>
                <a:t>Docker for AI Models</a:t>
              </a:r>
            </a:p>
            <a:p>
              <a:pPr marL="0">
                <a:lnSpc>
                  <a:spcPts val="1600"/>
                </a:lnSpc>
              </a:pPr>
              <a:r>
                <a:rPr lang="en-US" sz="1200">
                  <a:solidFill>
                    <a:srgbClr val="FFFFFF"/>
                  </a:solidFill>
                </a:rPr>
                <a:t>CLI-first, developer-focused. Pull and run models with one command. OpenAI-compatible REST API built in. 162K+ GitHub stars.</a:t>
              </a:r>
              <a:endParaRPr lang="en-US" sz="1200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5E7D73D-406B-C2D2-B98D-C807C90DA438}"/>
                </a:ext>
              </a:extLst>
            </p:cNvPr>
            <p:cNvGrpSpPr/>
            <p:nvPr/>
          </p:nvGrpSpPr>
          <p:grpSpPr>
            <a:xfrm>
              <a:off x="1208789" y="2180890"/>
              <a:ext cx="1615534" cy="488532"/>
              <a:chOff x="4529666" y="2480734"/>
              <a:chExt cx="4665134" cy="141072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96ACB660-B7E6-9FEB-B5C3-6A385D9E36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29666" y="2480734"/>
                <a:ext cx="1346200" cy="1346200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98E7CB1-7607-8E06-F882-B4B46EE49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952066" y="2996907"/>
                <a:ext cx="3242734" cy="894547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968208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EFE21-DB13-8073-9309-17F919C334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377042"/>
            <a:ext cx="4571600" cy="340059"/>
          </a:xfrm>
        </p:spPr>
        <p:txBody>
          <a:bodyPr/>
          <a:lstStyle/>
          <a:p>
            <a:r>
              <a:rPr lang="en-US" dirty="0"/>
              <a:t>The Developer's Choice  |  </a:t>
            </a:r>
            <a:r>
              <a:rPr lang="en-US" dirty="0" err="1"/>
              <a:t>ollama.com</a:t>
            </a:r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836EEA5-C977-7C31-7000-D65C4E688C22}"/>
              </a:ext>
            </a:extLst>
          </p:cNvPr>
          <p:cNvSpPr/>
          <p:nvPr/>
        </p:nvSpPr>
        <p:spPr>
          <a:xfrm>
            <a:off x="536838" y="2125938"/>
            <a:ext cx="5283517" cy="274026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0CDFBE-ADE6-55E3-18EB-43215BA3D965}"/>
              </a:ext>
            </a:extLst>
          </p:cNvPr>
          <p:cNvSpPr txBox="1"/>
          <p:nvPr/>
        </p:nvSpPr>
        <p:spPr>
          <a:xfrm>
            <a:off x="770276" y="2326224"/>
            <a:ext cx="45014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</a:t>
            </a: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Linux / WSL2</a:t>
            </a:r>
          </a:p>
          <a:p>
            <a:pPr lvl="1"/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curl -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fsSL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https://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ollama.com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install.sh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|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macOS (Homebrew)</a:t>
            </a:r>
          </a:p>
          <a:p>
            <a:pPr lvl="1"/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brew install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Windows</a:t>
            </a:r>
          </a:p>
          <a:p>
            <a:pPr lvl="1"/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install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Ollama.Ollama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1CF8F73-AF4F-5701-C3B6-EC600704F8BF}"/>
              </a:ext>
            </a:extLst>
          </p:cNvPr>
          <p:cNvGrpSpPr/>
          <p:nvPr/>
        </p:nvGrpSpPr>
        <p:grpSpPr>
          <a:xfrm>
            <a:off x="342096" y="469127"/>
            <a:ext cx="2335155" cy="706143"/>
            <a:chOff x="4529666" y="2480734"/>
            <a:chExt cx="4665134" cy="141072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F9F272C-FB42-8A5F-145E-87F81355C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29666" y="2480734"/>
              <a:ext cx="1346200" cy="13462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9A32AB5-F57F-40A2-421F-D71296BDA0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52066" y="2996907"/>
              <a:ext cx="3242734" cy="894547"/>
            </a:xfrm>
            <a:prstGeom prst="rect">
              <a:avLst/>
            </a:prstGeom>
          </p:spPr>
        </p:pic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28B84FB-EC05-2099-77DB-4DC65D653448}"/>
              </a:ext>
            </a:extLst>
          </p:cNvPr>
          <p:cNvSpPr/>
          <p:nvPr/>
        </p:nvSpPr>
        <p:spPr>
          <a:xfrm>
            <a:off x="640080" y="5176299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GPU Support: </a:t>
            </a:r>
            <a:r>
              <a:rPr lang="en-US" sz="1300" dirty="0">
                <a:solidFill>
                  <a:srgbClr val="FFFFFF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NVIDIA (CUDA)  |  AMD (ROCm)  |  Apple Silicon (Metal)</a:t>
            </a:r>
            <a:endParaRPr lang="en-US" sz="1300" dirty="0">
              <a:latin typeface="DM Sans 14pt" pitchFamily="2" charset="77"/>
            </a:endParaRP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25E467C0-4B60-2672-BCA6-4E497C380440}"/>
              </a:ext>
            </a:extLst>
          </p:cNvPr>
          <p:cNvSpPr/>
          <p:nvPr/>
        </p:nvSpPr>
        <p:spPr>
          <a:xfrm>
            <a:off x="640080" y="5542059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 source  |  MIT License  |  162K+ GitHub stars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8366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EFE21-DB13-8073-9309-17F919C334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377042"/>
            <a:ext cx="4571600" cy="340059"/>
          </a:xfrm>
        </p:spPr>
        <p:txBody>
          <a:bodyPr/>
          <a:lstStyle/>
          <a:p>
            <a:r>
              <a:rPr lang="en-US" dirty="0"/>
              <a:t>The Visual Experience  |  </a:t>
            </a:r>
            <a:r>
              <a:rPr lang="en-US" dirty="0" err="1"/>
              <a:t>lmstudio.ai</a:t>
            </a:r>
            <a:endParaRPr lang="en-US" dirty="0"/>
          </a:p>
          <a:p>
            <a:endParaRPr lang="en-US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25E467C0-4B60-2672-BCA6-4E497C380440}"/>
              </a:ext>
            </a:extLst>
          </p:cNvPr>
          <p:cNvSpPr/>
          <p:nvPr/>
        </p:nvSpPr>
        <p:spPr>
          <a:xfrm>
            <a:off x="640080" y="5542059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Free for personal use  |  Best macOS experience  |  GGUF + </a:t>
            </a:r>
            <a:r>
              <a:rPr lang="en-US" sz="1200" dirty="0" err="1">
                <a:solidFill>
                  <a:srgbClr val="8B949E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Safetensors</a:t>
            </a:r>
            <a:r>
              <a:rPr lang="en-US" sz="1200" dirty="0">
                <a:solidFill>
                  <a:srgbClr val="8B949E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support</a:t>
            </a:r>
          </a:p>
          <a:p>
            <a:pPr marL="0" indent="0">
              <a:buNone/>
            </a:pPr>
            <a:endParaRPr lang="en-US" sz="1200" dirty="0">
              <a:solidFill>
                <a:srgbClr val="8B949E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BF8B574-A08F-2999-D645-4082CB901061}"/>
              </a:ext>
            </a:extLst>
          </p:cNvPr>
          <p:cNvGrpSpPr/>
          <p:nvPr/>
        </p:nvGrpSpPr>
        <p:grpSpPr>
          <a:xfrm>
            <a:off x="438867" y="576723"/>
            <a:ext cx="2519018" cy="559713"/>
            <a:chOff x="1811167" y="4556346"/>
            <a:chExt cx="5715700" cy="12700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923E263-7A3B-8360-5DF4-F11168760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44333" y="4866493"/>
              <a:ext cx="4182534" cy="727397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86F1A69-0F37-B883-3D4C-E40B8D345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11167" y="4556346"/>
              <a:ext cx="1270000" cy="1270000"/>
            </a:xfrm>
            <a:prstGeom prst="rect">
              <a:avLst/>
            </a:prstGeom>
          </p:spPr>
        </p:pic>
      </p:grp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D992DB-524F-45DE-ECCF-E203899BBACB}"/>
              </a:ext>
            </a:extLst>
          </p:cNvPr>
          <p:cNvSpPr/>
          <p:nvPr/>
        </p:nvSpPr>
        <p:spPr>
          <a:xfrm>
            <a:off x="438867" y="1830837"/>
            <a:ext cx="5230414" cy="149280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EF46F2C-FA37-3D4B-7974-D1981A875087}"/>
              </a:ext>
            </a:extLst>
          </p:cNvPr>
          <p:cNvSpPr/>
          <p:nvPr/>
        </p:nvSpPr>
        <p:spPr>
          <a:xfrm>
            <a:off x="6096000" y="1830837"/>
            <a:ext cx="5230414" cy="149280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911816C-03E6-0B96-32F6-90E288491EB4}"/>
              </a:ext>
            </a:extLst>
          </p:cNvPr>
          <p:cNvSpPr/>
          <p:nvPr/>
        </p:nvSpPr>
        <p:spPr>
          <a:xfrm>
            <a:off x="438867" y="3667588"/>
            <a:ext cx="5230414" cy="149280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602506B-D80C-3A74-E7BF-90FCCD18299F}"/>
              </a:ext>
            </a:extLst>
          </p:cNvPr>
          <p:cNvSpPr/>
          <p:nvPr/>
        </p:nvSpPr>
        <p:spPr>
          <a:xfrm>
            <a:off x="6096000" y="3667588"/>
            <a:ext cx="5230414" cy="149280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ED8FC4EC-FF6A-10EA-4189-86A2F77F91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787013" y="2171176"/>
            <a:ext cx="4534121" cy="812128"/>
          </a:xfrm>
        </p:spPr>
        <p:txBody>
          <a:bodyPr/>
          <a:lstStyle/>
          <a:p>
            <a:pPr marL="0" indent="0">
              <a:spcAft>
                <a:spcPts val="600"/>
              </a:spcAft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One-Click Install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/>
              <a:t>Download from </a:t>
            </a:r>
            <a:r>
              <a:rPr lang="en-US" sz="1400" dirty="0" err="1"/>
              <a:t>lmstudio.ai</a:t>
            </a:r>
            <a:r>
              <a:rPr lang="en-US" sz="1400" dirty="0"/>
              <a:t>. Standard installer on macOS, Windows, Linux. No terminal required.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84063658-3C6C-079B-AA7B-8E03449CF979}"/>
              </a:ext>
            </a:extLst>
          </p:cNvPr>
          <p:cNvSpPr txBox="1">
            <a:spLocks/>
          </p:cNvSpPr>
          <p:nvPr/>
        </p:nvSpPr>
        <p:spPr>
          <a:xfrm>
            <a:off x="6440390" y="2171176"/>
            <a:ext cx="453412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Built-in Model Browser</a:t>
            </a:r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dirty="0"/>
              <a:t>Search and download models directly from Hugging Face. Preview model specs before downloading.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0F66085C-984F-A2AB-9482-3EBC36C84506}"/>
              </a:ext>
            </a:extLst>
          </p:cNvPr>
          <p:cNvSpPr txBox="1">
            <a:spLocks/>
          </p:cNvSpPr>
          <p:nvPr/>
        </p:nvSpPr>
        <p:spPr>
          <a:xfrm>
            <a:off x="787013" y="4007927"/>
            <a:ext cx="453412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OpenAI-Compatible Server</a:t>
            </a:r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dirty="0"/>
              <a:t>Enable local server at localhost:1234. Drop-in replacement for OpenAI API calls.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76512D0B-3FF7-D45E-3885-ADB0EEC252C5}"/>
              </a:ext>
            </a:extLst>
          </p:cNvPr>
          <p:cNvSpPr txBox="1">
            <a:spLocks/>
          </p:cNvSpPr>
          <p:nvPr/>
        </p:nvSpPr>
        <p:spPr>
          <a:xfrm>
            <a:off x="6440390" y="4007927"/>
            <a:ext cx="453412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Side-by-Side Comparison</a:t>
            </a:r>
          </a:p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400" dirty="0"/>
              <a:t>Run multiple models simultaneously. Compare outputs in real time to pick the best one.</a:t>
            </a:r>
          </a:p>
        </p:txBody>
      </p:sp>
    </p:spTree>
    <p:extLst>
      <p:ext uri="{BB962C8B-B14F-4D97-AF65-F5344CB8AC3E}">
        <p14:creationId xmlns:p14="http://schemas.microsoft.com/office/powerpoint/2010/main" val="34724801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EFE21-DB13-8073-9309-17F919C334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377042"/>
            <a:ext cx="4571600" cy="340059"/>
          </a:xfrm>
        </p:spPr>
        <p:txBody>
          <a:bodyPr/>
          <a:lstStyle/>
          <a:p>
            <a:r>
              <a:rPr lang="en-US" dirty="0"/>
              <a:t>On-Device AI Runtime  |  Cross-Platform SDK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836EEA5-C977-7C31-7000-D65C4E688C22}"/>
              </a:ext>
            </a:extLst>
          </p:cNvPr>
          <p:cNvSpPr/>
          <p:nvPr/>
        </p:nvSpPr>
        <p:spPr>
          <a:xfrm>
            <a:off x="536838" y="2125938"/>
            <a:ext cx="5283517" cy="301496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0CDFBE-ADE6-55E3-18EB-43215BA3D965}"/>
              </a:ext>
            </a:extLst>
          </p:cNvPr>
          <p:cNvSpPr txBox="1"/>
          <p:nvPr/>
        </p:nvSpPr>
        <p:spPr>
          <a:xfrm>
            <a:off x="770276" y="2326224"/>
            <a:ext cx="392894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</a:t>
            </a:r>
          </a:p>
          <a:p>
            <a:pPr marL="0" indent="0"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Linux / WSL2</a:t>
            </a:r>
          </a:p>
          <a:p>
            <a:pPr lvl="1"/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install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Microsoft.FoundryLocal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macOS (Homebrew)</a:t>
            </a:r>
          </a:p>
          <a:p>
            <a:pPr lvl="1"/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brew install  </a:t>
            </a:r>
            <a:b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/foundry/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foundrylocal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lvl="1"/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Windows</a:t>
            </a:r>
          </a:p>
          <a:p>
            <a:pPr lvl="1"/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curl -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fsSL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https://aka.ms/foundry-local- </a:t>
            </a:r>
            <a:b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install | bash</a:t>
            </a: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25E467C0-4B60-2672-BCA6-4E497C380440}"/>
              </a:ext>
            </a:extLst>
          </p:cNvPr>
          <p:cNvSpPr/>
          <p:nvPr/>
        </p:nvSpPr>
        <p:spPr>
          <a:xfrm>
            <a:off x="640080" y="5542059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 locally, deploy to Azure when ready. Or keep everything on-device.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E78259-8F4F-2CB8-F3F2-31565FC95884}"/>
              </a:ext>
            </a:extLst>
          </p:cNvPr>
          <p:cNvGrpSpPr/>
          <p:nvPr/>
        </p:nvGrpSpPr>
        <p:grpSpPr>
          <a:xfrm>
            <a:off x="342096" y="502549"/>
            <a:ext cx="3183052" cy="719443"/>
            <a:chOff x="7776831" y="1746290"/>
            <a:chExt cx="2805634" cy="63413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4AE52B1-3D28-827C-D24D-ACDFC90C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58541" y1="33141" x2="58541" y2="33141"/>
                          <a14:foregroundMark x1="16507" y1="79251" x2="16507" y2="79251"/>
                          <a14:foregroundMark x1="16507" y1="78242" x2="16507" y2="78242"/>
                          <a14:foregroundMark x1="16699" y1="78963" x2="17370" y2="86744"/>
                          <a14:foregroundMark x1="44722" y1="82133" x2="44722" y2="82133"/>
                          <a14:foregroundMark x1="34741" y1="82277" x2="34741" y2="82277"/>
                          <a14:foregroundMark x1="32342" y1="82853" x2="32342" y2="82853"/>
                          <a14:foregroundMark x1="26296" y1="85014" x2="26296" y2="85014"/>
                          <a14:foregroundMark x1="46929" y1="82997" x2="46929" y2="82997"/>
                          <a14:foregroundMark x1="50864" y1="82277" x2="50864" y2="82277"/>
                          <a14:foregroundMark x1="59213" y1="84006" x2="59213" y2="84006"/>
                          <a14:foregroundMark x1="66219" y1="81556" x2="66219" y2="81556"/>
                          <a14:foregroundMark x1="71497" y1="82853" x2="71497" y2="82853"/>
                          <a14:foregroundMark x1="80326" y1="84006" x2="80326" y2="84006"/>
                          <a14:foregroundMark x1="83109" y1="83573" x2="83109" y2="83573"/>
                        </a14:backgroundRemoval>
                      </a14:imgEffect>
                    </a14:imgLayer>
                  </a14:imgProps>
                </a:ext>
              </a:extLst>
            </a:blip>
            <a:srcRect l="14555" t="74234" r="14044" b="7541"/>
            <a:stretch>
              <a:fillRect/>
            </a:stretch>
          </p:blipFill>
          <p:spPr>
            <a:xfrm>
              <a:off x="8410968" y="1900468"/>
              <a:ext cx="2171497" cy="369161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0388BDF-CDBE-25DF-C1BA-1861C65B8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76831" y="1746290"/>
              <a:ext cx="634137" cy="634137"/>
            </a:xfrm>
            <a:prstGeom prst="rect">
              <a:avLst/>
            </a:prstGeom>
          </p:spPr>
        </p:pic>
      </p:grp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6C8B06C-8759-7EA1-A4DF-1BD12E85EE4B}"/>
              </a:ext>
            </a:extLst>
          </p:cNvPr>
          <p:cNvSpPr/>
          <p:nvPr/>
        </p:nvSpPr>
        <p:spPr>
          <a:xfrm>
            <a:off x="6096000" y="2125938"/>
            <a:ext cx="5230414" cy="301496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608D8A1-B192-9A77-B4B0-4A3EF57F2A06}"/>
              </a:ext>
            </a:extLst>
          </p:cNvPr>
          <p:cNvSpPr txBox="1">
            <a:spLocks/>
          </p:cNvSpPr>
          <p:nvPr/>
        </p:nvSpPr>
        <p:spPr>
          <a:xfrm>
            <a:off x="6440390" y="2466277"/>
            <a:ext cx="4534121" cy="812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5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Key Features</a:t>
            </a:r>
          </a:p>
          <a:p>
            <a:pPr marL="285750">
              <a:spcBef>
                <a:spcPts val="300"/>
              </a:spcBef>
              <a:spcAft>
                <a:spcPts val="600"/>
              </a:spcAft>
            </a:pPr>
            <a:r>
              <a:rPr lang="en-US" sz="1400" dirty="0"/>
              <a:t>Auto hardware acceleration detection</a:t>
            </a:r>
          </a:p>
          <a:p>
            <a:pPr marL="285750">
              <a:spcBef>
                <a:spcPts val="300"/>
              </a:spcBef>
              <a:spcAft>
                <a:spcPts val="600"/>
              </a:spcAft>
            </a:pPr>
            <a:r>
              <a:rPr lang="en-US" sz="1400" dirty="0"/>
              <a:t>CPU, NVIDIA CUDA, AMD, Intel, NPU, Apple Silicon</a:t>
            </a:r>
          </a:p>
          <a:p>
            <a:pPr marL="285750">
              <a:spcBef>
                <a:spcPts val="300"/>
              </a:spcBef>
              <a:spcAft>
                <a:spcPts val="600"/>
              </a:spcAft>
            </a:pPr>
            <a:r>
              <a:rPr lang="en-US" sz="1400" dirty="0"/>
              <a:t>OpenAI-compatible API endpoint</a:t>
            </a:r>
          </a:p>
          <a:p>
            <a:pPr marL="285750">
              <a:spcBef>
                <a:spcPts val="300"/>
              </a:spcBef>
              <a:spcAft>
                <a:spcPts val="600"/>
              </a:spcAft>
            </a:pPr>
            <a:r>
              <a:rPr lang="en-US" sz="1400" dirty="0"/>
              <a:t>ONNX Runtime optimized backend</a:t>
            </a:r>
          </a:p>
          <a:p>
            <a:pPr marL="285750">
              <a:spcBef>
                <a:spcPts val="300"/>
              </a:spcBef>
              <a:spcAft>
                <a:spcPts val="600"/>
              </a:spcAft>
            </a:pPr>
            <a:r>
              <a:rPr lang="en-US" sz="1400" dirty="0"/>
              <a:t>Python, JavaScript, and C# SDKs</a:t>
            </a:r>
          </a:p>
          <a:p>
            <a:pPr marL="285750">
              <a:spcBef>
                <a:spcPts val="300"/>
              </a:spcBef>
              <a:spcAft>
                <a:spcPts val="600"/>
              </a:spcAft>
            </a:pPr>
            <a:r>
              <a:rPr lang="en-US" sz="1400" dirty="0"/>
              <a:t>Offline operation after initial download</a:t>
            </a:r>
          </a:p>
        </p:txBody>
      </p:sp>
    </p:spTree>
    <p:extLst>
      <p:ext uri="{BB962C8B-B14F-4D97-AF65-F5344CB8AC3E}">
        <p14:creationId xmlns:p14="http://schemas.microsoft.com/office/powerpoint/2010/main" val="6405777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50">
            <a:extLst>
              <a:ext uri="{FF2B5EF4-FFF2-40B4-BE49-F238E27FC236}">
                <a16:creationId xmlns:a16="http://schemas.microsoft.com/office/drawing/2014/main" id="{70297D1E-223D-C26B-0D5F-A9E77241E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6" y="1948636"/>
            <a:ext cx="6011939" cy="1477328"/>
          </a:xfrm>
        </p:spPr>
        <p:txBody>
          <a:bodyPr/>
          <a:lstStyle/>
          <a:p>
            <a:r>
              <a:rPr lang="en-US" sz="4800" dirty="0"/>
              <a:t>Open Weight Models That</a:t>
            </a:r>
            <a:br>
              <a:rPr lang="en-US" sz="4800" dirty="0"/>
            </a:br>
            <a:r>
              <a:rPr lang="en-US" sz="4800" dirty="0"/>
              <a:t>Rival the Paid Frontier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AE748E19-45C0-8345-5A02-342D91EB9F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3679931"/>
            <a:ext cx="7417022" cy="1094800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2026: The year open-source models closed the gap with proprietary AI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76054C-F139-3ED3-A354-4A873C539ACA}"/>
              </a:ext>
            </a:extLst>
          </p:cNvPr>
          <p:cNvSpPr txBox="1"/>
          <p:nvPr/>
        </p:nvSpPr>
        <p:spPr>
          <a:xfrm>
            <a:off x="335756" y="1535906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The Models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7ACF403-3180-4584-1D85-3F4481C0B2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571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167D0-5719-39D1-5470-B265E5285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6" y="457201"/>
            <a:ext cx="5938079" cy="520809"/>
          </a:xfrm>
        </p:spPr>
        <p:txBody>
          <a:bodyPr/>
          <a:lstStyle/>
          <a:p>
            <a:r>
              <a:rPr lang="en-US" dirty="0"/>
              <a:t>The Open Source Model Landscape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05967F3E-34D8-8669-34BE-1E43FA69DB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1998187"/>
              </p:ext>
            </p:extLst>
          </p:nvPr>
        </p:nvGraphicFramePr>
        <p:xfrm>
          <a:off x="438866" y="1268233"/>
          <a:ext cx="9412800" cy="3950208"/>
        </p:xfrm>
        <a:graphic>
          <a:graphicData uri="http://schemas.openxmlformats.org/drawingml/2006/table">
            <a:tbl>
              <a:tblPr/>
              <a:tblGrid>
                <a:gridCol w="17512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23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90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079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323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  <a:latin typeface="DM Sans 14pt" pitchFamily="2" charset="77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solidFill>
                          <a:schemeClr val="tx2"/>
                        </a:solidFill>
                        <a:latin typeface="DM Sans 14pt" pitchFamily="2" charset="77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alpha val="2483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  <a:latin typeface="DM Sans 14pt" pitchFamily="2" charset="77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100" dirty="0">
                        <a:solidFill>
                          <a:schemeClr val="tx2"/>
                        </a:solidFill>
                        <a:latin typeface="DM Sans 14pt" pitchFamily="2" charset="77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alpha val="2483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  <a:latin typeface="DM Sans 14pt" pitchFamily="2" charset="77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100" dirty="0">
                        <a:solidFill>
                          <a:schemeClr val="tx2"/>
                        </a:solidFill>
                        <a:latin typeface="DM Sans 14pt" pitchFamily="2" charset="77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alpha val="2483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  <a:latin typeface="DM Sans 14pt" pitchFamily="2" charset="77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100" dirty="0">
                        <a:solidFill>
                          <a:schemeClr val="tx2"/>
                        </a:solidFill>
                        <a:latin typeface="DM Sans 14pt" pitchFamily="2" charset="77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alpha val="2483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  <a:latin typeface="DM Sans 14pt" pitchFamily="2" charset="77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100" dirty="0">
                        <a:solidFill>
                          <a:schemeClr val="tx2"/>
                        </a:solidFill>
                        <a:latin typeface="DM Sans 14pt" pitchFamily="2" charset="77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alpha val="24837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Gemma 4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Google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2B / 12B / 27B / 31B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Dense + MoE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Apache 2.0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Phi-4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Microsoft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3.8B / 14B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Dense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MIT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Nemotron Ultra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NVIDIA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253B (45B active)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MoE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Open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Qwen 3.6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Alibaba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35B (3B active)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MoE + Linear Attn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Apache 2.0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Kimi K2.6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Moonshot AI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1T (32B active)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MoE (384 experts)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Modified MIT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Granite 4.1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IBM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2B / 8B / 34B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Dense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Apache 2.0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DeepSeek V4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DeepSeek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1.6T (49B active)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MoE Hybrid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MIT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Mistral Small 4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Mistral AI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119B (6B active)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MoE (128 experts)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Apache 2.0</a:t>
                      </a:r>
                      <a:endParaRPr lang="en-US" sz="1000" dirty="0"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07934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1F027-9CCD-F2E9-2BC7-C5444DDA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Gemma 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6D8D8C-97DE-E24F-C95A-93C2F083487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7" y="1779998"/>
            <a:ext cx="4988118" cy="1094800"/>
          </a:xfrm>
        </p:spPr>
        <p:txBody>
          <a:bodyPr/>
          <a:lstStyle/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Sizes: 2B E2B, 12B, 27B dense, 26B-A4B </a:t>
            </a:r>
            <a:r>
              <a:rPr lang="en-US" sz="1400" dirty="0" err="1"/>
              <a:t>MoE</a:t>
            </a:r>
            <a:r>
              <a:rPr lang="en-US" sz="1400" dirty="0"/>
              <a:t> (31B total)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Native multimodal: understands images out of the box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 err="1"/>
              <a:t>WebGPU</a:t>
            </a:r>
            <a:r>
              <a:rPr lang="en-US" sz="1400" dirty="0"/>
              <a:t> support: runs directly in a browser tab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Apache 2.0 license: fully permissive commercial use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12B model rivals larger 27B+ models on reasoning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Excellent multilingual: EN, CN, JP, KR, European </a:t>
            </a:r>
            <a:r>
              <a:rPr lang="en-US" sz="1400" dirty="0" err="1"/>
              <a:t>langs</a:t>
            </a:r>
            <a:endParaRPr lang="en-US" sz="1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974C500-8382-9C1B-2A35-36CBBFFF00C3}"/>
              </a:ext>
            </a:extLst>
          </p:cNvPr>
          <p:cNvSpPr/>
          <p:nvPr/>
        </p:nvSpPr>
        <p:spPr>
          <a:xfrm>
            <a:off x="438866" y="1031654"/>
            <a:ext cx="4196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Google  |  </a:t>
            </a:r>
            <a:r>
              <a:rPr lang="en-US" sz="1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all-around versatile choice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BB03D0-B38E-07E5-F371-6D4286C2DBEE}"/>
              </a:ext>
            </a:extLst>
          </p:cNvPr>
          <p:cNvSpPr/>
          <p:nvPr/>
        </p:nvSpPr>
        <p:spPr>
          <a:xfrm>
            <a:off x="7556393" y="1305974"/>
            <a:ext cx="2633230" cy="263323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ctr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8" name="Stat3Txt">
            <a:extLst>
              <a:ext uri="{FF2B5EF4-FFF2-40B4-BE49-F238E27FC236}">
                <a16:creationId xmlns:a16="http://schemas.microsoft.com/office/drawing/2014/main" id="{89FD5A73-5FFE-F7E7-208B-4683193F05CA}"/>
              </a:ext>
            </a:extLst>
          </p:cNvPr>
          <p:cNvSpPr/>
          <p:nvPr/>
        </p:nvSpPr>
        <p:spPr>
          <a:xfrm>
            <a:off x="7717903" y="1855425"/>
            <a:ext cx="2310209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800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80%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err="1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LiveCodeBench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E2E8F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(31B dense)</a:t>
            </a:r>
          </a:p>
        </p:txBody>
      </p:sp>
    </p:spTree>
    <p:extLst>
      <p:ext uri="{BB962C8B-B14F-4D97-AF65-F5344CB8AC3E}">
        <p14:creationId xmlns:p14="http://schemas.microsoft.com/office/powerpoint/2010/main" val="3092402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1F027-9CCD-F2E9-2BC7-C5444DDA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Phi-4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6D8D8C-97DE-E24F-C95A-93C2F083487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7" y="1779998"/>
            <a:ext cx="4988118" cy="1094800"/>
          </a:xfrm>
        </p:spPr>
        <p:txBody>
          <a:bodyPr/>
          <a:lstStyle/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Sizes: 3.8B mini and 14B reasoning variant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14B beats 70B+ models on math reasoning benchmarks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Optimized for Foundry Local with ONNX acceleration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Perfect for resource-constrained devices and edge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MIT License: completely unrestricted use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Runs well on 8GB RAM machines with quantization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974C500-8382-9C1B-2A35-36CBBFFF00C3}"/>
              </a:ext>
            </a:extLst>
          </p:cNvPr>
          <p:cNvSpPr/>
          <p:nvPr/>
        </p:nvSpPr>
        <p:spPr>
          <a:xfrm>
            <a:off x="438866" y="1031654"/>
            <a:ext cx="4196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Microsoft  |  </a:t>
            </a:r>
            <a:r>
              <a:rPr lang="en-US" sz="1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Small model, outsized performance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BB03D0-B38E-07E5-F371-6D4286C2DBEE}"/>
              </a:ext>
            </a:extLst>
          </p:cNvPr>
          <p:cNvSpPr/>
          <p:nvPr/>
        </p:nvSpPr>
        <p:spPr>
          <a:xfrm>
            <a:off x="7556393" y="1305974"/>
            <a:ext cx="2633230" cy="263323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ctr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8" name="Stat3Txt">
            <a:extLst>
              <a:ext uri="{FF2B5EF4-FFF2-40B4-BE49-F238E27FC236}">
                <a16:creationId xmlns:a16="http://schemas.microsoft.com/office/drawing/2014/main" id="{89FD5A73-5FFE-F7E7-208B-4683193F05CA}"/>
              </a:ext>
            </a:extLst>
          </p:cNvPr>
          <p:cNvSpPr/>
          <p:nvPr/>
        </p:nvSpPr>
        <p:spPr>
          <a:xfrm>
            <a:off x="7717903" y="1855425"/>
            <a:ext cx="2310209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800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14B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parameters that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punch above weight</a:t>
            </a:r>
          </a:p>
        </p:txBody>
      </p:sp>
    </p:spTree>
    <p:extLst>
      <p:ext uri="{BB962C8B-B14F-4D97-AF65-F5344CB8AC3E}">
        <p14:creationId xmlns:p14="http://schemas.microsoft.com/office/powerpoint/2010/main" val="30463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1F027-9CCD-F2E9-2BC7-C5444DDA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 err="1"/>
              <a:t>Nemotron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6D8D8C-97DE-E24F-C95A-93C2F083487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7" y="1779998"/>
            <a:ext cx="4988118" cy="1094800"/>
          </a:xfrm>
        </p:spPr>
        <p:txBody>
          <a:bodyPr/>
          <a:lstStyle/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 err="1"/>
              <a:t>Nemotron</a:t>
            </a:r>
            <a:r>
              <a:rPr lang="en-US" sz="1400" dirty="0"/>
              <a:t> Ultra 253B: 45B active parameters (</a:t>
            </a:r>
            <a:r>
              <a:rPr lang="en-US" sz="1400" dirty="0" err="1"/>
              <a:t>MoE</a:t>
            </a:r>
            <a:r>
              <a:rPr lang="en-US" sz="1400" dirty="0"/>
              <a:t>)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Optimized for NVIDIA hardware (</a:t>
            </a:r>
            <a:r>
              <a:rPr lang="en-US" sz="1400" dirty="0" err="1"/>
              <a:t>TensorRT</a:t>
            </a:r>
            <a:r>
              <a:rPr lang="en-US" sz="1400" dirty="0"/>
              <a:t>-LLM)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Strong at structured data and enterprise tasks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Synthetic data generation capabilities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Open model weights for self-hosting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Designed for production deployment at scale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974C500-8382-9C1B-2A35-36CBBFFF00C3}"/>
              </a:ext>
            </a:extLst>
          </p:cNvPr>
          <p:cNvSpPr/>
          <p:nvPr/>
        </p:nvSpPr>
        <p:spPr>
          <a:xfrm>
            <a:off x="438866" y="1031654"/>
            <a:ext cx="49881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NVIDIA  |  </a:t>
            </a:r>
            <a:r>
              <a:rPr lang="en-US" sz="1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Enterprise-grade from the GPU company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BB03D0-B38E-07E5-F371-6D4286C2DBEE}"/>
              </a:ext>
            </a:extLst>
          </p:cNvPr>
          <p:cNvSpPr/>
          <p:nvPr/>
        </p:nvSpPr>
        <p:spPr>
          <a:xfrm>
            <a:off x="7556393" y="1305974"/>
            <a:ext cx="2633230" cy="263323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ctr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8" name="Stat3Txt">
            <a:extLst>
              <a:ext uri="{FF2B5EF4-FFF2-40B4-BE49-F238E27FC236}">
                <a16:creationId xmlns:a16="http://schemas.microsoft.com/office/drawing/2014/main" id="{89FD5A73-5FFE-F7E7-208B-4683193F05CA}"/>
              </a:ext>
            </a:extLst>
          </p:cNvPr>
          <p:cNvSpPr/>
          <p:nvPr/>
        </p:nvSpPr>
        <p:spPr>
          <a:xfrm>
            <a:off x="7717903" y="1855425"/>
            <a:ext cx="2310209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800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253B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total params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45B active</a:t>
            </a:r>
          </a:p>
        </p:txBody>
      </p:sp>
    </p:spTree>
    <p:extLst>
      <p:ext uri="{BB962C8B-B14F-4D97-AF65-F5344CB8AC3E}">
        <p14:creationId xmlns:p14="http://schemas.microsoft.com/office/powerpoint/2010/main" val="27552846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1F027-9CCD-F2E9-2BC7-C5444DDA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Qwen 3.6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6D8D8C-97DE-E24F-C95A-93C2F083487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6" y="1779998"/>
            <a:ext cx="5437147" cy="1094800"/>
          </a:xfrm>
        </p:spPr>
        <p:txBody>
          <a:bodyPr/>
          <a:lstStyle/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35B total, only 3B active (most aggressive </a:t>
            </a:r>
            <a:r>
              <a:rPr lang="en-US" sz="1400" dirty="0" err="1"/>
              <a:t>MoE</a:t>
            </a:r>
            <a:r>
              <a:rPr lang="en-US" sz="1400" dirty="0"/>
              <a:t> sparsity)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Hybrid architecture: linear attention + gated attention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Runs on hardware that struggles with other frontier models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Leads open weights on GPQA Diamond at 88.4%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Wins or ties 5 of 8 benchmark categories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Apache 2.0: widest size range (0.8B to 397B)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974C500-8382-9C1B-2A35-36CBBFFF00C3}"/>
              </a:ext>
            </a:extLst>
          </p:cNvPr>
          <p:cNvSpPr/>
          <p:nvPr/>
        </p:nvSpPr>
        <p:spPr>
          <a:xfrm>
            <a:off x="438866" y="1031654"/>
            <a:ext cx="49881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Alibab</a:t>
            </a: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|  </a:t>
            </a:r>
            <a:r>
              <a:rPr lang="en-US" sz="1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coding and reasoning champion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BB03D0-B38E-07E5-F371-6D4286C2DBEE}"/>
              </a:ext>
            </a:extLst>
          </p:cNvPr>
          <p:cNvSpPr/>
          <p:nvPr/>
        </p:nvSpPr>
        <p:spPr>
          <a:xfrm>
            <a:off x="7556393" y="1305974"/>
            <a:ext cx="2633230" cy="263323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ctr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8" name="Stat3Txt">
            <a:extLst>
              <a:ext uri="{FF2B5EF4-FFF2-40B4-BE49-F238E27FC236}">
                <a16:creationId xmlns:a16="http://schemas.microsoft.com/office/drawing/2014/main" id="{89FD5A73-5FFE-F7E7-208B-4683193F05CA}"/>
              </a:ext>
            </a:extLst>
          </p:cNvPr>
          <p:cNvSpPr/>
          <p:nvPr/>
        </p:nvSpPr>
        <p:spPr>
          <a:xfrm>
            <a:off x="7717903" y="1855425"/>
            <a:ext cx="2310209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800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88.4%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GPQA Diamond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graduate reasoning</a:t>
            </a:r>
          </a:p>
        </p:txBody>
      </p:sp>
    </p:spTree>
    <p:extLst>
      <p:ext uri="{BB962C8B-B14F-4D97-AF65-F5344CB8AC3E}">
        <p14:creationId xmlns:p14="http://schemas.microsoft.com/office/powerpoint/2010/main" val="2941046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1F027-9CCD-F2E9-2BC7-C5444DDA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Kimi K2.6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6D8D8C-97DE-E24F-C95A-93C2F083487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6" y="1779998"/>
            <a:ext cx="5437147" cy="1094800"/>
          </a:xfrm>
        </p:spPr>
        <p:txBody>
          <a:bodyPr/>
          <a:lstStyle/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1T total parameters, 32B active, 384 routed experts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SWE-bench Pro: 58.6% (beats Claude Opus 4.6)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Native multi-agent: supports 300 sub-agent swarms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Multimodal: text + image + video understanding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HLE with tools: 54.0% (highest among all models)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Modified MIT license: open weights on Hugging Face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974C500-8382-9C1B-2A35-36CBBFFF00C3}"/>
              </a:ext>
            </a:extLst>
          </p:cNvPr>
          <p:cNvSpPr/>
          <p:nvPr/>
        </p:nvSpPr>
        <p:spPr>
          <a:xfrm>
            <a:off x="438866" y="1031654"/>
            <a:ext cx="49881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Moonshot AI  |  </a:t>
            </a:r>
            <a:r>
              <a:rPr lang="en-US" sz="1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agent and coding powerhouse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BB03D0-B38E-07E5-F371-6D4286C2DBEE}"/>
              </a:ext>
            </a:extLst>
          </p:cNvPr>
          <p:cNvSpPr/>
          <p:nvPr/>
        </p:nvSpPr>
        <p:spPr>
          <a:xfrm>
            <a:off x="7556393" y="1305974"/>
            <a:ext cx="2633230" cy="263323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ctr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8" name="Stat3Txt">
            <a:extLst>
              <a:ext uri="{FF2B5EF4-FFF2-40B4-BE49-F238E27FC236}">
                <a16:creationId xmlns:a16="http://schemas.microsoft.com/office/drawing/2014/main" id="{89FD5A73-5FFE-F7E7-208B-4683193F05CA}"/>
              </a:ext>
            </a:extLst>
          </p:cNvPr>
          <p:cNvSpPr/>
          <p:nvPr/>
        </p:nvSpPr>
        <p:spPr>
          <a:xfrm>
            <a:off x="7717903" y="1855425"/>
            <a:ext cx="2310209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800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58.6%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SWE-bench Pro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(#1 open weight)</a:t>
            </a:r>
          </a:p>
        </p:txBody>
      </p:sp>
    </p:spTree>
    <p:extLst>
      <p:ext uri="{BB962C8B-B14F-4D97-AF65-F5344CB8AC3E}">
        <p14:creationId xmlns:p14="http://schemas.microsoft.com/office/powerpoint/2010/main" val="30470207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1F027-9CCD-F2E9-2BC7-C5444DDA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Granite 4.1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6D8D8C-97DE-E24F-C95A-93C2F083487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6" y="1779998"/>
            <a:ext cx="5437147" cy="1094800"/>
          </a:xfrm>
        </p:spPr>
        <p:txBody>
          <a:bodyPr/>
          <a:lstStyle/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Sizes: 2B, 8B, and 34B variants available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Trained on curated, enterprise-grade data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Strong at regulated industry tasks (finance, legal, health)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Transparent training data provenance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Apache 2.0 license with IP indemnification available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Optimized for IBM </a:t>
            </a:r>
            <a:r>
              <a:rPr lang="en-US" sz="1400" dirty="0" err="1"/>
              <a:t>watsonx</a:t>
            </a:r>
            <a:r>
              <a:rPr lang="en-US" sz="1400" dirty="0"/>
              <a:t> but runs anywhere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974C500-8382-9C1B-2A35-36CBBFFF00C3}"/>
              </a:ext>
            </a:extLst>
          </p:cNvPr>
          <p:cNvSpPr/>
          <p:nvPr/>
        </p:nvSpPr>
        <p:spPr>
          <a:xfrm>
            <a:off x="438866" y="1031654"/>
            <a:ext cx="49881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IBM  |  </a:t>
            </a:r>
            <a:r>
              <a:rPr lang="en-US" sz="1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Enterprise trust meets open source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BB03D0-B38E-07E5-F371-6D4286C2DBEE}"/>
              </a:ext>
            </a:extLst>
          </p:cNvPr>
          <p:cNvSpPr/>
          <p:nvPr/>
        </p:nvSpPr>
        <p:spPr>
          <a:xfrm>
            <a:off x="7556393" y="1305974"/>
            <a:ext cx="2633230" cy="263323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ctr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8" name="Stat3Txt">
            <a:extLst>
              <a:ext uri="{FF2B5EF4-FFF2-40B4-BE49-F238E27FC236}">
                <a16:creationId xmlns:a16="http://schemas.microsoft.com/office/drawing/2014/main" id="{89FD5A73-5FFE-F7E7-208B-4683193F05CA}"/>
              </a:ext>
            </a:extLst>
          </p:cNvPr>
          <p:cNvSpPr/>
          <p:nvPr/>
        </p:nvSpPr>
        <p:spPr>
          <a:xfrm>
            <a:off x="7717903" y="1855425"/>
            <a:ext cx="2310209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800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IP Safe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indemnification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available</a:t>
            </a:r>
          </a:p>
        </p:txBody>
      </p:sp>
    </p:spTree>
    <p:extLst>
      <p:ext uri="{BB962C8B-B14F-4D97-AF65-F5344CB8AC3E}">
        <p14:creationId xmlns:p14="http://schemas.microsoft.com/office/powerpoint/2010/main" val="2293621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1F027-9CCD-F2E9-2BC7-C5444DDA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DeepSeek V4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6D8D8C-97DE-E24F-C95A-93C2F083487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6" y="1779998"/>
            <a:ext cx="5437147" cy="1094800"/>
          </a:xfrm>
        </p:spPr>
        <p:txBody>
          <a:bodyPr/>
          <a:lstStyle/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1.6T total / 49B active: largest open-weight </a:t>
            </a:r>
            <a:r>
              <a:rPr lang="en-US" sz="1400" dirty="0" err="1"/>
              <a:t>MoE</a:t>
            </a:r>
            <a:endParaRPr lang="en-US" sz="1400" dirty="0"/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80.6% SWE-bench Verified (within 0.2pts of Claude)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1M token context window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MIT license: completely unrestricted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93.5% </a:t>
            </a:r>
            <a:r>
              <a:rPr lang="en-US" sz="1400" dirty="0" err="1"/>
              <a:t>LiveCodeBench</a:t>
            </a:r>
            <a:r>
              <a:rPr lang="en-US" sz="1400" dirty="0"/>
              <a:t> v6: best open-weight coding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Hybrid CSA+HCA attention architecture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974C500-8382-9C1B-2A35-36CBBFFF00C3}"/>
              </a:ext>
            </a:extLst>
          </p:cNvPr>
          <p:cNvSpPr/>
          <p:nvPr/>
        </p:nvSpPr>
        <p:spPr>
          <a:xfrm>
            <a:off x="438866" y="1031654"/>
            <a:ext cx="49881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DeepSeek  |  </a:t>
            </a:r>
            <a:r>
              <a:rPr lang="en-US" sz="1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frontier open-weight giant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BB03D0-B38E-07E5-F371-6D4286C2DBEE}"/>
              </a:ext>
            </a:extLst>
          </p:cNvPr>
          <p:cNvSpPr/>
          <p:nvPr/>
        </p:nvSpPr>
        <p:spPr>
          <a:xfrm>
            <a:off x="7556393" y="1305974"/>
            <a:ext cx="2633230" cy="263323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ctr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8" name="Stat3Txt">
            <a:extLst>
              <a:ext uri="{FF2B5EF4-FFF2-40B4-BE49-F238E27FC236}">
                <a16:creationId xmlns:a16="http://schemas.microsoft.com/office/drawing/2014/main" id="{89FD5A73-5FFE-F7E7-208B-4683193F05CA}"/>
              </a:ext>
            </a:extLst>
          </p:cNvPr>
          <p:cNvSpPr/>
          <p:nvPr/>
        </p:nvSpPr>
        <p:spPr>
          <a:xfrm>
            <a:off x="7717903" y="1855425"/>
            <a:ext cx="2310209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800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80.6%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SWE-bench Verified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near-frontier</a:t>
            </a:r>
          </a:p>
        </p:txBody>
      </p:sp>
    </p:spTree>
    <p:extLst>
      <p:ext uri="{BB962C8B-B14F-4D97-AF65-F5344CB8AC3E}">
        <p14:creationId xmlns:p14="http://schemas.microsoft.com/office/powerpoint/2010/main" val="1256972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1F027-9CCD-F2E9-2BC7-C5444DDA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Mistral Small 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6D8D8C-97DE-E24F-C95A-93C2F083487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6" y="1779998"/>
            <a:ext cx="5437147" cy="1094800"/>
          </a:xfrm>
        </p:spPr>
        <p:txBody>
          <a:bodyPr/>
          <a:lstStyle/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119B total, only 6.5B active parameters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128 experts, 4 active per token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256K token context window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Multimodal: text + image understanding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Apache 2.0 license: fully permissive</a:t>
            </a:r>
          </a:p>
          <a:p>
            <a:pPr>
              <a:lnSpc>
                <a:spcPts val="2000"/>
              </a:lnSpc>
              <a:spcAft>
                <a:spcPts val="600"/>
              </a:spcAft>
            </a:pPr>
            <a:r>
              <a:rPr lang="en-US" sz="1400" dirty="0"/>
              <a:t>Single-GPU deployment possible (H100)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974C500-8382-9C1B-2A35-36CBBFFF00C3}"/>
              </a:ext>
            </a:extLst>
          </p:cNvPr>
          <p:cNvSpPr/>
          <p:nvPr/>
        </p:nvSpPr>
        <p:spPr>
          <a:xfrm>
            <a:off x="438866" y="1031654"/>
            <a:ext cx="49881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Mistral AI  |  </a:t>
            </a:r>
            <a:r>
              <a:rPr lang="en-US" sz="1400" dirty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European efficiency meets global scale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BB03D0-B38E-07E5-F371-6D4286C2DBEE}"/>
              </a:ext>
            </a:extLst>
          </p:cNvPr>
          <p:cNvSpPr/>
          <p:nvPr/>
        </p:nvSpPr>
        <p:spPr>
          <a:xfrm>
            <a:off x="7556393" y="1305974"/>
            <a:ext cx="2633230" cy="263323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ctr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8" name="Stat3Txt">
            <a:extLst>
              <a:ext uri="{FF2B5EF4-FFF2-40B4-BE49-F238E27FC236}">
                <a16:creationId xmlns:a16="http://schemas.microsoft.com/office/drawing/2014/main" id="{89FD5A73-5FFE-F7E7-208B-4683193F05CA}"/>
              </a:ext>
            </a:extLst>
          </p:cNvPr>
          <p:cNvSpPr/>
          <p:nvPr/>
        </p:nvSpPr>
        <p:spPr>
          <a:xfrm>
            <a:off x="7717903" y="1855425"/>
            <a:ext cx="2310209" cy="138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800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6.5B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active params</a:t>
            </a:r>
          </a:p>
          <a:p>
            <a:pPr marL="0" marR="0" lvl="0" indent="0" algn="ctr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from 119B total</a:t>
            </a:r>
          </a:p>
        </p:txBody>
      </p:sp>
    </p:spTree>
    <p:extLst>
      <p:ext uri="{BB962C8B-B14F-4D97-AF65-F5344CB8AC3E}">
        <p14:creationId xmlns:p14="http://schemas.microsoft.com/office/powerpoint/2010/main" val="4118392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6340F-A813-F8A1-A887-BAAED0DDE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Download Models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1EAAD8-53E5-BBFE-1F12-A2733B82DCBD}"/>
              </a:ext>
            </a:extLst>
          </p:cNvPr>
          <p:cNvSpPr/>
          <p:nvPr/>
        </p:nvSpPr>
        <p:spPr>
          <a:xfrm>
            <a:off x="536838" y="1402369"/>
            <a:ext cx="5283517" cy="301496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85A764-D4B0-37BB-0944-544F37190C2B}"/>
              </a:ext>
            </a:extLst>
          </p:cNvPr>
          <p:cNvSpPr txBox="1"/>
          <p:nvPr/>
        </p:nvSpPr>
        <p:spPr>
          <a:xfrm>
            <a:off x="770275" y="1602655"/>
            <a:ext cx="4342413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— Pull from the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library</a:t>
            </a:r>
          </a:p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pull gemma4:12b</a:t>
            </a:r>
          </a:p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pull phi4:14b</a:t>
            </a:r>
          </a:p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pull qwen3.6:35b-a3b</a:t>
            </a:r>
          </a:p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pull deepseek-v4:latest</a:t>
            </a:r>
          </a:p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pull mistral-small4:latest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LM Studio — Search in the GUI or use CLI</a:t>
            </a:r>
          </a:p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lms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get gemma-4-12b-it-GGUF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Foundry Local — Download optimized models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foundry model download phi-4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foundry model list    # See all available models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404C6E2-0276-C459-3F31-2EE2C90707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132" b="58647"/>
          <a:stretch>
            <a:fillRect/>
          </a:stretch>
        </p:blipFill>
        <p:spPr>
          <a:xfrm flipH="1">
            <a:off x="5935133" y="0"/>
            <a:ext cx="6256867" cy="332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99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6340F-A813-F8A1-A887-BAAED0DDE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Run Models via CLI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1EAAD8-53E5-BBFE-1F12-A2733B82DCBD}"/>
              </a:ext>
            </a:extLst>
          </p:cNvPr>
          <p:cNvSpPr/>
          <p:nvPr/>
        </p:nvSpPr>
        <p:spPr>
          <a:xfrm>
            <a:off x="536838" y="1402369"/>
            <a:ext cx="5283517" cy="352744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85A764-D4B0-37BB-0944-544F37190C2B}"/>
              </a:ext>
            </a:extLst>
          </p:cNvPr>
          <p:cNvSpPr txBox="1"/>
          <p:nvPr/>
        </p:nvSpPr>
        <p:spPr>
          <a:xfrm>
            <a:off x="770275" y="1602655"/>
            <a:ext cx="472407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Interactive chat session</a:t>
            </a:r>
          </a:p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run gemma4:12b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 What is a Mixture of Experts architecture?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One-shot prompt (non-interactive)</a:t>
            </a:r>
          </a:p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run phi4:14b "Explain quantum computing in 3 sentences"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Check running models and resource usage</a:t>
            </a:r>
          </a:p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</a:t>
            </a: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Foundry Local interactive chat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foundry model run phi-4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Show model details (params, quantization, context)</a:t>
            </a:r>
          </a:p>
          <a:p>
            <a:pPr marL="0" indent="0">
              <a:buNone/>
            </a:pP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show gemma4:12b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BFF595E-8A1C-EBEA-F9CC-3358A7103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132" b="58647"/>
          <a:stretch>
            <a:fillRect/>
          </a:stretch>
        </p:blipFill>
        <p:spPr>
          <a:xfrm flipH="1">
            <a:off x="5935133" y="0"/>
            <a:ext cx="6256867" cy="332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728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6340F-A813-F8A1-A887-BAAED0DDE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6" y="457201"/>
            <a:ext cx="5500757" cy="520809"/>
          </a:xfrm>
        </p:spPr>
        <p:txBody>
          <a:bodyPr/>
          <a:lstStyle/>
          <a:p>
            <a:r>
              <a:rPr lang="en-US" dirty="0"/>
              <a:t>REST API: Programmatic Access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1EAAD8-53E5-BBFE-1F12-A2733B82DCBD}"/>
              </a:ext>
            </a:extLst>
          </p:cNvPr>
          <p:cNvSpPr/>
          <p:nvPr/>
        </p:nvSpPr>
        <p:spPr>
          <a:xfrm>
            <a:off x="536838" y="1665279"/>
            <a:ext cx="5283517" cy="3391751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85A764-D4B0-37BB-0944-544F37190C2B}"/>
              </a:ext>
            </a:extLst>
          </p:cNvPr>
          <p:cNvSpPr txBox="1"/>
          <p:nvPr/>
        </p:nvSpPr>
        <p:spPr>
          <a:xfrm>
            <a:off x="770275" y="2281482"/>
            <a:ext cx="4724076" cy="1927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http://localhost:11434/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/chat \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-d '{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"model": "gemma4:12b",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"messages": [{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"role": "user",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"content": "Hello!"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}],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"stream": false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}'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7E27164-72B1-AD87-2A8F-28F7659ECF69}"/>
              </a:ext>
            </a:extLst>
          </p:cNvPr>
          <p:cNvSpPr/>
          <p:nvPr/>
        </p:nvSpPr>
        <p:spPr>
          <a:xfrm>
            <a:off x="438865" y="1031654"/>
            <a:ext cx="64549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All three frameworks expose OpenAI-compatible REST APIs at localhost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2D2DC0E0-83B3-369A-EA34-ED53A893364F}"/>
              </a:ext>
            </a:extLst>
          </p:cNvPr>
          <p:cNvSpPr/>
          <p:nvPr/>
        </p:nvSpPr>
        <p:spPr>
          <a:xfrm>
            <a:off x="812578" y="1874492"/>
            <a:ext cx="72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cURL</a:t>
            </a:r>
            <a:endParaRPr lang="en-US" sz="1400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64B6C96-53A7-3248-31E5-A8BA5F57F4D5}"/>
              </a:ext>
            </a:extLst>
          </p:cNvPr>
          <p:cNvSpPr/>
          <p:nvPr/>
        </p:nvSpPr>
        <p:spPr>
          <a:xfrm>
            <a:off x="6094799" y="1665279"/>
            <a:ext cx="5283517" cy="3391751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3B04DC-36CF-B11F-1004-4F825CEAA1AD}"/>
              </a:ext>
            </a:extLst>
          </p:cNvPr>
          <p:cNvSpPr txBox="1"/>
          <p:nvPr/>
        </p:nvSpPr>
        <p:spPr>
          <a:xfrm>
            <a:off x="6328236" y="2281482"/>
            <a:ext cx="4724076" cy="25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import OpenAI</a:t>
            </a:r>
          </a:p>
          <a:p>
            <a:pPr marL="0" indent="0">
              <a:lnSpc>
                <a:spcPts val="1600"/>
              </a:lnSpc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OpenAI(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base_url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="http://localhost:11434/v1",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="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 # Required but unused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</a:p>
          <a:p>
            <a:pPr marL="0" indent="0">
              <a:lnSpc>
                <a:spcPts val="1600"/>
              </a:lnSpc>
              <a:buNone/>
            </a:pPr>
            <a:endParaRPr lang="en-US" sz="1200" dirty="0">
              <a:solidFill>
                <a:schemeClr val="accent5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client.chat.completions.create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model="gemma4:12b",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messages=[{"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role":"user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content":"Hello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!"}]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AA5E8630-B7F4-9D5C-13CD-29E0884811D3}"/>
              </a:ext>
            </a:extLst>
          </p:cNvPr>
          <p:cNvSpPr/>
          <p:nvPr/>
        </p:nvSpPr>
        <p:spPr>
          <a:xfrm>
            <a:off x="6370539" y="1874492"/>
            <a:ext cx="1803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Python (OpenAI SDK)</a:t>
            </a: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CAAEAA19-C91A-0EFF-C5B4-B4F338CD922A}"/>
              </a:ext>
            </a:extLst>
          </p:cNvPr>
          <p:cNvSpPr/>
          <p:nvPr/>
        </p:nvSpPr>
        <p:spPr>
          <a:xfrm>
            <a:off x="640080" y="5542059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Same OpenAI SDK, same code — just change the </a:t>
            </a:r>
            <a:r>
              <a:rPr lang="en-US" sz="1200" dirty="0" err="1">
                <a:solidFill>
                  <a:srgbClr val="8B949E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base_url</a:t>
            </a:r>
            <a:r>
              <a:rPr lang="en-US" sz="1200" dirty="0">
                <a:solidFill>
                  <a:srgbClr val="8B949E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to localhost</a:t>
            </a:r>
          </a:p>
        </p:txBody>
      </p:sp>
    </p:spTree>
    <p:extLst>
      <p:ext uri="{BB962C8B-B14F-4D97-AF65-F5344CB8AC3E}">
        <p14:creationId xmlns:p14="http://schemas.microsoft.com/office/powerpoint/2010/main" val="154770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8C198-AAE4-A3A4-8F9A-8BADB5376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Framework API Endpoints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E263D-A2DC-9E18-ABD4-9C5F6CB6C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6" y="3680360"/>
            <a:ext cx="8705133" cy="1094800"/>
          </a:xfrm>
        </p:spPr>
        <p:txBody>
          <a:bodyPr/>
          <a:lstStyle/>
          <a:p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</a:rPr>
              <a:t>Key Insight</a:t>
            </a:r>
          </a:p>
          <a:p>
            <a:endParaRPr lang="en-US" dirty="0"/>
          </a:p>
          <a:p>
            <a:r>
              <a:rPr lang="en-US" sz="1400" dirty="0"/>
              <a:t>All three frameworks implement the OpenAI Chat Completions API spec. This means:</a:t>
            </a:r>
          </a:p>
          <a:p>
            <a:endParaRPr lang="en-US" sz="1400" dirty="0"/>
          </a:p>
          <a:p>
            <a:r>
              <a:rPr lang="en-US" sz="1400" dirty="0"/>
              <a:t>Any application built for OpenAI can switch to local models by changing one line: the base URL.</a:t>
            </a:r>
          </a:p>
          <a:p>
            <a:r>
              <a:rPr lang="en-US" sz="1400" b="1" dirty="0">
                <a:solidFill>
                  <a:schemeClr val="accent5"/>
                </a:solidFill>
              </a:rPr>
              <a:t>No code refactoring. No SDK changes. Just point to localhost.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9CDAC88B-65E7-C706-9E4B-72A3A7F000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5263190"/>
              </p:ext>
            </p:extLst>
          </p:nvPr>
        </p:nvGraphicFramePr>
        <p:xfrm>
          <a:off x="438866" y="1421992"/>
          <a:ext cx="7504487" cy="1755648"/>
        </p:xfrm>
        <a:graphic>
          <a:graphicData uri="http://schemas.openxmlformats.org/drawingml/2006/table">
            <a:tbl>
              <a:tblPr/>
              <a:tblGrid>
                <a:gridCol w="201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37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96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52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  <a:latin typeface="DM Sans 14pt" pitchFamily="2" charset="77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100" dirty="0">
                        <a:solidFill>
                          <a:schemeClr val="tx2"/>
                        </a:solidFill>
                        <a:latin typeface="DM Sans 14pt" pitchFamily="2" charset="77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alpha val="2483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  <a:latin typeface="DM Sans 14pt" pitchFamily="2" charset="77"/>
                          <a:ea typeface="Calibri" pitchFamily="34" charset="-122"/>
                          <a:cs typeface="Calibri" pitchFamily="34" charset="-120"/>
                        </a:rPr>
                        <a:t>Default URL</a:t>
                      </a:r>
                      <a:endParaRPr lang="en-US" sz="1100" dirty="0">
                        <a:solidFill>
                          <a:schemeClr val="tx2"/>
                        </a:solidFill>
                        <a:latin typeface="DM Sans 14pt" pitchFamily="2" charset="77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alpha val="2483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  <a:latin typeface="DM Sans 14pt" pitchFamily="2" charset="77"/>
                          <a:ea typeface="Calibri" pitchFamily="34" charset="-122"/>
                          <a:cs typeface="Calibri" pitchFamily="34" charset="-120"/>
                        </a:rPr>
                        <a:t>Open AI Compatible</a:t>
                      </a:r>
                      <a:endParaRPr lang="en-US" sz="1100" dirty="0">
                        <a:solidFill>
                          <a:schemeClr val="tx2"/>
                        </a:solidFill>
                        <a:latin typeface="DM Sans 14pt" pitchFamily="2" charset="77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alpha val="24837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  <a:latin typeface="DM Sans 14pt" pitchFamily="2" charset="77"/>
                          <a:ea typeface="Calibri" pitchFamily="34" charset="-122"/>
                          <a:cs typeface="Calibri" pitchFamily="34" charset="-120"/>
                        </a:rPr>
                        <a:t>Streaming</a:t>
                      </a:r>
                      <a:endParaRPr lang="en-US" sz="1100" dirty="0">
                        <a:solidFill>
                          <a:schemeClr val="tx2"/>
                        </a:solidFill>
                        <a:latin typeface="DM Sans 14pt" pitchFamily="2" charset="77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alpha val="24837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Ollama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localhost:11434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 (/v1/chat/completions)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LM Studio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localhost:1234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 (/v1/chat/completions)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Foundry Local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localhost:5272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 (OpenAI SDK)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38100" marB="381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9380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67748-723F-36A6-1A87-886DA4FAD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Hardware Requirements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A321E1-C0DC-A1CD-E32C-1627D7F8B9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6" y="1159796"/>
            <a:ext cx="5657133" cy="311195"/>
          </a:xfrm>
        </p:spPr>
        <p:txBody>
          <a:bodyPr/>
          <a:lstStyle/>
          <a:p>
            <a:r>
              <a:rPr lang="en-US" dirty="0"/>
              <a:t>What you need depends on the model size you want to run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A8955FD-9B75-2F17-DF54-7519DAF32948}"/>
              </a:ext>
            </a:extLst>
          </p:cNvPr>
          <p:cNvGrpSpPr/>
          <p:nvPr/>
        </p:nvGrpSpPr>
        <p:grpSpPr>
          <a:xfrm>
            <a:off x="438866" y="1880484"/>
            <a:ext cx="1965960" cy="2560320"/>
            <a:chOff x="438866" y="1880484"/>
            <a:chExt cx="1965960" cy="2560320"/>
          </a:xfrm>
        </p:grpSpPr>
        <p:sp>
          <p:nvSpPr>
            <p:cNvPr id="5" name="Shape 4">
              <a:extLst>
                <a:ext uri="{FF2B5EF4-FFF2-40B4-BE49-F238E27FC236}">
                  <a16:creationId xmlns:a16="http://schemas.microsoft.com/office/drawing/2014/main" id="{674C7DB3-6E5D-0861-82F3-18CCF03FF830}"/>
                </a:ext>
              </a:extLst>
            </p:cNvPr>
            <p:cNvSpPr/>
            <p:nvPr/>
          </p:nvSpPr>
          <p:spPr>
            <a:xfrm>
              <a:off x="438866" y="1880484"/>
              <a:ext cx="1965960" cy="54864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 5">
              <a:extLst>
                <a:ext uri="{FF2B5EF4-FFF2-40B4-BE49-F238E27FC236}">
                  <a16:creationId xmlns:a16="http://schemas.microsoft.com/office/drawing/2014/main" id="{9FAC7CC5-2DC1-AA41-647E-F3DB4DBF642A}"/>
                </a:ext>
              </a:extLst>
            </p:cNvPr>
            <p:cNvSpPr/>
            <p:nvPr/>
          </p:nvSpPr>
          <p:spPr>
            <a:xfrm>
              <a:off x="576026" y="2063364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chemeClr val="accent2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Entry</a:t>
              </a:r>
              <a:endParaRPr lang="en-US" sz="1600" dirty="0">
                <a:solidFill>
                  <a:schemeClr val="accent2"/>
                </a:solidFill>
                <a:latin typeface="DM Sans 14pt" pitchFamily="2" charset="77"/>
              </a:endParaRPr>
            </a:p>
          </p:txBody>
        </p:sp>
        <p:sp>
          <p:nvSpPr>
            <p:cNvPr id="7" name="Text 6">
              <a:extLst>
                <a:ext uri="{FF2B5EF4-FFF2-40B4-BE49-F238E27FC236}">
                  <a16:creationId xmlns:a16="http://schemas.microsoft.com/office/drawing/2014/main" id="{563602E3-6C74-B60E-0B69-CB3069005A27}"/>
                </a:ext>
              </a:extLst>
            </p:cNvPr>
            <p:cNvSpPr/>
            <p:nvPr/>
          </p:nvSpPr>
          <p:spPr>
            <a:xfrm>
              <a:off x="576026" y="2520564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8-16GB RAM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Any modern CPU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8" name="Text 7">
              <a:extLst>
                <a:ext uri="{FF2B5EF4-FFF2-40B4-BE49-F238E27FC236}">
                  <a16:creationId xmlns:a16="http://schemas.microsoft.com/office/drawing/2014/main" id="{2BE9DD28-C1FE-1182-F853-87E880BEFD42}"/>
                </a:ext>
              </a:extLst>
            </p:cNvPr>
            <p:cNvSpPr/>
            <p:nvPr/>
          </p:nvSpPr>
          <p:spPr>
            <a:xfrm>
              <a:off x="576026" y="3252084"/>
              <a:ext cx="169164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B949E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3B-8B models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8B949E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(Phi-4 mini, Gemma 4 2B)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9" name="Text 8">
              <a:extLst>
                <a:ext uri="{FF2B5EF4-FFF2-40B4-BE49-F238E27FC236}">
                  <a16:creationId xmlns:a16="http://schemas.microsoft.com/office/drawing/2014/main" id="{6BB1FA7F-F53C-EC70-A484-A2B01535E3B2}"/>
                </a:ext>
              </a:extLst>
            </p:cNvPr>
            <p:cNvSpPr/>
            <p:nvPr/>
          </p:nvSpPr>
          <p:spPr>
            <a:xfrm>
              <a:off x="576026" y="4075044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accent2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15-35 tok/s</a:t>
              </a:r>
              <a:endParaRPr lang="en-US" sz="1400" dirty="0">
                <a:solidFill>
                  <a:schemeClr val="accent2"/>
                </a:solidFill>
                <a:latin typeface="DM Sans 14pt" pitchFamily="2" charset="77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7E515F8-3CBB-B49D-5B49-BB4E9CF8F4E6}"/>
              </a:ext>
            </a:extLst>
          </p:cNvPr>
          <p:cNvGrpSpPr/>
          <p:nvPr/>
        </p:nvGrpSpPr>
        <p:grpSpPr>
          <a:xfrm>
            <a:off x="2738781" y="1880484"/>
            <a:ext cx="1965960" cy="2560320"/>
            <a:chOff x="2738781" y="1880484"/>
            <a:chExt cx="1965960" cy="2560320"/>
          </a:xfrm>
        </p:grpSpPr>
        <p:sp>
          <p:nvSpPr>
            <p:cNvPr id="10" name="Shape 10">
              <a:extLst>
                <a:ext uri="{FF2B5EF4-FFF2-40B4-BE49-F238E27FC236}">
                  <a16:creationId xmlns:a16="http://schemas.microsoft.com/office/drawing/2014/main" id="{D730424D-C156-AEDC-C712-A932F4E12C99}"/>
                </a:ext>
              </a:extLst>
            </p:cNvPr>
            <p:cNvSpPr/>
            <p:nvPr/>
          </p:nvSpPr>
          <p:spPr>
            <a:xfrm>
              <a:off x="2738781" y="1880484"/>
              <a:ext cx="1965960" cy="54864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11">
              <a:extLst>
                <a:ext uri="{FF2B5EF4-FFF2-40B4-BE49-F238E27FC236}">
                  <a16:creationId xmlns:a16="http://schemas.microsoft.com/office/drawing/2014/main" id="{3BDF779C-8279-03F3-AB67-BA59B7C2D5DF}"/>
                </a:ext>
              </a:extLst>
            </p:cNvPr>
            <p:cNvSpPr/>
            <p:nvPr/>
          </p:nvSpPr>
          <p:spPr>
            <a:xfrm>
              <a:off x="2875941" y="2063364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chemeClr val="accent1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Mid-Range</a:t>
              </a:r>
              <a:endParaRPr lang="en-US" sz="1600" dirty="0">
                <a:solidFill>
                  <a:schemeClr val="accent1"/>
                </a:solidFill>
                <a:latin typeface="DM Sans 14pt" pitchFamily="2" charset="77"/>
              </a:endParaRPr>
            </a:p>
          </p:txBody>
        </p:sp>
        <p:sp>
          <p:nvSpPr>
            <p:cNvPr id="12" name="Text 12">
              <a:extLst>
                <a:ext uri="{FF2B5EF4-FFF2-40B4-BE49-F238E27FC236}">
                  <a16:creationId xmlns:a16="http://schemas.microsoft.com/office/drawing/2014/main" id="{7CAFB28C-394E-B623-903E-5ADA877ED8FC}"/>
                </a:ext>
              </a:extLst>
            </p:cNvPr>
            <p:cNvSpPr/>
            <p:nvPr/>
          </p:nvSpPr>
          <p:spPr>
            <a:xfrm>
              <a:off x="2875941" y="2520564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16-32GB RAM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or RTX 4060-4070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3" name="Text 13">
              <a:extLst>
                <a:ext uri="{FF2B5EF4-FFF2-40B4-BE49-F238E27FC236}">
                  <a16:creationId xmlns:a16="http://schemas.microsoft.com/office/drawing/2014/main" id="{4E04A36A-5C5B-2C13-7CDE-682ADA97652B}"/>
                </a:ext>
              </a:extLst>
            </p:cNvPr>
            <p:cNvSpPr/>
            <p:nvPr/>
          </p:nvSpPr>
          <p:spPr>
            <a:xfrm>
              <a:off x="2875941" y="3252084"/>
              <a:ext cx="169164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B949E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12B-14B models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8B949E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(Gemma 4 12B, Phi-4 14B)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" name="Text 14">
              <a:extLst>
                <a:ext uri="{FF2B5EF4-FFF2-40B4-BE49-F238E27FC236}">
                  <a16:creationId xmlns:a16="http://schemas.microsoft.com/office/drawing/2014/main" id="{FCD9D051-9D28-130E-48DE-26404CBE47B5}"/>
                </a:ext>
              </a:extLst>
            </p:cNvPr>
            <p:cNvSpPr/>
            <p:nvPr/>
          </p:nvSpPr>
          <p:spPr>
            <a:xfrm>
              <a:off x="2875941" y="4075044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accent1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25-50 tok/s</a:t>
              </a:r>
              <a:endParaRPr lang="en-US" sz="1400" dirty="0">
                <a:solidFill>
                  <a:schemeClr val="accent1"/>
                </a:solidFill>
                <a:latin typeface="DM Sans 14pt" pitchFamily="2" charset="77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F85B6C5-96BF-6B66-C362-264A188E94AB}"/>
              </a:ext>
            </a:extLst>
          </p:cNvPr>
          <p:cNvGrpSpPr/>
          <p:nvPr/>
        </p:nvGrpSpPr>
        <p:grpSpPr>
          <a:xfrm>
            <a:off x="5064099" y="1880484"/>
            <a:ext cx="1965960" cy="2560320"/>
            <a:chOff x="5064099" y="1880484"/>
            <a:chExt cx="1965960" cy="2560320"/>
          </a:xfrm>
        </p:grpSpPr>
        <p:sp>
          <p:nvSpPr>
            <p:cNvPr id="15" name="Shape 16">
              <a:extLst>
                <a:ext uri="{FF2B5EF4-FFF2-40B4-BE49-F238E27FC236}">
                  <a16:creationId xmlns:a16="http://schemas.microsoft.com/office/drawing/2014/main" id="{EC44A7DD-DEA6-5F93-4F57-BA3277C63179}"/>
                </a:ext>
              </a:extLst>
            </p:cNvPr>
            <p:cNvSpPr/>
            <p:nvPr/>
          </p:nvSpPr>
          <p:spPr>
            <a:xfrm>
              <a:off x="5064099" y="1880484"/>
              <a:ext cx="1965960" cy="54864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7">
              <a:extLst>
                <a:ext uri="{FF2B5EF4-FFF2-40B4-BE49-F238E27FC236}">
                  <a16:creationId xmlns:a16="http://schemas.microsoft.com/office/drawing/2014/main" id="{86CDF24E-8049-59D8-AD6D-B7AA14B7AD59}"/>
                </a:ext>
              </a:extLst>
            </p:cNvPr>
            <p:cNvSpPr/>
            <p:nvPr/>
          </p:nvSpPr>
          <p:spPr>
            <a:xfrm>
              <a:off x="5201259" y="2063364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chemeClr val="accent5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Enthusiast</a:t>
              </a:r>
              <a:endParaRPr lang="en-US" sz="1600" dirty="0">
                <a:solidFill>
                  <a:schemeClr val="accent5"/>
                </a:solidFill>
                <a:latin typeface="DM Sans 14pt" pitchFamily="2" charset="77"/>
              </a:endParaRPr>
            </a:p>
          </p:txBody>
        </p:sp>
        <p:sp>
          <p:nvSpPr>
            <p:cNvPr id="17" name="Text 18">
              <a:extLst>
                <a:ext uri="{FF2B5EF4-FFF2-40B4-BE49-F238E27FC236}">
                  <a16:creationId xmlns:a16="http://schemas.microsoft.com/office/drawing/2014/main" id="{3B2A2F79-5C8A-868D-5BE7-6FA4B99E287A}"/>
                </a:ext>
              </a:extLst>
            </p:cNvPr>
            <p:cNvSpPr/>
            <p:nvPr/>
          </p:nvSpPr>
          <p:spPr>
            <a:xfrm>
              <a:off x="5201259" y="2520564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32-64GB RAM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or RTX 4090 (24GB)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8" name="Text 19">
              <a:extLst>
                <a:ext uri="{FF2B5EF4-FFF2-40B4-BE49-F238E27FC236}">
                  <a16:creationId xmlns:a16="http://schemas.microsoft.com/office/drawing/2014/main" id="{69190265-51C8-5DD1-F853-B719A392B006}"/>
                </a:ext>
              </a:extLst>
            </p:cNvPr>
            <p:cNvSpPr/>
            <p:nvPr/>
          </p:nvSpPr>
          <p:spPr>
            <a:xfrm>
              <a:off x="5201259" y="3252084"/>
              <a:ext cx="169164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B949E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27B-35B models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8B949E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(Gemma 4 27B, Qwen 3.6)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9" name="Text 20">
              <a:extLst>
                <a:ext uri="{FF2B5EF4-FFF2-40B4-BE49-F238E27FC236}">
                  <a16:creationId xmlns:a16="http://schemas.microsoft.com/office/drawing/2014/main" id="{05886459-9D13-C47B-C49D-EF0A9F9DADEE}"/>
                </a:ext>
              </a:extLst>
            </p:cNvPr>
            <p:cNvSpPr/>
            <p:nvPr/>
          </p:nvSpPr>
          <p:spPr>
            <a:xfrm>
              <a:off x="5201259" y="4075044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accent5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20-50 tok/s</a:t>
              </a:r>
              <a:endParaRPr lang="en-US" sz="1400" dirty="0">
                <a:solidFill>
                  <a:schemeClr val="accent5"/>
                </a:solidFill>
                <a:latin typeface="DM Sans 14pt" pitchFamily="2" charset="77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6C44A5D-1DEA-F4AD-6C9C-09954FB65AB5}"/>
              </a:ext>
            </a:extLst>
          </p:cNvPr>
          <p:cNvGrpSpPr/>
          <p:nvPr/>
        </p:nvGrpSpPr>
        <p:grpSpPr>
          <a:xfrm>
            <a:off x="7350099" y="1880484"/>
            <a:ext cx="1965960" cy="2560320"/>
            <a:chOff x="7350099" y="1880484"/>
            <a:chExt cx="1965960" cy="2560320"/>
          </a:xfrm>
        </p:grpSpPr>
        <p:sp>
          <p:nvSpPr>
            <p:cNvPr id="20" name="Shape 22">
              <a:extLst>
                <a:ext uri="{FF2B5EF4-FFF2-40B4-BE49-F238E27FC236}">
                  <a16:creationId xmlns:a16="http://schemas.microsoft.com/office/drawing/2014/main" id="{BFFB7125-9895-651C-FB99-E92D63597162}"/>
                </a:ext>
              </a:extLst>
            </p:cNvPr>
            <p:cNvSpPr/>
            <p:nvPr/>
          </p:nvSpPr>
          <p:spPr>
            <a:xfrm>
              <a:off x="7350099" y="1880484"/>
              <a:ext cx="1965960" cy="54864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23">
              <a:extLst>
                <a:ext uri="{FF2B5EF4-FFF2-40B4-BE49-F238E27FC236}">
                  <a16:creationId xmlns:a16="http://schemas.microsoft.com/office/drawing/2014/main" id="{0B9B4C19-6A6C-DAF4-9E43-186C13D10531}"/>
                </a:ext>
              </a:extLst>
            </p:cNvPr>
            <p:cNvSpPr/>
            <p:nvPr/>
          </p:nvSpPr>
          <p:spPr>
            <a:xfrm>
              <a:off x="7487259" y="2063364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chemeClr val="accent3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Pro</a:t>
              </a:r>
              <a:endParaRPr lang="en-US" sz="1600" dirty="0">
                <a:solidFill>
                  <a:schemeClr val="accent3"/>
                </a:solidFill>
                <a:latin typeface="DM Sans 14pt" pitchFamily="2" charset="77"/>
              </a:endParaRPr>
            </a:p>
          </p:txBody>
        </p:sp>
        <p:sp>
          <p:nvSpPr>
            <p:cNvPr id="22" name="Text 24">
              <a:extLst>
                <a:ext uri="{FF2B5EF4-FFF2-40B4-BE49-F238E27FC236}">
                  <a16:creationId xmlns:a16="http://schemas.microsoft.com/office/drawing/2014/main" id="{404C8095-F67E-9DAE-AF7C-D7650B8B14AC}"/>
                </a:ext>
              </a:extLst>
            </p:cNvPr>
            <p:cNvSpPr/>
            <p:nvPr/>
          </p:nvSpPr>
          <p:spPr>
            <a:xfrm>
              <a:off x="7487259" y="2520564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64-192GB Unified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FFFFFF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Mac Studio / Multi-GPU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3" name="Text 25">
              <a:extLst>
                <a:ext uri="{FF2B5EF4-FFF2-40B4-BE49-F238E27FC236}">
                  <a16:creationId xmlns:a16="http://schemas.microsoft.com/office/drawing/2014/main" id="{A3B78812-E40B-44AC-700C-A2836422537A}"/>
                </a:ext>
              </a:extLst>
            </p:cNvPr>
            <p:cNvSpPr/>
            <p:nvPr/>
          </p:nvSpPr>
          <p:spPr>
            <a:xfrm>
              <a:off x="7487259" y="3252084"/>
              <a:ext cx="169164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B949E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70B+ models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8B949E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(DeepSeek, Llama 4)</a:t>
              </a:r>
              <a:endPara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4" name="Text 26">
              <a:extLst>
                <a:ext uri="{FF2B5EF4-FFF2-40B4-BE49-F238E27FC236}">
                  <a16:creationId xmlns:a16="http://schemas.microsoft.com/office/drawing/2014/main" id="{C2E7F049-19D0-8861-8341-DB3C397F0474}"/>
                </a:ext>
              </a:extLst>
            </p:cNvPr>
            <p:cNvSpPr/>
            <p:nvPr/>
          </p:nvSpPr>
          <p:spPr>
            <a:xfrm>
              <a:off x="7487259" y="4075044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accent3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15-35 tok/s</a:t>
              </a:r>
              <a:endParaRPr lang="en-US" sz="1400" dirty="0">
                <a:solidFill>
                  <a:schemeClr val="accent3"/>
                </a:solidFill>
                <a:latin typeface="DM Sans 14pt" pitchFamily="2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43707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67748-723F-36A6-1A87-886DA4FAD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Platform Comparison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77735BB-87CF-FD00-CF15-80C6D163D358}"/>
              </a:ext>
            </a:extLst>
          </p:cNvPr>
          <p:cNvGrpSpPr/>
          <p:nvPr/>
        </p:nvGrpSpPr>
        <p:grpSpPr>
          <a:xfrm>
            <a:off x="4431157" y="1547489"/>
            <a:ext cx="3286881" cy="3915057"/>
            <a:chOff x="4431157" y="1547489"/>
            <a:chExt cx="3286881" cy="3915057"/>
          </a:xfrm>
        </p:grpSpPr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50E3F6D7-C897-3292-9468-E8A420128DA0}"/>
                </a:ext>
              </a:extLst>
            </p:cNvPr>
            <p:cNvSpPr/>
            <p:nvPr/>
          </p:nvSpPr>
          <p:spPr>
            <a:xfrm>
              <a:off x="4431157" y="1547489"/>
              <a:ext cx="3286881" cy="3915057"/>
            </a:xfrm>
            <a:prstGeom prst="roundRect">
              <a:avLst>
                <a:gd name="adj" fmla="val 4242"/>
              </a:avLst>
            </a:prstGeom>
            <a:gradFill>
              <a:gsLst>
                <a:gs pos="74000">
                  <a:schemeClr val="tx1"/>
                </a:gs>
                <a:gs pos="100000">
                  <a:schemeClr val="accent2">
                    <a:alpha val="21331"/>
                  </a:schemeClr>
                </a:gs>
              </a:gsLst>
              <a:lin ang="5400000" scaled="1"/>
            </a:gradFill>
            <a:ln w="3175">
              <a:solidFill>
                <a:schemeClr val="bg1">
                  <a:lumMod val="50000"/>
                  <a:alpha val="7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marL="0" marR="0" lvl="0" indent="0" algn="l" defTabSz="1219170" rtl="0" eaLnBrk="1" fontAlgn="auto" latinLnBrk="0" hangingPunct="1">
                <a:lnSpc>
                  <a:spcPts val="1867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endParaRPr>
            </a:p>
          </p:txBody>
        </p:sp>
        <p:sp>
          <p:nvSpPr>
            <p:cNvPr id="36" name="Text Placeholder 2">
              <a:extLst>
                <a:ext uri="{FF2B5EF4-FFF2-40B4-BE49-F238E27FC236}">
                  <a16:creationId xmlns:a16="http://schemas.microsoft.com/office/drawing/2014/main" id="{95C0F902-B274-4EDB-D2C3-2FE09CA99EBE}"/>
                </a:ext>
              </a:extLst>
            </p:cNvPr>
            <p:cNvSpPr txBox="1">
              <a:spLocks/>
            </p:cNvSpPr>
            <p:nvPr/>
          </p:nvSpPr>
          <p:spPr>
            <a:xfrm>
              <a:off x="4825108" y="2497802"/>
              <a:ext cx="2474190" cy="15265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 marL="0">
                <a:spcAft>
                  <a:spcPts val="1200"/>
                </a:spcAft>
              </a:pPr>
              <a:r>
                <a:rPr lang="en-US" sz="1200" dirty="0">
                  <a:solidFill>
                    <a:srgbClr val="FFFFFF"/>
                  </a:solidFill>
                </a:rPr>
                <a:t>Fastest per-token speed</a:t>
              </a:r>
            </a:p>
            <a:p>
              <a:pPr marL="0">
                <a:spcAft>
                  <a:spcPts val="1200"/>
                </a:spcAft>
              </a:pPr>
              <a:r>
                <a:rPr lang="en-US" sz="1200" dirty="0">
                  <a:solidFill>
                    <a:srgbClr val="FFFFFF"/>
                  </a:solidFill>
                </a:rPr>
                <a:t>Mature ecosystem (CUDA)</a:t>
              </a:r>
            </a:p>
            <a:p>
              <a:pPr marL="0">
                <a:spcAft>
                  <a:spcPts val="1200"/>
                </a:spcAft>
              </a:pPr>
              <a:r>
                <a:rPr lang="en-US" sz="1200" dirty="0">
                  <a:solidFill>
                    <a:srgbClr val="FFFFFF"/>
                  </a:solidFill>
                </a:rPr>
                <a:t>Best framework support</a:t>
              </a:r>
            </a:p>
            <a:p>
              <a:pPr marL="0">
                <a:spcAft>
                  <a:spcPts val="1200"/>
                </a:spcAft>
              </a:pPr>
              <a:r>
                <a:rPr lang="en-US" sz="1200" dirty="0">
                  <a:solidFill>
                    <a:srgbClr val="FFFFFF"/>
                  </a:solidFill>
                </a:rPr>
                <a:t>1000+ GB/s bandwidth</a:t>
              </a:r>
            </a:p>
          </p:txBody>
        </p:sp>
        <p:sp>
          <p:nvSpPr>
            <p:cNvPr id="37" name="Text 3">
              <a:extLst>
                <a:ext uri="{FF2B5EF4-FFF2-40B4-BE49-F238E27FC236}">
                  <a16:creationId xmlns:a16="http://schemas.microsoft.com/office/drawing/2014/main" id="{63AACC2C-67FC-A94D-FE9E-50E2C86A8366}"/>
                </a:ext>
              </a:extLst>
            </p:cNvPr>
            <p:cNvSpPr/>
            <p:nvPr/>
          </p:nvSpPr>
          <p:spPr>
            <a:xfrm>
              <a:off x="4825108" y="1975974"/>
              <a:ext cx="24231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chemeClr val="accent2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NVIDIA GPU (CUDA)</a:t>
              </a:r>
            </a:p>
          </p:txBody>
        </p:sp>
        <p:sp>
          <p:nvSpPr>
            <p:cNvPr id="38" name="Text Placeholder 2">
              <a:extLst>
                <a:ext uri="{FF2B5EF4-FFF2-40B4-BE49-F238E27FC236}">
                  <a16:creationId xmlns:a16="http://schemas.microsoft.com/office/drawing/2014/main" id="{AC622D00-37C9-51F5-1F37-F956F797C2BF}"/>
                </a:ext>
              </a:extLst>
            </p:cNvPr>
            <p:cNvSpPr txBox="1">
              <a:spLocks/>
            </p:cNvSpPr>
            <p:nvPr/>
          </p:nvSpPr>
          <p:spPr>
            <a:xfrm>
              <a:off x="4825108" y="4359872"/>
              <a:ext cx="2474190" cy="5371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 marL="0">
                <a:lnSpc>
                  <a:spcPts val="1600"/>
                </a:lnSpc>
                <a:spcAft>
                  <a:spcPts val="1200"/>
                </a:spcAft>
              </a:pPr>
              <a:r>
                <a:rPr lang="en-US" sz="1200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  <a:t>Trade-Offs</a:t>
              </a:r>
              <a:br>
                <a:rPr lang="en-US" sz="1200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</a:br>
              <a:r>
                <a:rPr lang="en-US" sz="1200" dirty="0"/>
                <a:t>24GB VRAM cap (consumer)</a:t>
              </a:r>
              <a:br>
                <a:rPr lang="en-US" sz="1200" dirty="0"/>
              </a:br>
              <a:r>
                <a:rPr lang="en-US" sz="1200" dirty="0"/>
                <a:t>High power draw (300W+)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1151039-402F-0BE4-9C1F-AFECC9810208}"/>
              </a:ext>
            </a:extLst>
          </p:cNvPr>
          <p:cNvGrpSpPr/>
          <p:nvPr/>
        </p:nvGrpSpPr>
        <p:grpSpPr>
          <a:xfrm>
            <a:off x="8056952" y="1547489"/>
            <a:ext cx="3286881" cy="3915057"/>
            <a:chOff x="8056952" y="1547489"/>
            <a:chExt cx="3286881" cy="3915057"/>
          </a:xfrm>
        </p:grpSpPr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D192E69D-8416-CEC7-5F91-14DD1E563D16}"/>
                </a:ext>
              </a:extLst>
            </p:cNvPr>
            <p:cNvSpPr/>
            <p:nvPr/>
          </p:nvSpPr>
          <p:spPr>
            <a:xfrm>
              <a:off x="8056952" y="1547489"/>
              <a:ext cx="3286881" cy="3915057"/>
            </a:xfrm>
            <a:prstGeom prst="roundRect">
              <a:avLst>
                <a:gd name="adj" fmla="val 4242"/>
              </a:avLst>
            </a:prstGeom>
            <a:gradFill>
              <a:gsLst>
                <a:gs pos="74000">
                  <a:schemeClr val="tx1"/>
                </a:gs>
                <a:gs pos="100000">
                  <a:schemeClr val="accent2">
                    <a:alpha val="21331"/>
                  </a:schemeClr>
                </a:gs>
              </a:gsLst>
              <a:lin ang="5400000" scaled="1"/>
            </a:gradFill>
            <a:ln w="3175">
              <a:solidFill>
                <a:schemeClr val="bg1">
                  <a:lumMod val="50000"/>
                  <a:alpha val="7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marL="0" marR="0" lvl="0" indent="0" algn="l" defTabSz="1219170" rtl="0" eaLnBrk="1" fontAlgn="auto" latinLnBrk="0" hangingPunct="1">
                <a:lnSpc>
                  <a:spcPts val="1867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endParaRPr>
            </a:p>
          </p:txBody>
        </p:sp>
        <p:sp>
          <p:nvSpPr>
            <p:cNvPr id="40" name="Text Placeholder 2">
              <a:extLst>
                <a:ext uri="{FF2B5EF4-FFF2-40B4-BE49-F238E27FC236}">
                  <a16:creationId xmlns:a16="http://schemas.microsoft.com/office/drawing/2014/main" id="{35D11B2D-A6F9-C488-4CB8-A7A4D90587B2}"/>
                </a:ext>
              </a:extLst>
            </p:cNvPr>
            <p:cNvSpPr txBox="1">
              <a:spLocks/>
            </p:cNvSpPr>
            <p:nvPr/>
          </p:nvSpPr>
          <p:spPr>
            <a:xfrm>
              <a:off x="8450903" y="2497802"/>
              <a:ext cx="2474190" cy="15265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 marL="0">
                <a:spcAft>
                  <a:spcPts val="1200"/>
                </a:spcAft>
              </a:pPr>
              <a:r>
                <a:rPr lang="en-US" sz="1200" dirty="0">
                  <a:solidFill>
                    <a:srgbClr val="FFFFFF"/>
                  </a:solidFill>
                </a:rPr>
                <a:t>Works on any machine</a:t>
              </a:r>
            </a:p>
            <a:p>
              <a:pPr marL="0">
                <a:spcAft>
                  <a:spcPts val="1200"/>
                </a:spcAft>
              </a:pPr>
              <a:r>
                <a:rPr lang="en-US" sz="1200" dirty="0">
                  <a:solidFill>
                    <a:srgbClr val="FFFFFF"/>
                  </a:solidFill>
                </a:rPr>
                <a:t>No special hardware needed</a:t>
              </a:r>
            </a:p>
            <a:p>
              <a:pPr marL="0">
                <a:spcAft>
                  <a:spcPts val="1200"/>
                </a:spcAft>
              </a:pPr>
              <a:r>
                <a:rPr lang="en-US" sz="1200" dirty="0">
                  <a:solidFill>
                    <a:srgbClr val="FFFFFF"/>
                  </a:solidFill>
                </a:rPr>
                <a:t>Good for 3B-8B models</a:t>
              </a:r>
            </a:p>
            <a:p>
              <a:pPr marL="0">
                <a:spcAft>
                  <a:spcPts val="1200"/>
                </a:spcAft>
              </a:pPr>
              <a:r>
                <a:rPr lang="en-US" sz="1200" dirty="0">
                  <a:solidFill>
                    <a:srgbClr val="FFFFFF"/>
                  </a:solidFill>
                </a:rPr>
                <a:t>Largest RAM capacity</a:t>
              </a:r>
            </a:p>
          </p:txBody>
        </p:sp>
        <p:sp>
          <p:nvSpPr>
            <p:cNvPr id="41" name="Text 3">
              <a:extLst>
                <a:ext uri="{FF2B5EF4-FFF2-40B4-BE49-F238E27FC236}">
                  <a16:creationId xmlns:a16="http://schemas.microsoft.com/office/drawing/2014/main" id="{CD33107D-7137-9738-248C-A34B738CAF84}"/>
                </a:ext>
              </a:extLst>
            </p:cNvPr>
            <p:cNvSpPr/>
            <p:nvPr/>
          </p:nvSpPr>
          <p:spPr>
            <a:xfrm>
              <a:off x="8450903" y="1975974"/>
              <a:ext cx="24231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chemeClr val="accent2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CPU Only</a:t>
              </a:r>
            </a:p>
          </p:txBody>
        </p:sp>
        <p:sp>
          <p:nvSpPr>
            <p:cNvPr id="42" name="Text Placeholder 2">
              <a:extLst>
                <a:ext uri="{FF2B5EF4-FFF2-40B4-BE49-F238E27FC236}">
                  <a16:creationId xmlns:a16="http://schemas.microsoft.com/office/drawing/2014/main" id="{9630407F-0556-2F96-B172-66A1585038B0}"/>
                </a:ext>
              </a:extLst>
            </p:cNvPr>
            <p:cNvSpPr txBox="1">
              <a:spLocks/>
            </p:cNvSpPr>
            <p:nvPr/>
          </p:nvSpPr>
          <p:spPr>
            <a:xfrm>
              <a:off x="8450903" y="4359872"/>
              <a:ext cx="2474190" cy="5371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 marL="0">
                <a:lnSpc>
                  <a:spcPts val="1600"/>
                </a:lnSpc>
                <a:spcAft>
                  <a:spcPts val="1200"/>
                </a:spcAft>
              </a:pPr>
              <a:r>
                <a:rPr lang="en-US" sz="1200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  <a:t>Trade-Offs</a:t>
              </a:r>
              <a:br>
                <a:rPr lang="en-US" sz="1200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</a:br>
              <a:r>
                <a:rPr lang="en-US" sz="1200" dirty="0"/>
                <a:t>Slowest inference speed</a:t>
              </a:r>
              <a:br>
                <a:rPr lang="en-US" sz="1200" dirty="0"/>
              </a:br>
              <a:r>
                <a:rPr lang="en-US" sz="1200" dirty="0"/>
                <a:t>Limited to small models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70F9069-9E76-A405-7265-DFB166285746}"/>
              </a:ext>
            </a:extLst>
          </p:cNvPr>
          <p:cNvGrpSpPr/>
          <p:nvPr/>
        </p:nvGrpSpPr>
        <p:grpSpPr>
          <a:xfrm>
            <a:off x="805362" y="1547489"/>
            <a:ext cx="3286881" cy="3915057"/>
            <a:chOff x="805362" y="1547489"/>
            <a:chExt cx="3286881" cy="3915057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79D1FC1A-E924-3BD6-37EC-EE60A13CD18B}"/>
                </a:ext>
              </a:extLst>
            </p:cNvPr>
            <p:cNvSpPr/>
            <p:nvPr/>
          </p:nvSpPr>
          <p:spPr>
            <a:xfrm>
              <a:off x="805362" y="1547489"/>
              <a:ext cx="3286881" cy="3915057"/>
            </a:xfrm>
            <a:prstGeom prst="roundRect">
              <a:avLst>
                <a:gd name="adj" fmla="val 4242"/>
              </a:avLst>
            </a:prstGeom>
            <a:gradFill>
              <a:gsLst>
                <a:gs pos="74000">
                  <a:schemeClr val="tx1"/>
                </a:gs>
                <a:gs pos="100000">
                  <a:schemeClr val="accent2">
                    <a:alpha val="21331"/>
                  </a:schemeClr>
                </a:gs>
              </a:gsLst>
              <a:lin ang="5400000" scaled="1"/>
            </a:gradFill>
            <a:ln w="3175">
              <a:solidFill>
                <a:schemeClr val="bg1">
                  <a:lumMod val="50000"/>
                  <a:alpha val="76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marL="0" marR="0" lvl="0" indent="0" algn="l" defTabSz="1219170" rtl="0" eaLnBrk="1" fontAlgn="auto" latinLnBrk="0" hangingPunct="1">
                <a:lnSpc>
                  <a:spcPts val="1867"/>
                </a:lnSpc>
                <a:spcBef>
                  <a:spcPts val="0"/>
                </a:spcBef>
                <a:spcAft>
                  <a:spcPts val="40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endParaRPr>
            </a:p>
          </p:txBody>
        </p:sp>
        <p:sp>
          <p:nvSpPr>
            <p:cNvPr id="6" name="Text Placeholder 2">
              <a:extLst>
                <a:ext uri="{FF2B5EF4-FFF2-40B4-BE49-F238E27FC236}">
                  <a16:creationId xmlns:a16="http://schemas.microsoft.com/office/drawing/2014/main" id="{1C52899F-7A2E-F06D-61F2-93A1B9BF9589}"/>
                </a:ext>
              </a:extLst>
            </p:cNvPr>
            <p:cNvSpPr txBox="1">
              <a:spLocks/>
            </p:cNvSpPr>
            <p:nvPr/>
          </p:nvSpPr>
          <p:spPr>
            <a:xfrm>
              <a:off x="1199313" y="2497802"/>
              <a:ext cx="2474190" cy="15265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 marL="0">
                <a:spcAft>
                  <a:spcPts val="1200"/>
                </a:spcAft>
              </a:pPr>
              <a:r>
                <a:rPr lang="en-US" sz="1200">
                  <a:solidFill>
                    <a:srgbClr val="FFFFFF"/>
                  </a:solidFill>
                </a:rPr>
                <a:t>Unified memory (up to 192GB)</a:t>
              </a:r>
            </a:p>
            <a:p>
              <a:pPr marL="0">
                <a:spcAft>
                  <a:spcPts val="1200"/>
                </a:spcAft>
              </a:pPr>
              <a:r>
                <a:rPr lang="en-US" sz="1200">
                  <a:solidFill>
                    <a:srgbClr val="FFFFFF"/>
                  </a:solidFill>
                </a:rPr>
                <a:t>Silent, low power (20-40W)</a:t>
              </a:r>
            </a:p>
            <a:p>
              <a:pPr marL="0">
                <a:spcAft>
                  <a:spcPts val="1200"/>
                </a:spcAft>
              </a:pPr>
              <a:r>
                <a:rPr lang="en-US" sz="1200">
                  <a:solidFill>
                    <a:srgbClr val="FFFFFF"/>
                  </a:solidFill>
                </a:rPr>
                <a:t>Runs 70B+ models affordably</a:t>
              </a:r>
            </a:p>
            <a:p>
              <a:pPr marL="0">
                <a:spcAft>
                  <a:spcPts val="1200"/>
                </a:spcAft>
              </a:pPr>
              <a:r>
                <a:rPr lang="en-US" sz="1200">
                  <a:solidFill>
                    <a:srgbClr val="FFFFFF"/>
                  </a:solidFill>
                </a:rPr>
                <a:t>Metal acceleration built in</a:t>
              </a:r>
              <a:endParaRPr lang="en-US" sz="1200" dirty="0">
                <a:solidFill>
                  <a:srgbClr val="FFFFFF"/>
                </a:solidFill>
              </a:endParaRPr>
            </a:p>
          </p:txBody>
        </p:sp>
        <p:sp>
          <p:nvSpPr>
            <p:cNvPr id="7" name="Text 3">
              <a:extLst>
                <a:ext uri="{FF2B5EF4-FFF2-40B4-BE49-F238E27FC236}">
                  <a16:creationId xmlns:a16="http://schemas.microsoft.com/office/drawing/2014/main" id="{ACFE8D69-A106-56D3-EBA3-576CF951CDA6}"/>
                </a:ext>
              </a:extLst>
            </p:cNvPr>
            <p:cNvSpPr/>
            <p:nvPr/>
          </p:nvSpPr>
          <p:spPr>
            <a:xfrm>
              <a:off x="1199313" y="1975974"/>
              <a:ext cx="24231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chemeClr val="accent2"/>
                  </a:solidFill>
                  <a:latin typeface="DM Sans 14pt" pitchFamily="2" charset="77"/>
                  <a:ea typeface="Trebuchet MS" pitchFamily="34" charset="-122"/>
                  <a:cs typeface="Trebuchet MS" pitchFamily="34" charset="-120"/>
                </a:rPr>
                <a:t>Apple Silicon Mac</a:t>
              </a:r>
              <a:endParaRPr lang="en-US" sz="1800" dirty="0">
                <a:solidFill>
                  <a:schemeClr val="accent2"/>
                </a:solidFill>
                <a:latin typeface="DM Sans 14pt" pitchFamily="2" charset="77"/>
              </a:endParaRPr>
            </a:p>
          </p:txBody>
        </p:sp>
        <p:sp>
          <p:nvSpPr>
            <p:cNvPr id="8" name="Text Placeholder 2">
              <a:extLst>
                <a:ext uri="{FF2B5EF4-FFF2-40B4-BE49-F238E27FC236}">
                  <a16:creationId xmlns:a16="http://schemas.microsoft.com/office/drawing/2014/main" id="{87FAF449-0108-8A96-40B9-6D39E78C9F44}"/>
                </a:ext>
              </a:extLst>
            </p:cNvPr>
            <p:cNvSpPr txBox="1">
              <a:spLocks/>
            </p:cNvSpPr>
            <p:nvPr/>
          </p:nvSpPr>
          <p:spPr>
            <a:xfrm>
              <a:off x="1199313" y="4359872"/>
              <a:ext cx="2474190" cy="5371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pPr marL="0">
                <a:lnSpc>
                  <a:spcPts val="1600"/>
                </a:lnSpc>
                <a:spcAft>
                  <a:spcPts val="1200"/>
                </a:spcAft>
              </a:pPr>
              <a:r>
                <a:rPr lang="en-US" sz="1200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  <a:t>Trade-Offs</a:t>
              </a:r>
              <a:br>
                <a:rPr lang="en-US" sz="1200" dirty="0">
                  <a:solidFill>
                    <a:schemeClr val="accent2">
                      <a:lumMod val="20000"/>
                      <a:lumOff val="80000"/>
                    </a:schemeClr>
                  </a:solidFill>
                </a:rPr>
              </a:br>
              <a:r>
                <a:rPr lang="en-US" sz="1200" dirty="0"/>
                <a:t>20-40% slower per-token than equivalent NVIDIA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48944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6340F-A813-F8A1-A887-BAAED0DDE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6" y="457201"/>
            <a:ext cx="5500757" cy="574453"/>
          </a:xfrm>
        </p:spPr>
        <p:txBody>
          <a:bodyPr/>
          <a:lstStyle/>
          <a:p>
            <a:r>
              <a:rPr lang="en-US" dirty="0" err="1"/>
              <a:t>OpenClaw</a:t>
            </a:r>
            <a:r>
              <a:rPr lang="en-US" dirty="0"/>
              <a:t> &amp; Local Models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1EAAD8-53E5-BBFE-1F12-A2733B82DCBD}"/>
              </a:ext>
            </a:extLst>
          </p:cNvPr>
          <p:cNvSpPr/>
          <p:nvPr/>
        </p:nvSpPr>
        <p:spPr>
          <a:xfrm>
            <a:off x="536838" y="1665279"/>
            <a:ext cx="5283517" cy="3161163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85A764-D4B0-37BB-0944-544F37190C2B}"/>
              </a:ext>
            </a:extLst>
          </p:cNvPr>
          <p:cNvSpPr txBox="1"/>
          <p:nvPr/>
        </p:nvSpPr>
        <p:spPr>
          <a:xfrm>
            <a:off x="770275" y="2281482"/>
            <a:ext cx="4724076" cy="2337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</a:t>
            </a:r>
            <a:r>
              <a:rPr lang="en-US" sz="1200" dirty="0" err="1">
                <a:solidFill>
                  <a:schemeClr val="bg1">
                    <a:lumMod val="6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openclaw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config — point to local server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"models": {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"providers": {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lmstudio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{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baseUrl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"http://127.0.0.1:1234/v1",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-responses"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7E27164-72B1-AD87-2A8F-28F7659ECF69}"/>
              </a:ext>
            </a:extLst>
          </p:cNvPr>
          <p:cNvSpPr/>
          <p:nvPr/>
        </p:nvSpPr>
        <p:spPr>
          <a:xfrm>
            <a:off x="438865" y="1031654"/>
            <a:ext cx="64549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 your local models as the AI backend for agentic coding workflows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2D2DC0E0-83B3-369A-EA34-ED53A893364F}"/>
              </a:ext>
            </a:extLst>
          </p:cNvPr>
          <p:cNvSpPr/>
          <p:nvPr/>
        </p:nvSpPr>
        <p:spPr>
          <a:xfrm>
            <a:off x="812578" y="1874492"/>
            <a:ext cx="410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OpenClaw</a:t>
            </a: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Configuration for Local Models</a:t>
            </a: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CAAEAA19-C91A-0EFF-C5B4-B4F338CD922A}"/>
              </a:ext>
            </a:extLst>
          </p:cNvPr>
          <p:cNvSpPr/>
          <p:nvPr/>
        </p:nvSpPr>
        <p:spPr>
          <a:xfrm>
            <a:off x="6790414" y="2148812"/>
            <a:ext cx="3522428" cy="16722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How It Works</a:t>
            </a:r>
          </a:p>
          <a:p>
            <a:pPr marL="0" indent="0">
              <a:lnSpc>
                <a:spcPts val="2300"/>
              </a:lnSpc>
              <a:buNone/>
            </a:pPr>
            <a:r>
              <a:rPr lang="en-US" sz="14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OpenClaw</a:t>
            </a: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connects to </a:t>
            </a:r>
            <a:r>
              <a:rPr lang="en-US" sz="14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Ollama</a:t>
            </a:r>
            <a:r>
              <a:rPr lang="en-US" sz="14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or LM Studio's local REST API via the standard OpenAI completions interface. Your code stays local, your prompts stay local, and the AI runs on your machine.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05C95C-02B4-1A54-0C8C-A8BCDF662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5" y="5442645"/>
            <a:ext cx="10812231" cy="274320"/>
          </a:xfrm>
        </p:spPr>
        <p:txBody>
          <a:bodyPr/>
          <a:lstStyle/>
          <a:p>
            <a:r>
              <a:rPr lang="en-US" sz="1200" dirty="0">
                <a:solidFill>
                  <a:schemeClr val="accent5"/>
                </a:solidFill>
              </a:rPr>
              <a:t>Recommended: </a:t>
            </a:r>
            <a:r>
              <a:rPr lang="en-US" sz="1200" dirty="0"/>
              <a:t>Use the largest model your hardware supports for best agent performance. Avoid small or heavily quantized models for coding agents.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17172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C3FFA1B1-D874-CB13-2E05-C7EC13D725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 flipV="1">
            <a:off x="5287617" y="0"/>
            <a:ext cx="6904383" cy="59611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134981-B962-9D0F-D0B6-4B42A9F87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The Future of AI is Local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6BB01-F53B-C3CD-7CA8-E4CF9CA1F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4571600" cy="263487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And it starts with a single command.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90A2AC9-8F8E-854B-EA76-D2CE735FB7A9}"/>
              </a:ext>
            </a:extLst>
          </p:cNvPr>
          <p:cNvSpPr/>
          <p:nvPr/>
        </p:nvSpPr>
        <p:spPr>
          <a:xfrm>
            <a:off x="536838" y="1858611"/>
            <a:ext cx="7016901" cy="717459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039E8E-EF36-B49A-46DE-5365AEB7AE2F}"/>
              </a:ext>
            </a:extLst>
          </p:cNvPr>
          <p:cNvSpPr txBox="1"/>
          <p:nvPr/>
        </p:nvSpPr>
        <p:spPr>
          <a:xfrm>
            <a:off x="770275" y="2083745"/>
            <a:ext cx="4724076" cy="298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1600"/>
              </a:lnSpc>
              <a:buNone/>
            </a:pPr>
            <a:r>
              <a:rPr lang="en-US" sz="16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</a:t>
            </a:r>
            <a:r>
              <a:rPr lang="en-US" sz="16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run gemma4:12b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60C3D6C-8AC4-629D-CC55-2A0F3EFD830E}"/>
              </a:ext>
            </a:extLst>
          </p:cNvPr>
          <p:cNvSpPr txBox="1">
            <a:spLocks/>
          </p:cNvSpPr>
          <p:nvPr/>
        </p:nvSpPr>
        <p:spPr>
          <a:xfrm>
            <a:off x="760198" y="3236088"/>
            <a:ext cx="2054564" cy="923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chemeClr val="accent1"/>
                </a:solidFill>
                <a:latin typeface="DM Sans 14pt" pitchFamily="2" charset="77"/>
              </a:rPr>
              <a:t>01</a:t>
            </a:r>
          </a:p>
          <a:p>
            <a:pPr marL="0"/>
            <a:r>
              <a:rPr lang="en-US" sz="14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Install </a:t>
            </a:r>
            <a:r>
              <a:rPr lang="en-US" sz="1400" dirty="0" err="1">
                <a:latin typeface="DM Sans 14pt" pitchFamily="2" charset="77"/>
                <a:ea typeface="Calibri" pitchFamily="34" charset="-122"/>
                <a:cs typeface="Calibri" pitchFamily="34" charset="-120"/>
              </a:rPr>
              <a:t>Ollama</a:t>
            </a:r>
            <a:r>
              <a:rPr lang="en-US" sz="14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, LM Studio, or Foundry Local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0AF0D62-5C15-4A24-3A29-42A4F64C6E4D}"/>
              </a:ext>
            </a:extLst>
          </p:cNvPr>
          <p:cNvSpPr txBox="1">
            <a:spLocks/>
          </p:cNvSpPr>
          <p:nvPr/>
        </p:nvSpPr>
        <p:spPr>
          <a:xfrm>
            <a:off x="3471592" y="3236088"/>
            <a:ext cx="1538875" cy="923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chemeClr val="accent1"/>
                </a:solidFill>
                <a:latin typeface="DM Sans 14pt" pitchFamily="2" charset="77"/>
              </a:rPr>
              <a:t>02</a:t>
            </a:r>
          </a:p>
          <a:p>
            <a:pPr marL="0"/>
            <a:r>
              <a:rPr lang="en-US" sz="14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Pull an open source model</a:t>
            </a:r>
          </a:p>
          <a:p>
            <a:pPr marL="0"/>
            <a:endParaRPr lang="en-US" sz="1400" dirty="0">
              <a:latin typeface="DM Sans 14pt" pitchFamily="2" charset="77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48393EB-20C9-B8BB-F702-774D91A00E35}"/>
              </a:ext>
            </a:extLst>
          </p:cNvPr>
          <p:cNvSpPr txBox="1">
            <a:spLocks/>
          </p:cNvSpPr>
          <p:nvPr/>
        </p:nvSpPr>
        <p:spPr>
          <a:xfrm>
            <a:off x="5667297" y="3236088"/>
            <a:ext cx="1736512" cy="923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chemeClr val="accent1"/>
                </a:solidFill>
                <a:latin typeface="DM Sans 14pt" pitchFamily="2" charset="77"/>
              </a:rPr>
              <a:t>03</a:t>
            </a:r>
          </a:p>
          <a:p>
            <a:pPr marL="0"/>
            <a:r>
              <a:rPr lang="en-US" sz="14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Start building with local AI today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26CC43FE-596A-85B5-BD4C-4B0F8E6DA041}"/>
              </a:ext>
            </a:extLst>
          </p:cNvPr>
          <p:cNvSpPr txBox="1">
            <a:spLocks/>
          </p:cNvSpPr>
          <p:nvPr/>
        </p:nvSpPr>
        <p:spPr>
          <a:xfrm>
            <a:off x="438867" y="4698127"/>
            <a:ext cx="8490448" cy="263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dirty="0"/>
              <a:t>Your data. Your hardware. Your AI. Zero cost. Total privacy. Infinite possibilities.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3228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phic 17">
            <a:extLst>
              <a:ext uri="{FF2B5EF4-FFF2-40B4-BE49-F238E27FC236}">
                <a16:creationId xmlns:a16="http://schemas.microsoft.com/office/drawing/2014/main" id="{DF60C721-EF5C-CC7C-87EE-E6F296A72E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2569" b="53251"/>
          <a:stretch>
            <a:fillRect/>
          </a:stretch>
        </p:blipFill>
        <p:spPr>
          <a:xfrm rot="10800000">
            <a:off x="0" y="0"/>
            <a:ext cx="6906466" cy="3692882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BA1DE9A6-3C5A-024E-811E-1C42E912CB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2569" b="53251"/>
          <a:stretch>
            <a:fillRect/>
          </a:stretch>
        </p:blipFill>
        <p:spPr>
          <a:xfrm>
            <a:off x="5285535" y="3165119"/>
            <a:ext cx="6906466" cy="369288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6956A15-FE86-27DE-6B9A-5D3B5A7CC8DA}"/>
              </a:ext>
            </a:extLst>
          </p:cNvPr>
          <p:cNvSpPr/>
          <p:nvPr/>
        </p:nvSpPr>
        <p:spPr>
          <a:xfrm>
            <a:off x="939802" y="1740613"/>
            <a:ext cx="3087913" cy="3087913"/>
          </a:xfrm>
          <a:prstGeom prst="rect">
            <a:avLst/>
          </a:prstGeom>
          <a:solidFill>
            <a:schemeClr val="tx1">
              <a:alpha val="6235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1251257-DE3F-196A-E2F8-345EA57E62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9802" y="1740613"/>
            <a:ext cx="3087913" cy="3087913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1F1FCB79-1839-17CF-523E-1E974D4A98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685" y="1760345"/>
            <a:ext cx="8620315" cy="3727357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367021-B3A8-7483-F68D-6CEC542357A5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4621261" y="1658938"/>
            <a:ext cx="4570412" cy="712787"/>
          </a:xfrm>
          <a:prstGeom prst="rect">
            <a:avLst/>
          </a:prstGeom>
        </p:spPr>
        <p:txBody>
          <a:bodyPr/>
          <a:lstStyle/>
          <a:p>
            <a:r>
              <a:rPr lang="en-US" sz="4400" dirty="0">
                <a:solidFill>
                  <a:schemeClr val="bg1"/>
                </a:solidFill>
                <a:latin typeface="DM Sans 14pt" pitchFamily="2" charset="77"/>
              </a:rPr>
              <a:t>Join the</a:t>
            </a:r>
          </a:p>
        </p:txBody>
      </p:sp>
    </p:spTree>
    <p:extLst>
      <p:ext uri="{BB962C8B-B14F-4D97-AF65-F5344CB8AC3E}">
        <p14:creationId xmlns:p14="http://schemas.microsoft.com/office/powerpoint/2010/main" val="23190763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AF1E089-E1F3-1847-63B6-7B5ADEE456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48936" y="1370546"/>
            <a:ext cx="3824868" cy="10046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6C3860-2503-AAB6-D9F9-C380BE3A1B0F}"/>
              </a:ext>
            </a:extLst>
          </p:cNvPr>
          <p:cNvSpPr txBox="1"/>
          <p:nvPr/>
        </p:nvSpPr>
        <p:spPr>
          <a:xfrm>
            <a:off x="1248936" y="2676292"/>
            <a:ext cx="599935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DM Sans 14pt SemiBold" pitchFamily="2" charset="77"/>
              </a:rPr>
              <a:t>All the presentations from the </a:t>
            </a:r>
            <a:r>
              <a:rPr lang="en-US" sz="3600" b="1" dirty="0" err="1">
                <a:solidFill>
                  <a:schemeClr val="bg1"/>
                </a:solidFill>
                <a:latin typeface="DM Sans 14pt SemiBold" pitchFamily="2" charset="77"/>
              </a:rPr>
              <a:t>VibeOps</a:t>
            </a:r>
            <a:r>
              <a:rPr lang="en-US" sz="3600" b="1" dirty="0">
                <a:solidFill>
                  <a:schemeClr val="bg1"/>
                </a:solidFill>
                <a:latin typeface="DM Sans 14pt SemiBold" pitchFamily="2" charset="77"/>
              </a:rPr>
              <a:t> Lounge are available on GitHub.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649754-3001-C8B8-6295-066E536EA989}"/>
              </a:ext>
            </a:extLst>
          </p:cNvPr>
          <p:cNvSpPr txBox="1"/>
          <p:nvPr/>
        </p:nvSpPr>
        <p:spPr>
          <a:xfrm>
            <a:off x="1248936" y="4928839"/>
            <a:ext cx="7205819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github.com</a:t>
            </a:r>
            <a:r>
              <a:rPr lang="en-US" dirty="0">
                <a:solidFill>
                  <a:schemeClr val="accent2"/>
                </a:solidFill>
              </a:rPr>
              <a:t>/automateyournetwork/CiscoLive2026_VibeOpsLounge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BDE17DA-5E59-0AA2-F323-7FC2016E4983}"/>
              </a:ext>
            </a:extLst>
          </p:cNvPr>
          <p:cNvGrpSpPr/>
          <p:nvPr/>
        </p:nvGrpSpPr>
        <p:grpSpPr>
          <a:xfrm>
            <a:off x="7944030" y="-24233"/>
            <a:ext cx="4247970" cy="6906466"/>
            <a:chOff x="7944030" y="-24233"/>
            <a:chExt cx="4247970" cy="6906466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109BA482-4213-B0E8-A092-BDAAD412DF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12569" b="53251"/>
            <a:stretch>
              <a:fillRect/>
            </a:stretch>
          </p:blipFill>
          <p:spPr>
            <a:xfrm rot="16200000">
              <a:off x="6892326" y="1582559"/>
              <a:ext cx="6906466" cy="3692882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12D6303E-4733-1FA9-04C8-0BF9A427C3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944030" y="1549505"/>
              <a:ext cx="2882069" cy="32371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11316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1_Itential">
  <a:themeElements>
    <a:clrScheme name="Custom 13">
      <a:dk1>
        <a:srgbClr val="00001E"/>
      </a:dk1>
      <a:lt1>
        <a:srgbClr val="FFFFFF"/>
      </a:lt1>
      <a:dk2>
        <a:srgbClr val="070C31"/>
      </a:dk2>
      <a:lt2>
        <a:srgbClr val="F2F6F6"/>
      </a:lt2>
      <a:accent1>
        <a:srgbClr val="0099FF"/>
      </a:accent1>
      <a:accent2>
        <a:srgbClr val="FF0095"/>
      </a:accent2>
      <a:accent3>
        <a:srgbClr val="AD0AFD"/>
      </a:accent3>
      <a:accent4>
        <a:srgbClr val="CCFF00"/>
      </a:accent4>
      <a:accent5>
        <a:srgbClr val="00F3DB"/>
      </a:accent5>
      <a:accent6>
        <a:srgbClr val="F36B20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Itential">
  <a:themeElements>
    <a:clrScheme name="Custom 13">
      <a:dk1>
        <a:srgbClr val="00001E"/>
      </a:dk1>
      <a:lt1>
        <a:srgbClr val="FFFFFF"/>
      </a:lt1>
      <a:dk2>
        <a:srgbClr val="070C31"/>
      </a:dk2>
      <a:lt2>
        <a:srgbClr val="F2F6F6"/>
      </a:lt2>
      <a:accent1>
        <a:srgbClr val="0099FF"/>
      </a:accent1>
      <a:accent2>
        <a:srgbClr val="FF0095"/>
      </a:accent2>
      <a:accent3>
        <a:srgbClr val="AD0AFD"/>
      </a:accent3>
      <a:accent4>
        <a:srgbClr val="CCFF00"/>
      </a:accent4>
      <a:accent5>
        <a:srgbClr val="00F3DB"/>
      </a:accent5>
      <a:accent6>
        <a:srgbClr val="F36B20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Itential 2025">
      <a:dk1>
        <a:srgbClr val="00001E"/>
      </a:dk1>
      <a:lt1>
        <a:srgbClr val="FFFFFF"/>
      </a:lt1>
      <a:dk2>
        <a:srgbClr val="00001E"/>
      </a:dk2>
      <a:lt2>
        <a:srgbClr val="FFFFFF"/>
      </a:lt2>
      <a:accent1>
        <a:srgbClr val="0099FF"/>
      </a:accent1>
      <a:accent2>
        <a:srgbClr val="FF0095"/>
      </a:accent2>
      <a:accent3>
        <a:srgbClr val="00001E"/>
      </a:accent3>
      <a:accent4>
        <a:srgbClr val="E8EDF2"/>
      </a:accent4>
      <a:accent5>
        <a:srgbClr val="0099FF"/>
      </a:accent5>
      <a:accent6>
        <a:srgbClr val="F0F4F8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7946</TotalTime>
  <Words>2147</Words>
  <Application>Microsoft Macintosh PowerPoint</Application>
  <PresentationFormat>Widescreen</PresentationFormat>
  <Paragraphs>398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51" baseType="lpstr">
      <vt:lpstr>DM Sans 14pt SemiBold</vt:lpstr>
      <vt:lpstr>Inter</vt:lpstr>
      <vt:lpstr>Consolas</vt:lpstr>
      <vt:lpstr>JetBrains Mono</vt:lpstr>
      <vt:lpstr>Open Sans Light</vt:lpstr>
      <vt:lpstr>Arial</vt:lpstr>
      <vt:lpstr>DM Sans</vt:lpstr>
      <vt:lpstr>JetBrains Mono Medium</vt:lpstr>
      <vt:lpstr>Open Sans Extrabold</vt:lpstr>
      <vt:lpstr>JetBrains Mono SemiBold</vt:lpstr>
      <vt:lpstr>Open Sans</vt:lpstr>
      <vt:lpstr>Bebas Neue</vt:lpstr>
      <vt:lpstr>Inter SemiBold</vt:lpstr>
      <vt:lpstr>Calibri</vt:lpstr>
      <vt:lpstr>DM Sans 14pt</vt:lpstr>
      <vt:lpstr>Inter Medium</vt:lpstr>
      <vt:lpstr>JetBrains Mono ExtraBold</vt:lpstr>
      <vt:lpstr>1_Itential</vt:lpstr>
      <vt:lpstr>2_Itential</vt:lpstr>
      <vt:lpstr>AI Without the Cloud</vt:lpstr>
      <vt:lpstr>Why Cloud-Hosted AI Isn't Always the Answer</vt:lpstr>
      <vt:lpstr>Privacy</vt:lpstr>
      <vt:lpstr>Security</vt:lpstr>
      <vt:lpstr>Intellectual Property</vt:lpstr>
      <vt:lpstr>They're Learning From Your Data</vt:lpstr>
      <vt:lpstr>The Cost Problem</vt:lpstr>
      <vt:lpstr>Run AI Locally. For Free. Right Now.</vt:lpstr>
      <vt:lpstr>The Local AI Frameworks</vt:lpstr>
      <vt:lpstr>PowerPoint Presentation</vt:lpstr>
      <vt:lpstr>PowerPoint Presentation</vt:lpstr>
      <vt:lpstr>PowerPoint Presentation</vt:lpstr>
      <vt:lpstr>Open Weight Models That Rival the Paid Frontier</vt:lpstr>
      <vt:lpstr>The Open Source Model Landscape</vt:lpstr>
      <vt:lpstr>Gemma 4</vt:lpstr>
      <vt:lpstr>Phi-4</vt:lpstr>
      <vt:lpstr>Nemotron</vt:lpstr>
      <vt:lpstr>Qwen 3.6</vt:lpstr>
      <vt:lpstr>Kimi K2.6</vt:lpstr>
      <vt:lpstr>Granite 4.1</vt:lpstr>
      <vt:lpstr>DeepSeek V4</vt:lpstr>
      <vt:lpstr>Mistral Small 4</vt:lpstr>
      <vt:lpstr>Download Models</vt:lpstr>
      <vt:lpstr>Run Models via CLI</vt:lpstr>
      <vt:lpstr>REST API: Programmatic Access</vt:lpstr>
      <vt:lpstr>Framework API Endpoints</vt:lpstr>
      <vt:lpstr>Hardware Requirements</vt:lpstr>
      <vt:lpstr>Platform Comparison</vt:lpstr>
      <vt:lpstr>OpenClaw &amp; Local Models</vt:lpstr>
      <vt:lpstr>The Future of AI is Local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Megan Burgwald</cp:lastModifiedBy>
  <cp:revision>54</cp:revision>
  <dcterms:modified xsi:type="dcterms:W3CDTF">2026-05-27T15:21:13Z</dcterms:modified>
</cp:coreProperties>
</file>